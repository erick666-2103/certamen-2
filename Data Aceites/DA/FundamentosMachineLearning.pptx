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10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314" r:id="rId20"/>
    <p:sldId id="315" r:id="rId21"/>
    <p:sldId id="319" r:id="rId22"/>
    <p:sldId id="274" r:id="rId23"/>
    <p:sldId id="316" r:id="rId24"/>
    <p:sldId id="317" r:id="rId25"/>
    <p:sldId id="318" r:id="rId26"/>
    <p:sldId id="320" r:id="rId27"/>
    <p:sldId id="322" r:id="rId28"/>
    <p:sldId id="327" r:id="rId29"/>
    <p:sldId id="323" r:id="rId30"/>
    <p:sldId id="324" r:id="rId31"/>
    <p:sldId id="325" r:id="rId32"/>
    <p:sldId id="326" r:id="rId33"/>
    <p:sldId id="321" r:id="rId34"/>
    <p:sldId id="286" r:id="rId35"/>
    <p:sldId id="287" r:id="rId36"/>
    <p:sldId id="328" r:id="rId37"/>
    <p:sldId id="329" r:id="rId38"/>
    <p:sldId id="330" r:id="rId39"/>
    <p:sldId id="331" r:id="rId40"/>
    <p:sldId id="332" r:id="rId41"/>
    <p:sldId id="279" r:id="rId42"/>
    <p:sldId id="280" r:id="rId43"/>
    <p:sldId id="281" r:id="rId44"/>
    <p:sldId id="301" r:id="rId45"/>
    <p:sldId id="350" r:id="rId46"/>
    <p:sldId id="333" r:id="rId47"/>
    <p:sldId id="334" r:id="rId48"/>
    <p:sldId id="336" r:id="rId49"/>
    <p:sldId id="337" r:id="rId50"/>
    <p:sldId id="338" r:id="rId51"/>
    <p:sldId id="353" r:id="rId52"/>
    <p:sldId id="351" r:id="rId53"/>
    <p:sldId id="352" r:id="rId54"/>
    <p:sldId id="354" r:id="rId55"/>
    <p:sldId id="355" r:id="rId56"/>
    <p:sldId id="356" r:id="rId57"/>
    <p:sldId id="339" r:id="rId58"/>
    <p:sldId id="302" r:id="rId59"/>
    <p:sldId id="347" r:id="rId60"/>
    <p:sldId id="345" r:id="rId61"/>
    <p:sldId id="303" r:id="rId62"/>
    <p:sldId id="340" r:id="rId63"/>
    <p:sldId id="304" r:id="rId64"/>
    <p:sldId id="341" r:id="rId65"/>
    <p:sldId id="346" r:id="rId66"/>
    <p:sldId id="358" r:id="rId67"/>
    <p:sldId id="359" r:id="rId68"/>
    <p:sldId id="360" r:id="rId69"/>
    <p:sldId id="361" r:id="rId70"/>
    <p:sldId id="362" r:id="rId71"/>
    <p:sldId id="363" r:id="rId72"/>
    <p:sldId id="298" r:id="rId73"/>
    <p:sldId id="364" r:id="rId74"/>
    <p:sldId id="365" r:id="rId75"/>
    <p:sldId id="299" r:id="rId76"/>
    <p:sldId id="366" r:id="rId77"/>
    <p:sldId id="300" r:id="rId78"/>
    <p:sldId id="367" r:id="rId79"/>
    <p:sldId id="368" r:id="rId80"/>
    <p:sldId id="369" r:id="rId81"/>
    <p:sldId id="370" r:id="rId82"/>
    <p:sldId id="275" r:id="rId83"/>
    <p:sldId id="276" r:id="rId84"/>
    <p:sldId id="277" r:id="rId85"/>
    <p:sldId id="371" r:id="rId86"/>
    <p:sldId id="278" r:id="rId87"/>
    <p:sldId id="372" r:id="rId88"/>
    <p:sldId id="516" r:id="rId89"/>
    <p:sldId id="613" r:id="rId90"/>
    <p:sldId id="622" r:id="rId91"/>
    <p:sldId id="623" r:id="rId92"/>
    <p:sldId id="624" r:id="rId93"/>
    <p:sldId id="625" r:id="rId94"/>
    <p:sldId id="305" r:id="rId95"/>
    <p:sldId id="306" r:id="rId96"/>
    <p:sldId id="292" r:id="rId97"/>
    <p:sldId id="293" r:id="rId98"/>
    <p:sldId id="294" r:id="rId99"/>
    <p:sldId id="297" r:id="rId100"/>
    <p:sldId id="307" r:id="rId101"/>
    <p:sldId id="295" r:id="rId102"/>
    <p:sldId id="296" r:id="rId103"/>
  </p:sldIdLst>
  <p:sldSz cx="9144000" cy="6858000" type="screen4x3"/>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viana" initials="V" lastIdx="0" clrIdx="0">
    <p:extLst>
      <p:ext uri="{19B8F6BF-5375-455C-9EA6-DF929625EA0E}">
        <p15:presenceInfo xmlns:p15="http://schemas.microsoft.com/office/powerpoint/2012/main" userId="Vivian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14586"/>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Estilo medio 3 - Énfasis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806" autoAdjust="0"/>
    <p:restoredTop sz="94660"/>
  </p:normalViewPr>
  <p:slideViewPr>
    <p:cSldViewPr snapToGrid="0">
      <p:cViewPr varScale="1">
        <p:scale>
          <a:sx n="123" d="100"/>
          <a:sy n="123" d="100"/>
        </p:scale>
        <p:origin x="162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A349A9-5C2C-464E-B2CE-779ECED761ED}" type="doc">
      <dgm:prSet loTypeId="urn:microsoft.com/office/officeart/2005/8/layout/orgChart1" loCatId="hierarchy" qsTypeId="urn:microsoft.com/office/officeart/2005/8/quickstyle/simple4" qsCatId="simple" csTypeId="urn:microsoft.com/office/officeart/2005/8/colors/colorful2" csCatId="colorful" phldr="1"/>
      <dgm:spPr/>
      <dgm:t>
        <a:bodyPr/>
        <a:lstStyle/>
        <a:p>
          <a:endParaRPr lang="es-ES"/>
        </a:p>
      </dgm:t>
    </dgm:pt>
    <dgm:pt modelId="{D793F405-7577-4B49-AE3F-8FCB06CB4DEC}">
      <dgm:prSet phldrT="[Texto]"/>
      <dgm:spPr/>
      <dgm:t>
        <a:bodyPr/>
        <a:lstStyle/>
        <a:p>
          <a:r>
            <a:rPr lang="es-ES" dirty="0"/>
            <a:t>Métodos estadísticos</a:t>
          </a:r>
        </a:p>
      </dgm:t>
    </dgm:pt>
    <dgm:pt modelId="{676A95F2-558B-48EE-B57B-1F9463C8D955}" type="parTrans" cxnId="{B66EEC13-5025-49BF-AFF9-755AEC10FC8E}">
      <dgm:prSet/>
      <dgm:spPr/>
      <dgm:t>
        <a:bodyPr/>
        <a:lstStyle/>
        <a:p>
          <a:endParaRPr lang="es-ES"/>
        </a:p>
      </dgm:t>
    </dgm:pt>
    <dgm:pt modelId="{07425713-5CD9-487C-99D2-EED730CFFA48}" type="sibTrans" cxnId="{B66EEC13-5025-49BF-AFF9-755AEC10FC8E}">
      <dgm:prSet/>
      <dgm:spPr/>
      <dgm:t>
        <a:bodyPr/>
        <a:lstStyle/>
        <a:p>
          <a:endParaRPr lang="es-ES"/>
        </a:p>
      </dgm:t>
    </dgm:pt>
    <dgm:pt modelId="{8BC48CBF-AA78-4AE0-A8BA-47C2298951CB}">
      <dgm:prSet phldrT="[Texto]"/>
      <dgm:spPr/>
      <dgm:t>
        <a:bodyPr/>
        <a:lstStyle/>
        <a:p>
          <a:r>
            <a:rPr lang="es-ES" dirty="0"/>
            <a:t>Métodos basados en el dominio</a:t>
          </a:r>
        </a:p>
      </dgm:t>
    </dgm:pt>
    <dgm:pt modelId="{3D2BC439-07B5-46CA-A363-12D26158E019}" type="parTrans" cxnId="{5D52D32F-C0A9-4ACE-9F8A-2DCBDEF1F128}">
      <dgm:prSet/>
      <dgm:spPr/>
      <dgm:t>
        <a:bodyPr/>
        <a:lstStyle/>
        <a:p>
          <a:endParaRPr lang="es-ES"/>
        </a:p>
      </dgm:t>
    </dgm:pt>
    <dgm:pt modelId="{C8FEF981-1E9D-49CB-8610-94362B8A0E3E}" type="sibTrans" cxnId="{5D52D32F-C0A9-4ACE-9F8A-2DCBDEF1F128}">
      <dgm:prSet/>
      <dgm:spPr/>
      <dgm:t>
        <a:bodyPr/>
        <a:lstStyle/>
        <a:p>
          <a:endParaRPr lang="es-ES"/>
        </a:p>
      </dgm:t>
    </dgm:pt>
    <dgm:pt modelId="{5BF32D1A-20E4-4A77-9885-4D5F39E0C4FD}">
      <dgm:prSet phldrT="[Texto]"/>
      <dgm:spPr/>
      <dgm:t>
        <a:bodyPr/>
        <a:lstStyle/>
        <a:p>
          <a:r>
            <a:rPr lang="es-ES" dirty="0"/>
            <a:t>Métodos basados en la distancia</a:t>
          </a:r>
        </a:p>
      </dgm:t>
    </dgm:pt>
    <dgm:pt modelId="{7F0C7C49-7355-49E1-9A93-A95559BA4568}" type="parTrans" cxnId="{99A08C50-2684-4547-859D-EEC838B94B9F}">
      <dgm:prSet/>
      <dgm:spPr/>
      <dgm:t>
        <a:bodyPr/>
        <a:lstStyle/>
        <a:p>
          <a:endParaRPr lang="es-ES"/>
        </a:p>
      </dgm:t>
    </dgm:pt>
    <dgm:pt modelId="{F42CF201-E061-42E5-A6F3-AE5250B12034}" type="sibTrans" cxnId="{99A08C50-2684-4547-859D-EEC838B94B9F}">
      <dgm:prSet/>
      <dgm:spPr/>
      <dgm:t>
        <a:bodyPr/>
        <a:lstStyle/>
        <a:p>
          <a:endParaRPr lang="es-ES"/>
        </a:p>
      </dgm:t>
    </dgm:pt>
    <dgm:pt modelId="{2C11E885-D95E-4924-8161-B04CEEE26828}">
      <dgm:prSet/>
      <dgm:spPr/>
      <dgm:t>
        <a:bodyPr/>
        <a:lstStyle/>
        <a:p>
          <a:r>
            <a:rPr lang="es-ES" dirty="0"/>
            <a:t>Métodos basados en arboles</a:t>
          </a:r>
        </a:p>
      </dgm:t>
    </dgm:pt>
    <dgm:pt modelId="{04FDA163-375C-4916-A2D0-330FC5CF4805}" type="parTrans" cxnId="{0FEF9AC1-7BE3-4070-B955-4D6AEB84C65B}">
      <dgm:prSet/>
      <dgm:spPr/>
      <dgm:t>
        <a:bodyPr/>
        <a:lstStyle/>
        <a:p>
          <a:endParaRPr lang="es-ES"/>
        </a:p>
      </dgm:t>
    </dgm:pt>
    <dgm:pt modelId="{B1BDD82B-0AF7-4515-BE76-E19F8A4B64F6}" type="sibTrans" cxnId="{0FEF9AC1-7BE3-4070-B955-4D6AEB84C65B}">
      <dgm:prSet/>
      <dgm:spPr/>
      <dgm:t>
        <a:bodyPr/>
        <a:lstStyle/>
        <a:p>
          <a:endParaRPr lang="es-ES"/>
        </a:p>
      </dgm:t>
    </dgm:pt>
    <dgm:pt modelId="{9613C668-6414-42AA-88A8-B17E2C8D17BF}">
      <dgm:prSet/>
      <dgm:spPr/>
      <dgm:t>
        <a:bodyPr/>
        <a:lstStyle/>
        <a:p>
          <a:r>
            <a:rPr lang="es-ES" dirty="0"/>
            <a:t>Métodos basados en reconstrucción</a:t>
          </a:r>
        </a:p>
      </dgm:t>
    </dgm:pt>
    <dgm:pt modelId="{EC539A53-8229-47E5-80EF-878FFE663776}" type="parTrans" cxnId="{6873C2FF-F87E-476A-81D7-B1F59F6CF952}">
      <dgm:prSet/>
      <dgm:spPr/>
      <dgm:t>
        <a:bodyPr/>
        <a:lstStyle/>
        <a:p>
          <a:endParaRPr lang="es-ES"/>
        </a:p>
      </dgm:t>
    </dgm:pt>
    <dgm:pt modelId="{45B9B3C0-EDF1-40E6-94B9-FF310BE6431A}" type="sibTrans" cxnId="{6873C2FF-F87E-476A-81D7-B1F59F6CF952}">
      <dgm:prSet/>
      <dgm:spPr/>
      <dgm:t>
        <a:bodyPr/>
        <a:lstStyle/>
        <a:p>
          <a:endParaRPr lang="es-ES"/>
        </a:p>
      </dgm:t>
    </dgm:pt>
    <dgm:pt modelId="{39D7141A-E17D-4F36-AEBA-2E5309AB8945}">
      <dgm:prSet phldrT="[Texto]"/>
      <dgm:spPr/>
      <dgm:t>
        <a:bodyPr/>
        <a:lstStyle/>
        <a:p>
          <a:r>
            <a:rPr lang="es-ES" dirty="0"/>
            <a:t>Métodos de detección de anomalías</a:t>
          </a:r>
        </a:p>
      </dgm:t>
    </dgm:pt>
    <dgm:pt modelId="{C4E809FC-ADC1-4FBA-8303-04EF59FEF259}" type="sibTrans" cxnId="{4A6CD8F2-3357-42A6-AE6B-F436E994304B}">
      <dgm:prSet/>
      <dgm:spPr/>
      <dgm:t>
        <a:bodyPr/>
        <a:lstStyle/>
        <a:p>
          <a:endParaRPr lang="es-ES"/>
        </a:p>
      </dgm:t>
    </dgm:pt>
    <dgm:pt modelId="{4D2E5BC0-753D-43F7-A097-454F729E1EB9}" type="parTrans" cxnId="{4A6CD8F2-3357-42A6-AE6B-F436E994304B}">
      <dgm:prSet/>
      <dgm:spPr/>
      <dgm:t>
        <a:bodyPr/>
        <a:lstStyle/>
        <a:p>
          <a:endParaRPr lang="es-ES"/>
        </a:p>
      </dgm:t>
    </dgm:pt>
    <dgm:pt modelId="{9570E6D6-CCC6-4F9C-82D0-8B9D3E3FF747}" type="pres">
      <dgm:prSet presAssocID="{31A349A9-5C2C-464E-B2CE-779ECED761ED}" presName="hierChild1" presStyleCnt="0">
        <dgm:presLayoutVars>
          <dgm:orgChart val="1"/>
          <dgm:chPref val="1"/>
          <dgm:dir/>
          <dgm:animOne val="branch"/>
          <dgm:animLvl val="lvl"/>
          <dgm:resizeHandles/>
        </dgm:presLayoutVars>
      </dgm:prSet>
      <dgm:spPr/>
    </dgm:pt>
    <dgm:pt modelId="{6FA117FB-B977-48CC-B2A6-09A1F1815C5E}" type="pres">
      <dgm:prSet presAssocID="{39D7141A-E17D-4F36-AEBA-2E5309AB8945}" presName="hierRoot1" presStyleCnt="0">
        <dgm:presLayoutVars>
          <dgm:hierBranch val="init"/>
        </dgm:presLayoutVars>
      </dgm:prSet>
      <dgm:spPr/>
    </dgm:pt>
    <dgm:pt modelId="{CD6A3C03-916B-42E0-BAC2-9D517275566D}" type="pres">
      <dgm:prSet presAssocID="{39D7141A-E17D-4F36-AEBA-2E5309AB8945}" presName="rootComposite1" presStyleCnt="0"/>
      <dgm:spPr/>
    </dgm:pt>
    <dgm:pt modelId="{E2126D7B-FC2D-4C64-A415-CFBB4A259197}" type="pres">
      <dgm:prSet presAssocID="{39D7141A-E17D-4F36-AEBA-2E5309AB8945}" presName="rootText1" presStyleLbl="node0" presStyleIdx="0" presStyleCnt="1">
        <dgm:presLayoutVars>
          <dgm:chPref val="3"/>
        </dgm:presLayoutVars>
      </dgm:prSet>
      <dgm:spPr/>
    </dgm:pt>
    <dgm:pt modelId="{725BF281-0D54-42FC-AD48-A61DCAFF364A}" type="pres">
      <dgm:prSet presAssocID="{39D7141A-E17D-4F36-AEBA-2E5309AB8945}" presName="rootConnector1" presStyleLbl="node1" presStyleIdx="0" presStyleCnt="0"/>
      <dgm:spPr/>
    </dgm:pt>
    <dgm:pt modelId="{45695B28-C54B-4BB8-8FF8-00AFD4AFCFAD}" type="pres">
      <dgm:prSet presAssocID="{39D7141A-E17D-4F36-AEBA-2E5309AB8945}" presName="hierChild2" presStyleCnt="0"/>
      <dgm:spPr/>
    </dgm:pt>
    <dgm:pt modelId="{DB63680C-507D-4291-8417-61130C0515B1}" type="pres">
      <dgm:prSet presAssocID="{676A95F2-558B-48EE-B57B-1F9463C8D955}" presName="Name37" presStyleLbl="parChTrans1D2" presStyleIdx="0" presStyleCnt="5"/>
      <dgm:spPr/>
    </dgm:pt>
    <dgm:pt modelId="{3FDE4A51-3CED-4614-901F-B6B48770F06E}" type="pres">
      <dgm:prSet presAssocID="{D793F405-7577-4B49-AE3F-8FCB06CB4DEC}" presName="hierRoot2" presStyleCnt="0">
        <dgm:presLayoutVars>
          <dgm:hierBranch val="init"/>
        </dgm:presLayoutVars>
      </dgm:prSet>
      <dgm:spPr/>
    </dgm:pt>
    <dgm:pt modelId="{2FFCAD9D-0BA4-4552-ACD3-61D2CA5DCC7C}" type="pres">
      <dgm:prSet presAssocID="{D793F405-7577-4B49-AE3F-8FCB06CB4DEC}" presName="rootComposite" presStyleCnt="0"/>
      <dgm:spPr/>
    </dgm:pt>
    <dgm:pt modelId="{0BD0C4C9-A680-4202-80E2-628885934CA4}" type="pres">
      <dgm:prSet presAssocID="{D793F405-7577-4B49-AE3F-8FCB06CB4DEC}" presName="rootText" presStyleLbl="node2" presStyleIdx="0" presStyleCnt="5">
        <dgm:presLayoutVars>
          <dgm:chPref val="3"/>
        </dgm:presLayoutVars>
      </dgm:prSet>
      <dgm:spPr/>
    </dgm:pt>
    <dgm:pt modelId="{AAF28987-8487-46A1-BE5B-C02212B992EE}" type="pres">
      <dgm:prSet presAssocID="{D793F405-7577-4B49-AE3F-8FCB06CB4DEC}" presName="rootConnector" presStyleLbl="node2" presStyleIdx="0" presStyleCnt="5"/>
      <dgm:spPr/>
    </dgm:pt>
    <dgm:pt modelId="{CFE2A490-90E1-48D7-99DE-769E4990A4ED}" type="pres">
      <dgm:prSet presAssocID="{D793F405-7577-4B49-AE3F-8FCB06CB4DEC}" presName="hierChild4" presStyleCnt="0"/>
      <dgm:spPr/>
    </dgm:pt>
    <dgm:pt modelId="{6B4DCCA2-1B7B-4073-91B4-FD159FB3E6EA}" type="pres">
      <dgm:prSet presAssocID="{D793F405-7577-4B49-AE3F-8FCB06CB4DEC}" presName="hierChild5" presStyleCnt="0"/>
      <dgm:spPr/>
    </dgm:pt>
    <dgm:pt modelId="{B0C2D944-AD54-4B1F-88DD-6DECBBECDE92}" type="pres">
      <dgm:prSet presAssocID="{3D2BC439-07B5-46CA-A363-12D26158E019}" presName="Name37" presStyleLbl="parChTrans1D2" presStyleIdx="1" presStyleCnt="5"/>
      <dgm:spPr/>
    </dgm:pt>
    <dgm:pt modelId="{C15F25B1-485D-40F0-92CC-A1DB2C879B41}" type="pres">
      <dgm:prSet presAssocID="{8BC48CBF-AA78-4AE0-A8BA-47C2298951CB}" presName="hierRoot2" presStyleCnt="0">
        <dgm:presLayoutVars>
          <dgm:hierBranch val="init"/>
        </dgm:presLayoutVars>
      </dgm:prSet>
      <dgm:spPr/>
    </dgm:pt>
    <dgm:pt modelId="{5090590B-B875-4485-9CE3-360BEA1B168B}" type="pres">
      <dgm:prSet presAssocID="{8BC48CBF-AA78-4AE0-A8BA-47C2298951CB}" presName="rootComposite" presStyleCnt="0"/>
      <dgm:spPr/>
    </dgm:pt>
    <dgm:pt modelId="{7671C38A-636F-4154-B98B-A54EC16A6589}" type="pres">
      <dgm:prSet presAssocID="{8BC48CBF-AA78-4AE0-A8BA-47C2298951CB}" presName="rootText" presStyleLbl="node2" presStyleIdx="1" presStyleCnt="5">
        <dgm:presLayoutVars>
          <dgm:chPref val="3"/>
        </dgm:presLayoutVars>
      </dgm:prSet>
      <dgm:spPr/>
    </dgm:pt>
    <dgm:pt modelId="{9A8FA53E-8398-4CD7-B95A-A5E18266F544}" type="pres">
      <dgm:prSet presAssocID="{8BC48CBF-AA78-4AE0-A8BA-47C2298951CB}" presName="rootConnector" presStyleLbl="node2" presStyleIdx="1" presStyleCnt="5"/>
      <dgm:spPr/>
    </dgm:pt>
    <dgm:pt modelId="{45A161FB-E302-4F5E-B022-C15BA9E5474A}" type="pres">
      <dgm:prSet presAssocID="{8BC48CBF-AA78-4AE0-A8BA-47C2298951CB}" presName="hierChild4" presStyleCnt="0"/>
      <dgm:spPr/>
    </dgm:pt>
    <dgm:pt modelId="{4C224431-EE27-485E-BD11-F990544FF62A}" type="pres">
      <dgm:prSet presAssocID="{8BC48CBF-AA78-4AE0-A8BA-47C2298951CB}" presName="hierChild5" presStyleCnt="0"/>
      <dgm:spPr/>
    </dgm:pt>
    <dgm:pt modelId="{ACF9392C-F481-49BD-A0FB-D0F45ECBE5DC}" type="pres">
      <dgm:prSet presAssocID="{7F0C7C49-7355-49E1-9A93-A95559BA4568}" presName="Name37" presStyleLbl="parChTrans1D2" presStyleIdx="2" presStyleCnt="5"/>
      <dgm:spPr/>
    </dgm:pt>
    <dgm:pt modelId="{CC55D09F-77B5-4C71-8848-744697136A55}" type="pres">
      <dgm:prSet presAssocID="{5BF32D1A-20E4-4A77-9885-4D5F39E0C4FD}" presName="hierRoot2" presStyleCnt="0">
        <dgm:presLayoutVars>
          <dgm:hierBranch val="init"/>
        </dgm:presLayoutVars>
      </dgm:prSet>
      <dgm:spPr/>
    </dgm:pt>
    <dgm:pt modelId="{135FB308-A71F-4472-9AE1-36E47623B076}" type="pres">
      <dgm:prSet presAssocID="{5BF32D1A-20E4-4A77-9885-4D5F39E0C4FD}" presName="rootComposite" presStyleCnt="0"/>
      <dgm:spPr/>
    </dgm:pt>
    <dgm:pt modelId="{C9CC9A9F-5FC0-4C03-96FF-228F9259C30A}" type="pres">
      <dgm:prSet presAssocID="{5BF32D1A-20E4-4A77-9885-4D5F39E0C4FD}" presName="rootText" presStyleLbl="node2" presStyleIdx="2" presStyleCnt="5">
        <dgm:presLayoutVars>
          <dgm:chPref val="3"/>
        </dgm:presLayoutVars>
      </dgm:prSet>
      <dgm:spPr/>
    </dgm:pt>
    <dgm:pt modelId="{518AD1A7-678C-4288-8F0C-3AD171D52724}" type="pres">
      <dgm:prSet presAssocID="{5BF32D1A-20E4-4A77-9885-4D5F39E0C4FD}" presName="rootConnector" presStyleLbl="node2" presStyleIdx="2" presStyleCnt="5"/>
      <dgm:spPr/>
    </dgm:pt>
    <dgm:pt modelId="{7E1243CB-9376-48B7-A894-6F4B444051B0}" type="pres">
      <dgm:prSet presAssocID="{5BF32D1A-20E4-4A77-9885-4D5F39E0C4FD}" presName="hierChild4" presStyleCnt="0"/>
      <dgm:spPr/>
    </dgm:pt>
    <dgm:pt modelId="{0D58574F-45FE-4F6C-A73C-B9125B51718E}" type="pres">
      <dgm:prSet presAssocID="{5BF32D1A-20E4-4A77-9885-4D5F39E0C4FD}" presName="hierChild5" presStyleCnt="0"/>
      <dgm:spPr/>
    </dgm:pt>
    <dgm:pt modelId="{39CBDF6F-3189-459C-8603-A07B9B4987DE}" type="pres">
      <dgm:prSet presAssocID="{04FDA163-375C-4916-A2D0-330FC5CF4805}" presName="Name37" presStyleLbl="parChTrans1D2" presStyleIdx="3" presStyleCnt="5"/>
      <dgm:spPr/>
    </dgm:pt>
    <dgm:pt modelId="{3FE41A29-B3CA-46CA-8DA9-BD8D2796EB5D}" type="pres">
      <dgm:prSet presAssocID="{2C11E885-D95E-4924-8161-B04CEEE26828}" presName="hierRoot2" presStyleCnt="0">
        <dgm:presLayoutVars>
          <dgm:hierBranch val="init"/>
        </dgm:presLayoutVars>
      </dgm:prSet>
      <dgm:spPr/>
    </dgm:pt>
    <dgm:pt modelId="{60EAAFD7-1825-4046-ABF3-3FC305566577}" type="pres">
      <dgm:prSet presAssocID="{2C11E885-D95E-4924-8161-B04CEEE26828}" presName="rootComposite" presStyleCnt="0"/>
      <dgm:spPr/>
    </dgm:pt>
    <dgm:pt modelId="{7C7114B0-1E2D-4B43-9CE0-61B02D866474}" type="pres">
      <dgm:prSet presAssocID="{2C11E885-D95E-4924-8161-B04CEEE26828}" presName="rootText" presStyleLbl="node2" presStyleIdx="3" presStyleCnt="5">
        <dgm:presLayoutVars>
          <dgm:chPref val="3"/>
        </dgm:presLayoutVars>
      </dgm:prSet>
      <dgm:spPr/>
    </dgm:pt>
    <dgm:pt modelId="{4FDBFED8-C5AC-48CC-9A60-6619BDF7A4A6}" type="pres">
      <dgm:prSet presAssocID="{2C11E885-D95E-4924-8161-B04CEEE26828}" presName="rootConnector" presStyleLbl="node2" presStyleIdx="3" presStyleCnt="5"/>
      <dgm:spPr/>
    </dgm:pt>
    <dgm:pt modelId="{9D85481D-B250-44DB-B652-2768F1E733FA}" type="pres">
      <dgm:prSet presAssocID="{2C11E885-D95E-4924-8161-B04CEEE26828}" presName="hierChild4" presStyleCnt="0"/>
      <dgm:spPr/>
    </dgm:pt>
    <dgm:pt modelId="{DB626AB9-FBEF-437F-8E8F-1CAE739929E7}" type="pres">
      <dgm:prSet presAssocID="{2C11E885-D95E-4924-8161-B04CEEE26828}" presName="hierChild5" presStyleCnt="0"/>
      <dgm:spPr/>
    </dgm:pt>
    <dgm:pt modelId="{D2FD5105-BF7A-4C2E-AE5C-58A377E4A6DA}" type="pres">
      <dgm:prSet presAssocID="{EC539A53-8229-47E5-80EF-878FFE663776}" presName="Name37" presStyleLbl="parChTrans1D2" presStyleIdx="4" presStyleCnt="5"/>
      <dgm:spPr/>
    </dgm:pt>
    <dgm:pt modelId="{863723F6-8E3A-4397-BC88-DA1CC0573527}" type="pres">
      <dgm:prSet presAssocID="{9613C668-6414-42AA-88A8-B17E2C8D17BF}" presName="hierRoot2" presStyleCnt="0">
        <dgm:presLayoutVars>
          <dgm:hierBranch val="init"/>
        </dgm:presLayoutVars>
      </dgm:prSet>
      <dgm:spPr/>
    </dgm:pt>
    <dgm:pt modelId="{37189EBF-DCAB-4F6E-8043-2EF2A99CCB2D}" type="pres">
      <dgm:prSet presAssocID="{9613C668-6414-42AA-88A8-B17E2C8D17BF}" presName="rootComposite" presStyleCnt="0"/>
      <dgm:spPr/>
    </dgm:pt>
    <dgm:pt modelId="{293BB6BF-E167-4C8E-948B-E01CE429863B}" type="pres">
      <dgm:prSet presAssocID="{9613C668-6414-42AA-88A8-B17E2C8D17BF}" presName="rootText" presStyleLbl="node2" presStyleIdx="4" presStyleCnt="5">
        <dgm:presLayoutVars>
          <dgm:chPref val="3"/>
        </dgm:presLayoutVars>
      </dgm:prSet>
      <dgm:spPr/>
    </dgm:pt>
    <dgm:pt modelId="{78E3FD1A-E820-460E-B51A-DE7751B39022}" type="pres">
      <dgm:prSet presAssocID="{9613C668-6414-42AA-88A8-B17E2C8D17BF}" presName="rootConnector" presStyleLbl="node2" presStyleIdx="4" presStyleCnt="5"/>
      <dgm:spPr/>
    </dgm:pt>
    <dgm:pt modelId="{DB9F1352-0434-417A-8377-A11D0E522C0E}" type="pres">
      <dgm:prSet presAssocID="{9613C668-6414-42AA-88A8-B17E2C8D17BF}" presName="hierChild4" presStyleCnt="0"/>
      <dgm:spPr/>
    </dgm:pt>
    <dgm:pt modelId="{75098ABB-78F1-4C3F-9B26-54B2409DEBB8}" type="pres">
      <dgm:prSet presAssocID="{9613C668-6414-42AA-88A8-B17E2C8D17BF}" presName="hierChild5" presStyleCnt="0"/>
      <dgm:spPr/>
    </dgm:pt>
    <dgm:pt modelId="{9A76CDB3-6B6A-402B-BD2D-BD4EB2FC9CE6}" type="pres">
      <dgm:prSet presAssocID="{39D7141A-E17D-4F36-AEBA-2E5309AB8945}" presName="hierChild3" presStyleCnt="0"/>
      <dgm:spPr/>
    </dgm:pt>
  </dgm:ptLst>
  <dgm:cxnLst>
    <dgm:cxn modelId="{F4D00705-6932-42AF-BB3C-8AEA9BF58020}" type="presOf" srcId="{8BC48CBF-AA78-4AE0-A8BA-47C2298951CB}" destId="{7671C38A-636F-4154-B98B-A54EC16A6589}" srcOrd="0" destOrd="0" presId="urn:microsoft.com/office/officeart/2005/8/layout/orgChart1"/>
    <dgm:cxn modelId="{D87F1008-9BE9-4443-990E-7B156F22DE49}" type="presOf" srcId="{2C11E885-D95E-4924-8161-B04CEEE26828}" destId="{7C7114B0-1E2D-4B43-9CE0-61B02D866474}" srcOrd="0" destOrd="0" presId="urn:microsoft.com/office/officeart/2005/8/layout/orgChart1"/>
    <dgm:cxn modelId="{DFE17508-19FA-4D3B-AEFA-0EB35D33E005}" type="presOf" srcId="{5BF32D1A-20E4-4A77-9885-4D5F39E0C4FD}" destId="{518AD1A7-678C-4288-8F0C-3AD171D52724}" srcOrd="1" destOrd="0" presId="urn:microsoft.com/office/officeart/2005/8/layout/orgChart1"/>
    <dgm:cxn modelId="{CF926B0B-A4F1-42D8-B0B3-D85A3F335921}" type="presOf" srcId="{676A95F2-558B-48EE-B57B-1F9463C8D955}" destId="{DB63680C-507D-4291-8417-61130C0515B1}" srcOrd="0" destOrd="0" presId="urn:microsoft.com/office/officeart/2005/8/layout/orgChart1"/>
    <dgm:cxn modelId="{B66EEC13-5025-49BF-AFF9-755AEC10FC8E}" srcId="{39D7141A-E17D-4F36-AEBA-2E5309AB8945}" destId="{D793F405-7577-4B49-AE3F-8FCB06CB4DEC}" srcOrd="0" destOrd="0" parTransId="{676A95F2-558B-48EE-B57B-1F9463C8D955}" sibTransId="{07425713-5CD9-487C-99D2-EED730CFFA48}"/>
    <dgm:cxn modelId="{8A40A71E-D3CA-4BA7-A55C-C710527F58D5}" type="presOf" srcId="{39D7141A-E17D-4F36-AEBA-2E5309AB8945}" destId="{E2126D7B-FC2D-4C64-A415-CFBB4A259197}" srcOrd="0" destOrd="0" presId="urn:microsoft.com/office/officeart/2005/8/layout/orgChart1"/>
    <dgm:cxn modelId="{5D52D32F-C0A9-4ACE-9F8A-2DCBDEF1F128}" srcId="{39D7141A-E17D-4F36-AEBA-2E5309AB8945}" destId="{8BC48CBF-AA78-4AE0-A8BA-47C2298951CB}" srcOrd="1" destOrd="0" parTransId="{3D2BC439-07B5-46CA-A363-12D26158E019}" sibTransId="{C8FEF981-1E9D-49CB-8610-94362B8A0E3E}"/>
    <dgm:cxn modelId="{EC799240-F10D-4A55-8988-A3190514A437}" type="presOf" srcId="{7F0C7C49-7355-49E1-9A93-A95559BA4568}" destId="{ACF9392C-F481-49BD-A0FB-D0F45ECBE5DC}" srcOrd="0" destOrd="0" presId="urn:microsoft.com/office/officeart/2005/8/layout/orgChart1"/>
    <dgm:cxn modelId="{D5ACED4C-7234-4151-ACB0-07C538ECE6AA}" type="presOf" srcId="{04FDA163-375C-4916-A2D0-330FC5CF4805}" destId="{39CBDF6F-3189-459C-8603-A07B9B4987DE}" srcOrd="0" destOrd="0" presId="urn:microsoft.com/office/officeart/2005/8/layout/orgChart1"/>
    <dgm:cxn modelId="{99A08C50-2684-4547-859D-EEC838B94B9F}" srcId="{39D7141A-E17D-4F36-AEBA-2E5309AB8945}" destId="{5BF32D1A-20E4-4A77-9885-4D5F39E0C4FD}" srcOrd="2" destOrd="0" parTransId="{7F0C7C49-7355-49E1-9A93-A95559BA4568}" sibTransId="{F42CF201-E061-42E5-A6F3-AE5250B12034}"/>
    <dgm:cxn modelId="{265B7358-71F3-4DF9-B1F6-3634B5ACD4F5}" type="presOf" srcId="{D793F405-7577-4B49-AE3F-8FCB06CB4DEC}" destId="{AAF28987-8487-46A1-BE5B-C02212B992EE}" srcOrd="1" destOrd="0" presId="urn:microsoft.com/office/officeart/2005/8/layout/orgChart1"/>
    <dgm:cxn modelId="{72EDA471-E1B8-4445-A4B2-4D58D526AC65}" type="presOf" srcId="{8BC48CBF-AA78-4AE0-A8BA-47C2298951CB}" destId="{9A8FA53E-8398-4CD7-B95A-A5E18266F544}" srcOrd="1" destOrd="0" presId="urn:microsoft.com/office/officeart/2005/8/layout/orgChart1"/>
    <dgm:cxn modelId="{7723348D-A2F6-4460-A035-C6F4B0D44EB2}" type="presOf" srcId="{9613C668-6414-42AA-88A8-B17E2C8D17BF}" destId="{293BB6BF-E167-4C8E-948B-E01CE429863B}" srcOrd="0" destOrd="0" presId="urn:microsoft.com/office/officeart/2005/8/layout/orgChart1"/>
    <dgm:cxn modelId="{DB474297-C2CF-4F70-95C8-43142F9F6129}" type="presOf" srcId="{EC539A53-8229-47E5-80EF-878FFE663776}" destId="{D2FD5105-BF7A-4C2E-AE5C-58A377E4A6DA}" srcOrd="0" destOrd="0" presId="urn:microsoft.com/office/officeart/2005/8/layout/orgChart1"/>
    <dgm:cxn modelId="{D18BF4A1-0EDC-4B4A-9514-F12A2B901AEF}" type="presOf" srcId="{9613C668-6414-42AA-88A8-B17E2C8D17BF}" destId="{78E3FD1A-E820-460E-B51A-DE7751B39022}" srcOrd="1" destOrd="0" presId="urn:microsoft.com/office/officeart/2005/8/layout/orgChart1"/>
    <dgm:cxn modelId="{8F3F52AC-2C4F-4B6C-8CFE-28ECC2DBBFD5}" type="presOf" srcId="{5BF32D1A-20E4-4A77-9885-4D5F39E0C4FD}" destId="{C9CC9A9F-5FC0-4C03-96FF-228F9259C30A}" srcOrd="0" destOrd="0" presId="urn:microsoft.com/office/officeart/2005/8/layout/orgChart1"/>
    <dgm:cxn modelId="{965324B6-9553-4160-BA39-5821A8A99A37}" type="presOf" srcId="{3D2BC439-07B5-46CA-A363-12D26158E019}" destId="{B0C2D944-AD54-4B1F-88DD-6DECBBECDE92}" srcOrd="0" destOrd="0" presId="urn:microsoft.com/office/officeart/2005/8/layout/orgChart1"/>
    <dgm:cxn modelId="{0FEF9AC1-7BE3-4070-B955-4D6AEB84C65B}" srcId="{39D7141A-E17D-4F36-AEBA-2E5309AB8945}" destId="{2C11E885-D95E-4924-8161-B04CEEE26828}" srcOrd="3" destOrd="0" parTransId="{04FDA163-375C-4916-A2D0-330FC5CF4805}" sibTransId="{B1BDD82B-0AF7-4515-BE76-E19F8A4B64F6}"/>
    <dgm:cxn modelId="{7A727DC3-5012-46C9-93B0-171D7BF50D5D}" type="presOf" srcId="{2C11E885-D95E-4924-8161-B04CEEE26828}" destId="{4FDBFED8-C5AC-48CC-9A60-6619BDF7A4A6}" srcOrd="1" destOrd="0" presId="urn:microsoft.com/office/officeart/2005/8/layout/orgChart1"/>
    <dgm:cxn modelId="{AA2355C5-CFF5-41C0-96BE-DF0D2A3C9A3B}" type="presOf" srcId="{D793F405-7577-4B49-AE3F-8FCB06CB4DEC}" destId="{0BD0C4C9-A680-4202-80E2-628885934CA4}" srcOrd="0" destOrd="0" presId="urn:microsoft.com/office/officeart/2005/8/layout/orgChart1"/>
    <dgm:cxn modelId="{3C0565D6-885A-4334-85D3-9548C3C85580}" type="presOf" srcId="{39D7141A-E17D-4F36-AEBA-2E5309AB8945}" destId="{725BF281-0D54-42FC-AD48-A61DCAFF364A}" srcOrd="1" destOrd="0" presId="urn:microsoft.com/office/officeart/2005/8/layout/orgChart1"/>
    <dgm:cxn modelId="{4A6CD8F2-3357-42A6-AE6B-F436E994304B}" srcId="{31A349A9-5C2C-464E-B2CE-779ECED761ED}" destId="{39D7141A-E17D-4F36-AEBA-2E5309AB8945}" srcOrd="0" destOrd="0" parTransId="{4D2E5BC0-753D-43F7-A097-454F729E1EB9}" sibTransId="{C4E809FC-ADC1-4FBA-8303-04EF59FEF259}"/>
    <dgm:cxn modelId="{1C5538F9-62A1-4212-8052-1666F275852F}" type="presOf" srcId="{31A349A9-5C2C-464E-B2CE-779ECED761ED}" destId="{9570E6D6-CCC6-4F9C-82D0-8B9D3E3FF747}" srcOrd="0" destOrd="0" presId="urn:microsoft.com/office/officeart/2005/8/layout/orgChart1"/>
    <dgm:cxn modelId="{6873C2FF-F87E-476A-81D7-B1F59F6CF952}" srcId="{39D7141A-E17D-4F36-AEBA-2E5309AB8945}" destId="{9613C668-6414-42AA-88A8-B17E2C8D17BF}" srcOrd="4" destOrd="0" parTransId="{EC539A53-8229-47E5-80EF-878FFE663776}" sibTransId="{45B9B3C0-EDF1-40E6-94B9-FF310BE6431A}"/>
    <dgm:cxn modelId="{BAE4F110-D97D-4C15-A973-9B2143870F9E}" type="presParOf" srcId="{9570E6D6-CCC6-4F9C-82D0-8B9D3E3FF747}" destId="{6FA117FB-B977-48CC-B2A6-09A1F1815C5E}" srcOrd="0" destOrd="0" presId="urn:microsoft.com/office/officeart/2005/8/layout/orgChart1"/>
    <dgm:cxn modelId="{DBB736E0-CB38-44AF-8ACB-F42B69BBA2B6}" type="presParOf" srcId="{6FA117FB-B977-48CC-B2A6-09A1F1815C5E}" destId="{CD6A3C03-916B-42E0-BAC2-9D517275566D}" srcOrd="0" destOrd="0" presId="urn:microsoft.com/office/officeart/2005/8/layout/orgChart1"/>
    <dgm:cxn modelId="{E333671F-8774-4255-823D-F4518120EC04}" type="presParOf" srcId="{CD6A3C03-916B-42E0-BAC2-9D517275566D}" destId="{E2126D7B-FC2D-4C64-A415-CFBB4A259197}" srcOrd="0" destOrd="0" presId="urn:microsoft.com/office/officeart/2005/8/layout/orgChart1"/>
    <dgm:cxn modelId="{87B287CA-D06C-49FA-9306-0DCF2F20AF1D}" type="presParOf" srcId="{CD6A3C03-916B-42E0-BAC2-9D517275566D}" destId="{725BF281-0D54-42FC-AD48-A61DCAFF364A}" srcOrd="1" destOrd="0" presId="urn:microsoft.com/office/officeart/2005/8/layout/orgChart1"/>
    <dgm:cxn modelId="{75AFF11A-6841-4A6B-B8C8-44153F24F6D1}" type="presParOf" srcId="{6FA117FB-B977-48CC-B2A6-09A1F1815C5E}" destId="{45695B28-C54B-4BB8-8FF8-00AFD4AFCFAD}" srcOrd="1" destOrd="0" presId="urn:microsoft.com/office/officeart/2005/8/layout/orgChart1"/>
    <dgm:cxn modelId="{A872C75D-722C-4C52-9AAA-EEA92A741EDF}" type="presParOf" srcId="{45695B28-C54B-4BB8-8FF8-00AFD4AFCFAD}" destId="{DB63680C-507D-4291-8417-61130C0515B1}" srcOrd="0" destOrd="0" presId="urn:microsoft.com/office/officeart/2005/8/layout/orgChart1"/>
    <dgm:cxn modelId="{AC7B23C2-A67F-4923-833F-3F9C37AF6817}" type="presParOf" srcId="{45695B28-C54B-4BB8-8FF8-00AFD4AFCFAD}" destId="{3FDE4A51-3CED-4614-901F-B6B48770F06E}" srcOrd="1" destOrd="0" presId="urn:microsoft.com/office/officeart/2005/8/layout/orgChart1"/>
    <dgm:cxn modelId="{311F0459-AC34-470C-8C79-F76732A57E5B}" type="presParOf" srcId="{3FDE4A51-3CED-4614-901F-B6B48770F06E}" destId="{2FFCAD9D-0BA4-4552-ACD3-61D2CA5DCC7C}" srcOrd="0" destOrd="0" presId="urn:microsoft.com/office/officeart/2005/8/layout/orgChart1"/>
    <dgm:cxn modelId="{BA79F634-4E52-4D68-A853-6CBC74EA68D0}" type="presParOf" srcId="{2FFCAD9D-0BA4-4552-ACD3-61D2CA5DCC7C}" destId="{0BD0C4C9-A680-4202-80E2-628885934CA4}" srcOrd="0" destOrd="0" presId="urn:microsoft.com/office/officeart/2005/8/layout/orgChart1"/>
    <dgm:cxn modelId="{03BB8348-CFD6-47EE-964B-1C94A5A9AA38}" type="presParOf" srcId="{2FFCAD9D-0BA4-4552-ACD3-61D2CA5DCC7C}" destId="{AAF28987-8487-46A1-BE5B-C02212B992EE}" srcOrd="1" destOrd="0" presId="urn:microsoft.com/office/officeart/2005/8/layout/orgChart1"/>
    <dgm:cxn modelId="{BE9B060E-153E-4739-A23C-68C7FAC922FD}" type="presParOf" srcId="{3FDE4A51-3CED-4614-901F-B6B48770F06E}" destId="{CFE2A490-90E1-48D7-99DE-769E4990A4ED}" srcOrd="1" destOrd="0" presId="urn:microsoft.com/office/officeart/2005/8/layout/orgChart1"/>
    <dgm:cxn modelId="{434ADB78-7084-48AA-BAFD-1B99016F894B}" type="presParOf" srcId="{3FDE4A51-3CED-4614-901F-B6B48770F06E}" destId="{6B4DCCA2-1B7B-4073-91B4-FD159FB3E6EA}" srcOrd="2" destOrd="0" presId="urn:microsoft.com/office/officeart/2005/8/layout/orgChart1"/>
    <dgm:cxn modelId="{14A25A6B-4BE2-4FEE-BB3C-C7EBE8B1B015}" type="presParOf" srcId="{45695B28-C54B-4BB8-8FF8-00AFD4AFCFAD}" destId="{B0C2D944-AD54-4B1F-88DD-6DECBBECDE92}" srcOrd="2" destOrd="0" presId="urn:microsoft.com/office/officeart/2005/8/layout/orgChart1"/>
    <dgm:cxn modelId="{63F286CC-5ADF-4E62-88C3-32CCD5049126}" type="presParOf" srcId="{45695B28-C54B-4BB8-8FF8-00AFD4AFCFAD}" destId="{C15F25B1-485D-40F0-92CC-A1DB2C879B41}" srcOrd="3" destOrd="0" presId="urn:microsoft.com/office/officeart/2005/8/layout/orgChart1"/>
    <dgm:cxn modelId="{0D4C3E1E-C8E9-4257-B42E-9CB2BE5F428C}" type="presParOf" srcId="{C15F25B1-485D-40F0-92CC-A1DB2C879B41}" destId="{5090590B-B875-4485-9CE3-360BEA1B168B}" srcOrd="0" destOrd="0" presId="urn:microsoft.com/office/officeart/2005/8/layout/orgChart1"/>
    <dgm:cxn modelId="{5C8A75EE-E8B8-423D-80B3-FF326351760B}" type="presParOf" srcId="{5090590B-B875-4485-9CE3-360BEA1B168B}" destId="{7671C38A-636F-4154-B98B-A54EC16A6589}" srcOrd="0" destOrd="0" presId="urn:microsoft.com/office/officeart/2005/8/layout/orgChart1"/>
    <dgm:cxn modelId="{67A803C9-6541-46F9-855E-FB9886F772D4}" type="presParOf" srcId="{5090590B-B875-4485-9CE3-360BEA1B168B}" destId="{9A8FA53E-8398-4CD7-B95A-A5E18266F544}" srcOrd="1" destOrd="0" presId="urn:microsoft.com/office/officeart/2005/8/layout/orgChart1"/>
    <dgm:cxn modelId="{B60E2906-2F2E-476D-B577-5ABB75EF11BD}" type="presParOf" srcId="{C15F25B1-485D-40F0-92CC-A1DB2C879B41}" destId="{45A161FB-E302-4F5E-B022-C15BA9E5474A}" srcOrd="1" destOrd="0" presId="urn:microsoft.com/office/officeart/2005/8/layout/orgChart1"/>
    <dgm:cxn modelId="{4DA77927-0C73-4F78-B995-1E31D912B590}" type="presParOf" srcId="{C15F25B1-485D-40F0-92CC-A1DB2C879B41}" destId="{4C224431-EE27-485E-BD11-F990544FF62A}" srcOrd="2" destOrd="0" presId="urn:microsoft.com/office/officeart/2005/8/layout/orgChart1"/>
    <dgm:cxn modelId="{2E54A3C0-6F29-4F8B-8515-1A7C57163C59}" type="presParOf" srcId="{45695B28-C54B-4BB8-8FF8-00AFD4AFCFAD}" destId="{ACF9392C-F481-49BD-A0FB-D0F45ECBE5DC}" srcOrd="4" destOrd="0" presId="urn:microsoft.com/office/officeart/2005/8/layout/orgChart1"/>
    <dgm:cxn modelId="{AF66404F-9407-4B53-8F72-9D3F3B6802DD}" type="presParOf" srcId="{45695B28-C54B-4BB8-8FF8-00AFD4AFCFAD}" destId="{CC55D09F-77B5-4C71-8848-744697136A55}" srcOrd="5" destOrd="0" presId="urn:microsoft.com/office/officeart/2005/8/layout/orgChart1"/>
    <dgm:cxn modelId="{EC2762D8-1DAA-4BE4-A5A6-C17E095FC765}" type="presParOf" srcId="{CC55D09F-77B5-4C71-8848-744697136A55}" destId="{135FB308-A71F-4472-9AE1-36E47623B076}" srcOrd="0" destOrd="0" presId="urn:microsoft.com/office/officeart/2005/8/layout/orgChart1"/>
    <dgm:cxn modelId="{10CCB462-F7BA-48F0-8E54-B4763CD20D37}" type="presParOf" srcId="{135FB308-A71F-4472-9AE1-36E47623B076}" destId="{C9CC9A9F-5FC0-4C03-96FF-228F9259C30A}" srcOrd="0" destOrd="0" presId="urn:microsoft.com/office/officeart/2005/8/layout/orgChart1"/>
    <dgm:cxn modelId="{02C1DFB8-B3F6-4F6D-A84D-E707C0C5B4AE}" type="presParOf" srcId="{135FB308-A71F-4472-9AE1-36E47623B076}" destId="{518AD1A7-678C-4288-8F0C-3AD171D52724}" srcOrd="1" destOrd="0" presId="urn:microsoft.com/office/officeart/2005/8/layout/orgChart1"/>
    <dgm:cxn modelId="{F809F596-2937-4C3D-BAF7-22C1BEF836EB}" type="presParOf" srcId="{CC55D09F-77B5-4C71-8848-744697136A55}" destId="{7E1243CB-9376-48B7-A894-6F4B444051B0}" srcOrd="1" destOrd="0" presId="urn:microsoft.com/office/officeart/2005/8/layout/orgChart1"/>
    <dgm:cxn modelId="{1AD7CA3F-8917-46C1-A621-BE75560A78E4}" type="presParOf" srcId="{CC55D09F-77B5-4C71-8848-744697136A55}" destId="{0D58574F-45FE-4F6C-A73C-B9125B51718E}" srcOrd="2" destOrd="0" presId="urn:microsoft.com/office/officeart/2005/8/layout/orgChart1"/>
    <dgm:cxn modelId="{C8C91D96-5F1A-4620-9889-904C6AA4D685}" type="presParOf" srcId="{45695B28-C54B-4BB8-8FF8-00AFD4AFCFAD}" destId="{39CBDF6F-3189-459C-8603-A07B9B4987DE}" srcOrd="6" destOrd="0" presId="urn:microsoft.com/office/officeart/2005/8/layout/orgChart1"/>
    <dgm:cxn modelId="{4D590EE5-1CB1-443D-9225-30AB60A6E039}" type="presParOf" srcId="{45695B28-C54B-4BB8-8FF8-00AFD4AFCFAD}" destId="{3FE41A29-B3CA-46CA-8DA9-BD8D2796EB5D}" srcOrd="7" destOrd="0" presId="urn:microsoft.com/office/officeart/2005/8/layout/orgChart1"/>
    <dgm:cxn modelId="{63B1C251-512D-46A3-A10B-CD5F3F67F68E}" type="presParOf" srcId="{3FE41A29-B3CA-46CA-8DA9-BD8D2796EB5D}" destId="{60EAAFD7-1825-4046-ABF3-3FC305566577}" srcOrd="0" destOrd="0" presId="urn:microsoft.com/office/officeart/2005/8/layout/orgChart1"/>
    <dgm:cxn modelId="{6741AA6A-E179-466B-BC37-08C71B1D125F}" type="presParOf" srcId="{60EAAFD7-1825-4046-ABF3-3FC305566577}" destId="{7C7114B0-1E2D-4B43-9CE0-61B02D866474}" srcOrd="0" destOrd="0" presId="urn:microsoft.com/office/officeart/2005/8/layout/orgChart1"/>
    <dgm:cxn modelId="{EE2DCE29-9589-4DE9-BF36-12FBABB9948E}" type="presParOf" srcId="{60EAAFD7-1825-4046-ABF3-3FC305566577}" destId="{4FDBFED8-C5AC-48CC-9A60-6619BDF7A4A6}" srcOrd="1" destOrd="0" presId="urn:microsoft.com/office/officeart/2005/8/layout/orgChart1"/>
    <dgm:cxn modelId="{8F458E33-AA51-4BA0-9D76-27F45CED40FB}" type="presParOf" srcId="{3FE41A29-B3CA-46CA-8DA9-BD8D2796EB5D}" destId="{9D85481D-B250-44DB-B652-2768F1E733FA}" srcOrd="1" destOrd="0" presId="urn:microsoft.com/office/officeart/2005/8/layout/orgChart1"/>
    <dgm:cxn modelId="{AC98BD5B-F513-4EB3-A161-6911C79F3038}" type="presParOf" srcId="{3FE41A29-B3CA-46CA-8DA9-BD8D2796EB5D}" destId="{DB626AB9-FBEF-437F-8E8F-1CAE739929E7}" srcOrd="2" destOrd="0" presId="urn:microsoft.com/office/officeart/2005/8/layout/orgChart1"/>
    <dgm:cxn modelId="{09A5204F-D6B2-4505-BCA4-6868EF5F801B}" type="presParOf" srcId="{45695B28-C54B-4BB8-8FF8-00AFD4AFCFAD}" destId="{D2FD5105-BF7A-4C2E-AE5C-58A377E4A6DA}" srcOrd="8" destOrd="0" presId="urn:microsoft.com/office/officeart/2005/8/layout/orgChart1"/>
    <dgm:cxn modelId="{00D50F22-6A28-4CD3-A207-155108D8FF5C}" type="presParOf" srcId="{45695B28-C54B-4BB8-8FF8-00AFD4AFCFAD}" destId="{863723F6-8E3A-4397-BC88-DA1CC0573527}" srcOrd="9" destOrd="0" presId="urn:microsoft.com/office/officeart/2005/8/layout/orgChart1"/>
    <dgm:cxn modelId="{42FD0832-C9B9-4AA5-99F6-0E2BB99CE27D}" type="presParOf" srcId="{863723F6-8E3A-4397-BC88-DA1CC0573527}" destId="{37189EBF-DCAB-4F6E-8043-2EF2A99CCB2D}" srcOrd="0" destOrd="0" presId="urn:microsoft.com/office/officeart/2005/8/layout/orgChart1"/>
    <dgm:cxn modelId="{DBDA9D99-F901-4758-AE37-B442CECCF51A}" type="presParOf" srcId="{37189EBF-DCAB-4F6E-8043-2EF2A99CCB2D}" destId="{293BB6BF-E167-4C8E-948B-E01CE429863B}" srcOrd="0" destOrd="0" presId="urn:microsoft.com/office/officeart/2005/8/layout/orgChart1"/>
    <dgm:cxn modelId="{0293C0FF-02CA-4625-BD93-65871E01B9A1}" type="presParOf" srcId="{37189EBF-DCAB-4F6E-8043-2EF2A99CCB2D}" destId="{78E3FD1A-E820-460E-B51A-DE7751B39022}" srcOrd="1" destOrd="0" presId="urn:microsoft.com/office/officeart/2005/8/layout/orgChart1"/>
    <dgm:cxn modelId="{C541BF3D-95B1-4615-8A14-AAC01DA6F916}" type="presParOf" srcId="{863723F6-8E3A-4397-BC88-DA1CC0573527}" destId="{DB9F1352-0434-417A-8377-A11D0E522C0E}" srcOrd="1" destOrd="0" presId="urn:microsoft.com/office/officeart/2005/8/layout/orgChart1"/>
    <dgm:cxn modelId="{4191A8E6-95F7-45A0-8377-3A23CB72EF5B}" type="presParOf" srcId="{863723F6-8E3A-4397-BC88-DA1CC0573527}" destId="{75098ABB-78F1-4C3F-9B26-54B2409DEBB8}" srcOrd="2" destOrd="0" presId="urn:microsoft.com/office/officeart/2005/8/layout/orgChart1"/>
    <dgm:cxn modelId="{65BD6534-F6DA-4275-9C52-009375ACA41D}" type="presParOf" srcId="{6FA117FB-B977-48CC-B2A6-09A1F1815C5E}" destId="{9A76CDB3-6B6A-402B-BD2D-BD4EB2FC9CE6}"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1C27FC2-9411-4EB6-9112-8D4E345678D5}" type="doc">
      <dgm:prSet loTypeId="urn:microsoft.com/office/officeart/2005/8/layout/orgChart1" loCatId="hierarchy" qsTypeId="urn:microsoft.com/office/officeart/2005/8/quickstyle/simple1" qsCatId="simple" csTypeId="urn:microsoft.com/office/officeart/2005/8/colors/colorful5" csCatId="colorful" phldr="1"/>
      <dgm:spPr/>
      <dgm:t>
        <a:bodyPr/>
        <a:lstStyle/>
        <a:p>
          <a:endParaRPr lang="es-ES"/>
        </a:p>
      </dgm:t>
    </dgm:pt>
    <dgm:pt modelId="{A57CEB00-462B-4BEC-9B08-1B08C6DBBD96}">
      <dgm:prSet phldrT="[Texto]" custT="1"/>
      <dgm:spPr/>
      <dgm:t>
        <a:bodyPr/>
        <a:lstStyle/>
        <a:p>
          <a:r>
            <a:rPr lang="es-ES" sz="1400"/>
            <a:t>Outlook</a:t>
          </a:r>
          <a:endParaRPr lang="es-ES" sz="1400" dirty="0"/>
        </a:p>
      </dgm:t>
    </dgm:pt>
    <dgm:pt modelId="{C65E929E-D3EB-4B92-BEF7-CF6795C9BAF0}" type="parTrans" cxnId="{15F7A12A-9FAE-4934-BD16-7A6157E86C4F}">
      <dgm:prSet/>
      <dgm:spPr/>
      <dgm:t>
        <a:bodyPr/>
        <a:lstStyle/>
        <a:p>
          <a:endParaRPr lang="es-ES" sz="1100"/>
        </a:p>
      </dgm:t>
    </dgm:pt>
    <dgm:pt modelId="{4C266106-1058-4178-B49E-D7F70B094841}" type="sibTrans" cxnId="{15F7A12A-9FAE-4934-BD16-7A6157E86C4F}">
      <dgm:prSet/>
      <dgm:spPr/>
      <dgm:t>
        <a:bodyPr/>
        <a:lstStyle/>
        <a:p>
          <a:endParaRPr lang="es-ES" sz="1100"/>
        </a:p>
      </dgm:t>
    </dgm:pt>
    <dgm:pt modelId="{01DEE27B-EBFE-444F-B2C8-A628326B363B}">
      <dgm:prSet phldrT="[Texto]" custT="1"/>
      <dgm:spPr/>
      <dgm:t>
        <a:bodyPr/>
        <a:lstStyle/>
        <a:p>
          <a:r>
            <a:rPr lang="es-ES" sz="1400" dirty="0"/>
            <a:t>Play Golf</a:t>
          </a:r>
        </a:p>
        <a:p>
          <a:r>
            <a:rPr lang="es-ES" sz="1400" dirty="0"/>
            <a:t>Yes: 2 , No: 2 </a:t>
          </a:r>
        </a:p>
      </dgm:t>
    </dgm:pt>
    <dgm:pt modelId="{840AE2B4-E850-44EB-A3D6-ACE668862ED3}" type="parTrans" cxnId="{C50041CA-C9C3-4F8D-9745-D1D285D9B44B}">
      <dgm:prSet/>
      <dgm:spPr/>
      <dgm:t>
        <a:bodyPr/>
        <a:lstStyle/>
        <a:p>
          <a:endParaRPr lang="es-ES" sz="1100"/>
        </a:p>
      </dgm:t>
    </dgm:pt>
    <dgm:pt modelId="{BA110E2E-2ACB-4F1E-AB96-F2004C3CF0FB}" type="sibTrans" cxnId="{C50041CA-C9C3-4F8D-9745-D1D285D9B44B}">
      <dgm:prSet/>
      <dgm:spPr/>
      <dgm:t>
        <a:bodyPr/>
        <a:lstStyle/>
        <a:p>
          <a:endParaRPr lang="es-ES" sz="1100"/>
        </a:p>
      </dgm:t>
    </dgm:pt>
    <dgm:pt modelId="{A3E8E260-F82D-4845-8701-7BCEAB82091F}">
      <dgm:prSet phldrT="[Texto]" custT="1"/>
      <dgm:spPr/>
      <dgm:t>
        <a:bodyPr/>
        <a:lstStyle/>
        <a:p>
          <a:r>
            <a:rPr lang="es-ES" sz="1400" dirty="0"/>
            <a:t>Play Golf</a:t>
          </a:r>
        </a:p>
        <a:p>
          <a:r>
            <a:rPr lang="es-ES" sz="1400" dirty="0"/>
            <a:t>Yes: 4 , No: 0 </a:t>
          </a:r>
        </a:p>
      </dgm:t>
    </dgm:pt>
    <dgm:pt modelId="{31E19B6A-428A-4353-9404-0662B81A443A}" type="parTrans" cxnId="{87AB9F95-CD2A-4519-848F-178BCB379E4E}">
      <dgm:prSet/>
      <dgm:spPr/>
      <dgm:t>
        <a:bodyPr/>
        <a:lstStyle/>
        <a:p>
          <a:endParaRPr lang="es-ES" sz="1100"/>
        </a:p>
      </dgm:t>
    </dgm:pt>
    <dgm:pt modelId="{E9BD90B5-CD4A-4D3D-AC03-6EDC920B12D7}" type="sibTrans" cxnId="{87AB9F95-CD2A-4519-848F-178BCB379E4E}">
      <dgm:prSet/>
      <dgm:spPr/>
      <dgm:t>
        <a:bodyPr/>
        <a:lstStyle/>
        <a:p>
          <a:endParaRPr lang="es-ES" sz="1100"/>
        </a:p>
      </dgm:t>
    </dgm:pt>
    <dgm:pt modelId="{F231CAD4-F337-40E7-ABE2-62872578BF78}">
      <dgm:prSet/>
      <dgm:spPr/>
      <dgm:t>
        <a:bodyPr/>
        <a:lstStyle/>
        <a:p>
          <a:r>
            <a:rPr lang="es-ES" dirty="0"/>
            <a:t>Play Golf</a:t>
          </a:r>
        </a:p>
        <a:p>
          <a:r>
            <a:rPr lang="es-ES" dirty="0"/>
            <a:t>Yes: 2, No: 3 </a:t>
          </a:r>
        </a:p>
      </dgm:t>
    </dgm:pt>
    <dgm:pt modelId="{AA6F2C6A-12AB-49DC-B2C5-FBCA80169911}" type="parTrans" cxnId="{A5DDF46F-3186-45A9-89AC-2D395923B1AF}">
      <dgm:prSet/>
      <dgm:spPr/>
      <dgm:t>
        <a:bodyPr/>
        <a:lstStyle/>
        <a:p>
          <a:endParaRPr lang="es-ES"/>
        </a:p>
      </dgm:t>
    </dgm:pt>
    <dgm:pt modelId="{F45C335A-DA5E-4620-AD39-FA5E37CA53FD}" type="sibTrans" cxnId="{A5DDF46F-3186-45A9-89AC-2D395923B1AF}">
      <dgm:prSet/>
      <dgm:spPr/>
      <dgm:t>
        <a:bodyPr/>
        <a:lstStyle/>
        <a:p>
          <a:endParaRPr lang="es-ES"/>
        </a:p>
      </dgm:t>
    </dgm:pt>
    <dgm:pt modelId="{14BA0840-4D7B-4127-89BF-DB142B89CD05}" type="pres">
      <dgm:prSet presAssocID="{D1C27FC2-9411-4EB6-9112-8D4E345678D5}" presName="hierChild1" presStyleCnt="0">
        <dgm:presLayoutVars>
          <dgm:orgChart val="1"/>
          <dgm:chPref val="1"/>
          <dgm:dir/>
          <dgm:animOne val="branch"/>
          <dgm:animLvl val="lvl"/>
          <dgm:resizeHandles/>
        </dgm:presLayoutVars>
      </dgm:prSet>
      <dgm:spPr/>
    </dgm:pt>
    <dgm:pt modelId="{B459B1FE-5C49-42D5-9E17-0A94B8312A40}" type="pres">
      <dgm:prSet presAssocID="{A57CEB00-462B-4BEC-9B08-1B08C6DBBD96}" presName="hierRoot1" presStyleCnt="0">
        <dgm:presLayoutVars>
          <dgm:hierBranch val="init"/>
        </dgm:presLayoutVars>
      </dgm:prSet>
      <dgm:spPr/>
    </dgm:pt>
    <dgm:pt modelId="{38C197E2-7F45-4075-BB4A-AE6F229C08AA}" type="pres">
      <dgm:prSet presAssocID="{A57CEB00-462B-4BEC-9B08-1B08C6DBBD96}" presName="rootComposite1" presStyleCnt="0"/>
      <dgm:spPr/>
    </dgm:pt>
    <dgm:pt modelId="{533E74F6-4967-450C-8E8B-CC88DD874680}" type="pres">
      <dgm:prSet presAssocID="{A57CEB00-462B-4BEC-9B08-1B08C6DBBD96}" presName="rootText1" presStyleLbl="node0" presStyleIdx="0" presStyleCnt="1">
        <dgm:presLayoutVars>
          <dgm:chPref val="3"/>
        </dgm:presLayoutVars>
      </dgm:prSet>
      <dgm:spPr/>
    </dgm:pt>
    <dgm:pt modelId="{7359F82D-EC09-4ECF-A0AE-6DEBB238C3FA}" type="pres">
      <dgm:prSet presAssocID="{A57CEB00-462B-4BEC-9B08-1B08C6DBBD96}" presName="rootConnector1" presStyleLbl="node1" presStyleIdx="0" presStyleCnt="0"/>
      <dgm:spPr/>
    </dgm:pt>
    <dgm:pt modelId="{F6891A34-EE9D-4743-B4C8-22BC3F0AF20E}" type="pres">
      <dgm:prSet presAssocID="{A57CEB00-462B-4BEC-9B08-1B08C6DBBD96}" presName="hierChild2" presStyleCnt="0"/>
      <dgm:spPr/>
    </dgm:pt>
    <dgm:pt modelId="{3693499D-2A6C-4FC5-B517-58CB81CA30B0}" type="pres">
      <dgm:prSet presAssocID="{840AE2B4-E850-44EB-A3D6-ACE668862ED3}" presName="Name37" presStyleLbl="parChTrans1D2" presStyleIdx="0" presStyleCnt="3"/>
      <dgm:spPr/>
    </dgm:pt>
    <dgm:pt modelId="{EF339924-E3FE-45FC-BA29-820D255E1017}" type="pres">
      <dgm:prSet presAssocID="{01DEE27B-EBFE-444F-B2C8-A628326B363B}" presName="hierRoot2" presStyleCnt="0">
        <dgm:presLayoutVars>
          <dgm:hierBranch val="hang"/>
        </dgm:presLayoutVars>
      </dgm:prSet>
      <dgm:spPr/>
    </dgm:pt>
    <dgm:pt modelId="{3A988D2B-E8BD-41A8-BFC6-0BE479E355EA}" type="pres">
      <dgm:prSet presAssocID="{01DEE27B-EBFE-444F-B2C8-A628326B363B}" presName="rootComposite" presStyleCnt="0"/>
      <dgm:spPr/>
    </dgm:pt>
    <dgm:pt modelId="{354C9D72-4E75-4518-89AD-2C5760B92664}" type="pres">
      <dgm:prSet presAssocID="{01DEE27B-EBFE-444F-B2C8-A628326B363B}" presName="rootText" presStyleLbl="node2" presStyleIdx="0" presStyleCnt="3" custLinFactNeighborX="-53" custLinFactNeighborY="18718">
        <dgm:presLayoutVars>
          <dgm:chPref val="3"/>
        </dgm:presLayoutVars>
      </dgm:prSet>
      <dgm:spPr/>
    </dgm:pt>
    <dgm:pt modelId="{844124FC-7585-4766-9F65-6B9661F58531}" type="pres">
      <dgm:prSet presAssocID="{01DEE27B-EBFE-444F-B2C8-A628326B363B}" presName="rootConnector" presStyleLbl="node2" presStyleIdx="0" presStyleCnt="3"/>
      <dgm:spPr/>
    </dgm:pt>
    <dgm:pt modelId="{1D24F57B-84E2-4C55-96CF-E942F12542BE}" type="pres">
      <dgm:prSet presAssocID="{01DEE27B-EBFE-444F-B2C8-A628326B363B}" presName="hierChild4" presStyleCnt="0"/>
      <dgm:spPr/>
    </dgm:pt>
    <dgm:pt modelId="{DEF06F7E-4360-433E-A9ED-1E550B6D5318}" type="pres">
      <dgm:prSet presAssocID="{01DEE27B-EBFE-444F-B2C8-A628326B363B}" presName="hierChild5" presStyleCnt="0"/>
      <dgm:spPr/>
    </dgm:pt>
    <dgm:pt modelId="{5F7A0FDA-E683-4399-B37F-0495B2FE3E7D}" type="pres">
      <dgm:prSet presAssocID="{31E19B6A-428A-4353-9404-0662B81A443A}" presName="Name37" presStyleLbl="parChTrans1D2" presStyleIdx="1" presStyleCnt="3"/>
      <dgm:spPr/>
    </dgm:pt>
    <dgm:pt modelId="{9DAB9387-7BE8-4BE5-A9B9-6C4A06D477C9}" type="pres">
      <dgm:prSet presAssocID="{A3E8E260-F82D-4845-8701-7BCEAB82091F}" presName="hierRoot2" presStyleCnt="0">
        <dgm:presLayoutVars>
          <dgm:hierBranch val="hang"/>
        </dgm:presLayoutVars>
      </dgm:prSet>
      <dgm:spPr/>
    </dgm:pt>
    <dgm:pt modelId="{7DDA8866-AB00-46B8-9A22-E32B95D14397}" type="pres">
      <dgm:prSet presAssocID="{A3E8E260-F82D-4845-8701-7BCEAB82091F}" presName="rootComposite" presStyleCnt="0"/>
      <dgm:spPr/>
    </dgm:pt>
    <dgm:pt modelId="{E581254F-E7E7-4A9E-B5ED-6F6A69A214CD}" type="pres">
      <dgm:prSet presAssocID="{A3E8E260-F82D-4845-8701-7BCEAB82091F}" presName="rootText" presStyleLbl="node2" presStyleIdx="1" presStyleCnt="3" custLinFactNeighborX="-618" custLinFactNeighborY="18553">
        <dgm:presLayoutVars>
          <dgm:chPref val="3"/>
        </dgm:presLayoutVars>
      </dgm:prSet>
      <dgm:spPr/>
    </dgm:pt>
    <dgm:pt modelId="{E388BBA6-6CE5-48E4-82D7-5C0C7910554C}" type="pres">
      <dgm:prSet presAssocID="{A3E8E260-F82D-4845-8701-7BCEAB82091F}" presName="rootConnector" presStyleLbl="node2" presStyleIdx="1" presStyleCnt="3"/>
      <dgm:spPr/>
    </dgm:pt>
    <dgm:pt modelId="{748AF781-8144-411B-980F-68109CF8E08C}" type="pres">
      <dgm:prSet presAssocID="{A3E8E260-F82D-4845-8701-7BCEAB82091F}" presName="hierChild4" presStyleCnt="0"/>
      <dgm:spPr/>
    </dgm:pt>
    <dgm:pt modelId="{C16581AB-EA60-4263-8A04-0729EF0C5E03}" type="pres">
      <dgm:prSet presAssocID="{A3E8E260-F82D-4845-8701-7BCEAB82091F}" presName="hierChild5" presStyleCnt="0"/>
      <dgm:spPr/>
    </dgm:pt>
    <dgm:pt modelId="{D4D52125-75E5-40EB-B96D-FDE281DF3C66}" type="pres">
      <dgm:prSet presAssocID="{AA6F2C6A-12AB-49DC-B2C5-FBCA80169911}" presName="Name37" presStyleLbl="parChTrans1D2" presStyleIdx="2" presStyleCnt="3"/>
      <dgm:spPr/>
    </dgm:pt>
    <dgm:pt modelId="{6D546FB2-4BFB-4D5F-B004-4D96E51C652F}" type="pres">
      <dgm:prSet presAssocID="{F231CAD4-F337-40E7-ABE2-62872578BF78}" presName="hierRoot2" presStyleCnt="0">
        <dgm:presLayoutVars>
          <dgm:hierBranch val="init"/>
        </dgm:presLayoutVars>
      </dgm:prSet>
      <dgm:spPr/>
    </dgm:pt>
    <dgm:pt modelId="{5525C282-7D1E-4EC3-8AD8-B2966F6ED3B7}" type="pres">
      <dgm:prSet presAssocID="{F231CAD4-F337-40E7-ABE2-62872578BF78}" presName="rootComposite" presStyleCnt="0"/>
      <dgm:spPr/>
    </dgm:pt>
    <dgm:pt modelId="{1AD5E1C9-BD20-463E-A815-D0748984A7BD}" type="pres">
      <dgm:prSet presAssocID="{F231CAD4-F337-40E7-ABE2-62872578BF78}" presName="rootText" presStyleLbl="node2" presStyleIdx="2" presStyleCnt="3" custLinFactNeighborX="2275" custLinFactNeighborY="18202">
        <dgm:presLayoutVars>
          <dgm:chPref val="3"/>
        </dgm:presLayoutVars>
      </dgm:prSet>
      <dgm:spPr/>
    </dgm:pt>
    <dgm:pt modelId="{E0FCAE28-360E-4760-9F05-ED9D68A6051D}" type="pres">
      <dgm:prSet presAssocID="{F231CAD4-F337-40E7-ABE2-62872578BF78}" presName="rootConnector" presStyleLbl="node2" presStyleIdx="2" presStyleCnt="3"/>
      <dgm:spPr/>
    </dgm:pt>
    <dgm:pt modelId="{7B49E62A-5304-476C-8D35-517E0C7861E2}" type="pres">
      <dgm:prSet presAssocID="{F231CAD4-F337-40E7-ABE2-62872578BF78}" presName="hierChild4" presStyleCnt="0"/>
      <dgm:spPr/>
    </dgm:pt>
    <dgm:pt modelId="{F678645D-0ACB-4BDC-834F-B8BFA5D8FE7C}" type="pres">
      <dgm:prSet presAssocID="{F231CAD4-F337-40E7-ABE2-62872578BF78}" presName="hierChild5" presStyleCnt="0"/>
      <dgm:spPr/>
    </dgm:pt>
    <dgm:pt modelId="{2B44F9BF-B339-4AC9-A11E-65037D8A0CB1}" type="pres">
      <dgm:prSet presAssocID="{A57CEB00-462B-4BEC-9B08-1B08C6DBBD96}" presName="hierChild3" presStyleCnt="0"/>
      <dgm:spPr/>
    </dgm:pt>
  </dgm:ptLst>
  <dgm:cxnLst>
    <dgm:cxn modelId="{2B14DA0D-3784-4106-B765-70737ED5ABB9}" type="presOf" srcId="{01DEE27B-EBFE-444F-B2C8-A628326B363B}" destId="{354C9D72-4E75-4518-89AD-2C5760B92664}" srcOrd="0" destOrd="0" presId="urn:microsoft.com/office/officeart/2005/8/layout/orgChart1"/>
    <dgm:cxn modelId="{15F7A12A-9FAE-4934-BD16-7A6157E86C4F}" srcId="{D1C27FC2-9411-4EB6-9112-8D4E345678D5}" destId="{A57CEB00-462B-4BEC-9B08-1B08C6DBBD96}" srcOrd="0" destOrd="0" parTransId="{C65E929E-D3EB-4B92-BEF7-CF6795C9BAF0}" sibTransId="{4C266106-1058-4178-B49E-D7F70B094841}"/>
    <dgm:cxn modelId="{8A053D3F-51AC-4E1B-BE08-42A325F60CBD}" type="presOf" srcId="{A57CEB00-462B-4BEC-9B08-1B08C6DBBD96}" destId="{7359F82D-EC09-4ECF-A0AE-6DEBB238C3FA}" srcOrd="1" destOrd="0" presId="urn:microsoft.com/office/officeart/2005/8/layout/orgChart1"/>
    <dgm:cxn modelId="{5FDE0240-8131-4A96-AE18-DB069C9D44EF}" type="presOf" srcId="{F231CAD4-F337-40E7-ABE2-62872578BF78}" destId="{1AD5E1C9-BD20-463E-A815-D0748984A7BD}" srcOrd="0" destOrd="0" presId="urn:microsoft.com/office/officeart/2005/8/layout/orgChart1"/>
    <dgm:cxn modelId="{6CF4E840-AEC2-4BE2-8768-BAFAB06311F5}" type="presOf" srcId="{A57CEB00-462B-4BEC-9B08-1B08C6DBBD96}" destId="{533E74F6-4967-450C-8E8B-CC88DD874680}" srcOrd="0" destOrd="0" presId="urn:microsoft.com/office/officeart/2005/8/layout/orgChart1"/>
    <dgm:cxn modelId="{504A4F50-3072-4CA3-8E42-3A3F2F5915AD}" type="presOf" srcId="{AA6F2C6A-12AB-49DC-B2C5-FBCA80169911}" destId="{D4D52125-75E5-40EB-B96D-FDE281DF3C66}" srcOrd="0" destOrd="0" presId="urn:microsoft.com/office/officeart/2005/8/layout/orgChart1"/>
    <dgm:cxn modelId="{70AE4D5B-585F-4C92-93EA-EC77CB0CFC45}" type="presOf" srcId="{F231CAD4-F337-40E7-ABE2-62872578BF78}" destId="{E0FCAE28-360E-4760-9F05-ED9D68A6051D}" srcOrd="1" destOrd="0" presId="urn:microsoft.com/office/officeart/2005/8/layout/orgChart1"/>
    <dgm:cxn modelId="{3A651468-F282-497D-89FE-59ABE7DB83F4}" type="presOf" srcId="{A3E8E260-F82D-4845-8701-7BCEAB82091F}" destId="{E581254F-E7E7-4A9E-B5ED-6F6A69A214CD}" srcOrd="0" destOrd="0" presId="urn:microsoft.com/office/officeart/2005/8/layout/orgChart1"/>
    <dgm:cxn modelId="{A5DDF46F-3186-45A9-89AC-2D395923B1AF}" srcId="{A57CEB00-462B-4BEC-9B08-1B08C6DBBD96}" destId="{F231CAD4-F337-40E7-ABE2-62872578BF78}" srcOrd="2" destOrd="0" parTransId="{AA6F2C6A-12AB-49DC-B2C5-FBCA80169911}" sibTransId="{F45C335A-DA5E-4620-AD39-FA5E37CA53FD}"/>
    <dgm:cxn modelId="{5296D885-A7B1-4259-ACCE-B1B419E3E0C2}" type="presOf" srcId="{01DEE27B-EBFE-444F-B2C8-A628326B363B}" destId="{844124FC-7585-4766-9F65-6B9661F58531}" srcOrd="1" destOrd="0" presId="urn:microsoft.com/office/officeart/2005/8/layout/orgChart1"/>
    <dgm:cxn modelId="{87AB9F95-CD2A-4519-848F-178BCB379E4E}" srcId="{A57CEB00-462B-4BEC-9B08-1B08C6DBBD96}" destId="{A3E8E260-F82D-4845-8701-7BCEAB82091F}" srcOrd="1" destOrd="0" parTransId="{31E19B6A-428A-4353-9404-0662B81A443A}" sibTransId="{E9BD90B5-CD4A-4D3D-AC03-6EDC920B12D7}"/>
    <dgm:cxn modelId="{001B2DB6-5533-4DF0-B39B-0ACA29369B58}" type="presOf" srcId="{840AE2B4-E850-44EB-A3D6-ACE668862ED3}" destId="{3693499D-2A6C-4FC5-B517-58CB81CA30B0}" srcOrd="0" destOrd="0" presId="urn:microsoft.com/office/officeart/2005/8/layout/orgChart1"/>
    <dgm:cxn modelId="{8DA21ACA-AA23-4499-8668-22332BC5BC39}" type="presOf" srcId="{A3E8E260-F82D-4845-8701-7BCEAB82091F}" destId="{E388BBA6-6CE5-48E4-82D7-5C0C7910554C}" srcOrd="1" destOrd="0" presId="urn:microsoft.com/office/officeart/2005/8/layout/orgChart1"/>
    <dgm:cxn modelId="{C50041CA-C9C3-4F8D-9745-D1D285D9B44B}" srcId="{A57CEB00-462B-4BEC-9B08-1B08C6DBBD96}" destId="{01DEE27B-EBFE-444F-B2C8-A628326B363B}" srcOrd="0" destOrd="0" parTransId="{840AE2B4-E850-44EB-A3D6-ACE668862ED3}" sibTransId="{BA110E2E-2ACB-4F1E-AB96-F2004C3CF0FB}"/>
    <dgm:cxn modelId="{1B3650CF-CB5B-4125-89C1-DA56FFFCADD6}" type="presOf" srcId="{D1C27FC2-9411-4EB6-9112-8D4E345678D5}" destId="{14BA0840-4D7B-4127-89BF-DB142B89CD05}" srcOrd="0" destOrd="0" presId="urn:microsoft.com/office/officeart/2005/8/layout/orgChart1"/>
    <dgm:cxn modelId="{4D6E48F8-7BAC-4356-8DBD-7B3CE61E3016}" type="presOf" srcId="{31E19B6A-428A-4353-9404-0662B81A443A}" destId="{5F7A0FDA-E683-4399-B37F-0495B2FE3E7D}" srcOrd="0" destOrd="0" presId="urn:microsoft.com/office/officeart/2005/8/layout/orgChart1"/>
    <dgm:cxn modelId="{5C93272A-3D15-4E4C-8931-8E7D18E1CB30}" type="presParOf" srcId="{14BA0840-4D7B-4127-89BF-DB142B89CD05}" destId="{B459B1FE-5C49-42D5-9E17-0A94B8312A40}" srcOrd="0" destOrd="0" presId="urn:microsoft.com/office/officeart/2005/8/layout/orgChart1"/>
    <dgm:cxn modelId="{9F92FC59-C292-47E4-B114-EC4D5E7C604B}" type="presParOf" srcId="{B459B1FE-5C49-42D5-9E17-0A94B8312A40}" destId="{38C197E2-7F45-4075-BB4A-AE6F229C08AA}" srcOrd="0" destOrd="0" presId="urn:microsoft.com/office/officeart/2005/8/layout/orgChart1"/>
    <dgm:cxn modelId="{20747515-EB78-4798-9247-06A79FDDE038}" type="presParOf" srcId="{38C197E2-7F45-4075-BB4A-AE6F229C08AA}" destId="{533E74F6-4967-450C-8E8B-CC88DD874680}" srcOrd="0" destOrd="0" presId="urn:microsoft.com/office/officeart/2005/8/layout/orgChart1"/>
    <dgm:cxn modelId="{E05A629D-CF69-4391-AF09-CDB921C2C228}" type="presParOf" srcId="{38C197E2-7F45-4075-BB4A-AE6F229C08AA}" destId="{7359F82D-EC09-4ECF-A0AE-6DEBB238C3FA}" srcOrd="1" destOrd="0" presId="urn:microsoft.com/office/officeart/2005/8/layout/orgChart1"/>
    <dgm:cxn modelId="{C4817DD4-AFED-4F2E-B201-0E15FAFF47DA}" type="presParOf" srcId="{B459B1FE-5C49-42D5-9E17-0A94B8312A40}" destId="{F6891A34-EE9D-4743-B4C8-22BC3F0AF20E}" srcOrd="1" destOrd="0" presId="urn:microsoft.com/office/officeart/2005/8/layout/orgChart1"/>
    <dgm:cxn modelId="{7BFD5AF3-491B-40F4-BD53-D28B46B5D655}" type="presParOf" srcId="{F6891A34-EE9D-4743-B4C8-22BC3F0AF20E}" destId="{3693499D-2A6C-4FC5-B517-58CB81CA30B0}" srcOrd="0" destOrd="0" presId="urn:microsoft.com/office/officeart/2005/8/layout/orgChart1"/>
    <dgm:cxn modelId="{C19B8E71-31BA-40FD-A445-A2708748F4AE}" type="presParOf" srcId="{F6891A34-EE9D-4743-B4C8-22BC3F0AF20E}" destId="{EF339924-E3FE-45FC-BA29-820D255E1017}" srcOrd="1" destOrd="0" presId="urn:microsoft.com/office/officeart/2005/8/layout/orgChart1"/>
    <dgm:cxn modelId="{AB02DF14-2E3A-4213-AABE-70C0AB5FA851}" type="presParOf" srcId="{EF339924-E3FE-45FC-BA29-820D255E1017}" destId="{3A988D2B-E8BD-41A8-BFC6-0BE479E355EA}" srcOrd="0" destOrd="0" presId="urn:microsoft.com/office/officeart/2005/8/layout/orgChart1"/>
    <dgm:cxn modelId="{5594A823-33C7-4A62-A9CE-E285C54CA340}" type="presParOf" srcId="{3A988D2B-E8BD-41A8-BFC6-0BE479E355EA}" destId="{354C9D72-4E75-4518-89AD-2C5760B92664}" srcOrd="0" destOrd="0" presId="urn:microsoft.com/office/officeart/2005/8/layout/orgChart1"/>
    <dgm:cxn modelId="{EA707B9A-DB8F-488B-8EBB-A21913DDD58D}" type="presParOf" srcId="{3A988D2B-E8BD-41A8-BFC6-0BE479E355EA}" destId="{844124FC-7585-4766-9F65-6B9661F58531}" srcOrd="1" destOrd="0" presId="urn:microsoft.com/office/officeart/2005/8/layout/orgChart1"/>
    <dgm:cxn modelId="{5E4E6840-D8D3-4D5F-99A1-EEB49E2C5966}" type="presParOf" srcId="{EF339924-E3FE-45FC-BA29-820D255E1017}" destId="{1D24F57B-84E2-4C55-96CF-E942F12542BE}" srcOrd="1" destOrd="0" presId="urn:microsoft.com/office/officeart/2005/8/layout/orgChart1"/>
    <dgm:cxn modelId="{330312B7-E671-4C58-9377-58F2D7D96E8D}" type="presParOf" srcId="{EF339924-E3FE-45FC-BA29-820D255E1017}" destId="{DEF06F7E-4360-433E-A9ED-1E550B6D5318}" srcOrd="2" destOrd="0" presId="urn:microsoft.com/office/officeart/2005/8/layout/orgChart1"/>
    <dgm:cxn modelId="{49A6C3E2-4F98-424F-A74C-544B2DC61C70}" type="presParOf" srcId="{F6891A34-EE9D-4743-B4C8-22BC3F0AF20E}" destId="{5F7A0FDA-E683-4399-B37F-0495B2FE3E7D}" srcOrd="2" destOrd="0" presId="urn:microsoft.com/office/officeart/2005/8/layout/orgChart1"/>
    <dgm:cxn modelId="{3347D906-886F-4276-AC23-34BFAC4AF0F4}" type="presParOf" srcId="{F6891A34-EE9D-4743-B4C8-22BC3F0AF20E}" destId="{9DAB9387-7BE8-4BE5-A9B9-6C4A06D477C9}" srcOrd="3" destOrd="0" presId="urn:microsoft.com/office/officeart/2005/8/layout/orgChart1"/>
    <dgm:cxn modelId="{210F8CED-3698-4898-85DB-B56FE57A2DE9}" type="presParOf" srcId="{9DAB9387-7BE8-4BE5-A9B9-6C4A06D477C9}" destId="{7DDA8866-AB00-46B8-9A22-E32B95D14397}" srcOrd="0" destOrd="0" presId="urn:microsoft.com/office/officeart/2005/8/layout/orgChart1"/>
    <dgm:cxn modelId="{B4F2544A-E997-4DCB-9E0C-AA7CC098CBE7}" type="presParOf" srcId="{7DDA8866-AB00-46B8-9A22-E32B95D14397}" destId="{E581254F-E7E7-4A9E-B5ED-6F6A69A214CD}" srcOrd="0" destOrd="0" presId="urn:microsoft.com/office/officeart/2005/8/layout/orgChart1"/>
    <dgm:cxn modelId="{50324702-5270-428F-8935-EEF0A033CF2B}" type="presParOf" srcId="{7DDA8866-AB00-46B8-9A22-E32B95D14397}" destId="{E388BBA6-6CE5-48E4-82D7-5C0C7910554C}" srcOrd="1" destOrd="0" presId="urn:microsoft.com/office/officeart/2005/8/layout/orgChart1"/>
    <dgm:cxn modelId="{28D1781F-597A-4B91-A07D-DAD0FF68FD2B}" type="presParOf" srcId="{9DAB9387-7BE8-4BE5-A9B9-6C4A06D477C9}" destId="{748AF781-8144-411B-980F-68109CF8E08C}" srcOrd="1" destOrd="0" presId="urn:microsoft.com/office/officeart/2005/8/layout/orgChart1"/>
    <dgm:cxn modelId="{D1ABD728-E0F1-4CD5-9E33-51CBB7E60F2C}" type="presParOf" srcId="{9DAB9387-7BE8-4BE5-A9B9-6C4A06D477C9}" destId="{C16581AB-EA60-4263-8A04-0729EF0C5E03}" srcOrd="2" destOrd="0" presId="urn:microsoft.com/office/officeart/2005/8/layout/orgChart1"/>
    <dgm:cxn modelId="{7AEE31EB-DF32-41FB-B947-DADA7C64E95B}" type="presParOf" srcId="{F6891A34-EE9D-4743-B4C8-22BC3F0AF20E}" destId="{D4D52125-75E5-40EB-B96D-FDE281DF3C66}" srcOrd="4" destOrd="0" presId="urn:microsoft.com/office/officeart/2005/8/layout/orgChart1"/>
    <dgm:cxn modelId="{5DCCE94C-EF2A-4825-AB07-E439446AB91C}" type="presParOf" srcId="{F6891A34-EE9D-4743-B4C8-22BC3F0AF20E}" destId="{6D546FB2-4BFB-4D5F-B004-4D96E51C652F}" srcOrd="5" destOrd="0" presId="urn:microsoft.com/office/officeart/2005/8/layout/orgChart1"/>
    <dgm:cxn modelId="{9FDD483B-ADCA-47BA-B20C-D17B31ED8A14}" type="presParOf" srcId="{6D546FB2-4BFB-4D5F-B004-4D96E51C652F}" destId="{5525C282-7D1E-4EC3-8AD8-B2966F6ED3B7}" srcOrd="0" destOrd="0" presId="urn:microsoft.com/office/officeart/2005/8/layout/orgChart1"/>
    <dgm:cxn modelId="{1EA4FEAC-A1D7-4DEF-9DA1-85A39D84AF6E}" type="presParOf" srcId="{5525C282-7D1E-4EC3-8AD8-B2966F6ED3B7}" destId="{1AD5E1C9-BD20-463E-A815-D0748984A7BD}" srcOrd="0" destOrd="0" presId="urn:microsoft.com/office/officeart/2005/8/layout/orgChart1"/>
    <dgm:cxn modelId="{3CA83851-EB7D-4920-A85B-A4A14CE86699}" type="presParOf" srcId="{5525C282-7D1E-4EC3-8AD8-B2966F6ED3B7}" destId="{E0FCAE28-360E-4760-9F05-ED9D68A6051D}" srcOrd="1" destOrd="0" presId="urn:microsoft.com/office/officeart/2005/8/layout/orgChart1"/>
    <dgm:cxn modelId="{13492133-6E01-48F2-B508-9EE3604CB904}" type="presParOf" srcId="{6D546FB2-4BFB-4D5F-B004-4D96E51C652F}" destId="{7B49E62A-5304-476C-8D35-517E0C7861E2}" srcOrd="1" destOrd="0" presId="urn:microsoft.com/office/officeart/2005/8/layout/orgChart1"/>
    <dgm:cxn modelId="{34D730DF-FB93-4E50-B9C8-726F4DD28EA9}" type="presParOf" srcId="{6D546FB2-4BFB-4D5F-B004-4D96E51C652F}" destId="{F678645D-0ACB-4BDC-834F-B8BFA5D8FE7C}" srcOrd="2" destOrd="0" presId="urn:microsoft.com/office/officeart/2005/8/layout/orgChart1"/>
    <dgm:cxn modelId="{1D18D6BE-3265-4B35-9BE1-73889160D3E5}" type="presParOf" srcId="{B459B1FE-5C49-42D5-9E17-0A94B8312A40}" destId="{2B44F9BF-B339-4AC9-A11E-65037D8A0CB1}"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1C27FC2-9411-4EB6-9112-8D4E345678D5}" type="doc">
      <dgm:prSet loTypeId="urn:microsoft.com/office/officeart/2005/8/layout/orgChart1" loCatId="hierarchy" qsTypeId="urn:microsoft.com/office/officeart/2005/8/quickstyle/simple1" qsCatId="simple" csTypeId="urn:microsoft.com/office/officeart/2005/8/colors/colorful1" csCatId="colorful" phldr="1"/>
      <dgm:spPr/>
      <dgm:t>
        <a:bodyPr/>
        <a:lstStyle/>
        <a:p>
          <a:endParaRPr lang="es-ES"/>
        </a:p>
      </dgm:t>
    </dgm:pt>
    <dgm:pt modelId="{A57CEB00-462B-4BEC-9B08-1B08C6DBBD96}">
      <dgm:prSet phldrT="[Texto]" custT="1"/>
      <dgm:spPr/>
      <dgm:t>
        <a:bodyPr/>
        <a:lstStyle/>
        <a:p>
          <a:r>
            <a:rPr lang="es-ES" sz="1400" dirty="0" err="1"/>
            <a:t>Temperature</a:t>
          </a:r>
          <a:endParaRPr lang="es-ES" sz="1400" dirty="0"/>
        </a:p>
      </dgm:t>
    </dgm:pt>
    <dgm:pt modelId="{C65E929E-D3EB-4B92-BEF7-CF6795C9BAF0}" type="parTrans" cxnId="{15F7A12A-9FAE-4934-BD16-7A6157E86C4F}">
      <dgm:prSet/>
      <dgm:spPr/>
      <dgm:t>
        <a:bodyPr/>
        <a:lstStyle/>
        <a:p>
          <a:endParaRPr lang="es-ES" sz="1100"/>
        </a:p>
      </dgm:t>
    </dgm:pt>
    <dgm:pt modelId="{4C266106-1058-4178-B49E-D7F70B094841}" type="sibTrans" cxnId="{15F7A12A-9FAE-4934-BD16-7A6157E86C4F}">
      <dgm:prSet/>
      <dgm:spPr/>
      <dgm:t>
        <a:bodyPr/>
        <a:lstStyle/>
        <a:p>
          <a:endParaRPr lang="es-ES" sz="1100"/>
        </a:p>
      </dgm:t>
    </dgm:pt>
    <dgm:pt modelId="{01DEE27B-EBFE-444F-B2C8-A628326B363B}">
      <dgm:prSet phldrT="[Texto]" custT="1"/>
      <dgm:spPr/>
      <dgm:t>
        <a:bodyPr/>
        <a:lstStyle/>
        <a:p>
          <a:r>
            <a:rPr lang="es-ES" sz="1400" dirty="0"/>
            <a:t>Play Golf</a:t>
          </a:r>
        </a:p>
        <a:p>
          <a:r>
            <a:rPr lang="es-ES" sz="1400" dirty="0"/>
            <a:t>Yes: 2 , No: 2 </a:t>
          </a:r>
        </a:p>
      </dgm:t>
    </dgm:pt>
    <dgm:pt modelId="{840AE2B4-E850-44EB-A3D6-ACE668862ED3}" type="parTrans" cxnId="{C50041CA-C9C3-4F8D-9745-D1D285D9B44B}">
      <dgm:prSet/>
      <dgm:spPr/>
      <dgm:t>
        <a:bodyPr/>
        <a:lstStyle/>
        <a:p>
          <a:endParaRPr lang="es-ES" sz="1100"/>
        </a:p>
      </dgm:t>
    </dgm:pt>
    <dgm:pt modelId="{BA110E2E-2ACB-4F1E-AB96-F2004C3CF0FB}" type="sibTrans" cxnId="{C50041CA-C9C3-4F8D-9745-D1D285D9B44B}">
      <dgm:prSet/>
      <dgm:spPr/>
      <dgm:t>
        <a:bodyPr/>
        <a:lstStyle/>
        <a:p>
          <a:endParaRPr lang="es-ES" sz="1100"/>
        </a:p>
      </dgm:t>
    </dgm:pt>
    <dgm:pt modelId="{A3E8E260-F82D-4845-8701-7BCEAB82091F}">
      <dgm:prSet phldrT="[Texto]" custT="1"/>
      <dgm:spPr/>
      <dgm:t>
        <a:bodyPr/>
        <a:lstStyle/>
        <a:p>
          <a:r>
            <a:rPr lang="es-ES" sz="1400" dirty="0"/>
            <a:t>Play Golf</a:t>
          </a:r>
        </a:p>
        <a:p>
          <a:r>
            <a:rPr lang="es-ES" sz="1400" dirty="0"/>
            <a:t>Yes: 4 , No: 2 </a:t>
          </a:r>
        </a:p>
      </dgm:t>
    </dgm:pt>
    <dgm:pt modelId="{31E19B6A-428A-4353-9404-0662B81A443A}" type="parTrans" cxnId="{87AB9F95-CD2A-4519-848F-178BCB379E4E}">
      <dgm:prSet/>
      <dgm:spPr/>
      <dgm:t>
        <a:bodyPr/>
        <a:lstStyle/>
        <a:p>
          <a:endParaRPr lang="es-ES" sz="1100"/>
        </a:p>
      </dgm:t>
    </dgm:pt>
    <dgm:pt modelId="{E9BD90B5-CD4A-4D3D-AC03-6EDC920B12D7}" type="sibTrans" cxnId="{87AB9F95-CD2A-4519-848F-178BCB379E4E}">
      <dgm:prSet/>
      <dgm:spPr/>
      <dgm:t>
        <a:bodyPr/>
        <a:lstStyle/>
        <a:p>
          <a:endParaRPr lang="es-ES" sz="1100"/>
        </a:p>
      </dgm:t>
    </dgm:pt>
    <dgm:pt modelId="{F231CAD4-F337-40E7-ABE2-62872578BF78}">
      <dgm:prSet/>
      <dgm:spPr/>
      <dgm:t>
        <a:bodyPr/>
        <a:lstStyle/>
        <a:p>
          <a:r>
            <a:rPr lang="es-ES" dirty="0"/>
            <a:t>Play Golf</a:t>
          </a:r>
        </a:p>
        <a:p>
          <a:r>
            <a:rPr lang="es-ES" dirty="0"/>
            <a:t>Yes: 3, No: 1 </a:t>
          </a:r>
        </a:p>
      </dgm:t>
    </dgm:pt>
    <dgm:pt modelId="{F45C335A-DA5E-4620-AD39-FA5E37CA53FD}" type="sibTrans" cxnId="{A5DDF46F-3186-45A9-89AC-2D395923B1AF}">
      <dgm:prSet/>
      <dgm:spPr/>
      <dgm:t>
        <a:bodyPr/>
        <a:lstStyle/>
        <a:p>
          <a:endParaRPr lang="es-ES"/>
        </a:p>
      </dgm:t>
    </dgm:pt>
    <dgm:pt modelId="{AA6F2C6A-12AB-49DC-B2C5-FBCA80169911}" type="parTrans" cxnId="{A5DDF46F-3186-45A9-89AC-2D395923B1AF}">
      <dgm:prSet/>
      <dgm:spPr/>
      <dgm:t>
        <a:bodyPr/>
        <a:lstStyle/>
        <a:p>
          <a:endParaRPr lang="es-ES"/>
        </a:p>
      </dgm:t>
    </dgm:pt>
    <dgm:pt modelId="{14BA0840-4D7B-4127-89BF-DB142B89CD05}" type="pres">
      <dgm:prSet presAssocID="{D1C27FC2-9411-4EB6-9112-8D4E345678D5}" presName="hierChild1" presStyleCnt="0">
        <dgm:presLayoutVars>
          <dgm:orgChart val="1"/>
          <dgm:chPref val="1"/>
          <dgm:dir/>
          <dgm:animOne val="branch"/>
          <dgm:animLvl val="lvl"/>
          <dgm:resizeHandles/>
        </dgm:presLayoutVars>
      </dgm:prSet>
      <dgm:spPr/>
    </dgm:pt>
    <dgm:pt modelId="{B459B1FE-5C49-42D5-9E17-0A94B8312A40}" type="pres">
      <dgm:prSet presAssocID="{A57CEB00-462B-4BEC-9B08-1B08C6DBBD96}" presName="hierRoot1" presStyleCnt="0">
        <dgm:presLayoutVars>
          <dgm:hierBranch val="init"/>
        </dgm:presLayoutVars>
      </dgm:prSet>
      <dgm:spPr/>
    </dgm:pt>
    <dgm:pt modelId="{38C197E2-7F45-4075-BB4A-AE6F229C08AA}" type="pres">
      <dgm:prSet presAssocID="{A57CEB00-462B-4BEC-9B08-1B08C6DBBD96}" presName="rootComposite1" presStyleCnt="0"/>
      <dgm:spPr/>
    </dgm:pt>
    <dgm:pt modelId="{533E74F6-4967-450C-8E8B-CC88DD874680}" type="pres">
      <dgm:prSet presAssocID="{A57CEB00-462B-4BEC-9B08-1B08C6DBBD96}" presName="rootText1" presStyleLbl="node0" presStyleIdx="0" presStyleCnt="1">
        <dgm:presLayoutVars>
          <dgm:chPref val="3"/>
        </dgm:presLayoutVars>
      </dgm:prSet>
      <dgm:spPr/>
    </dgm:pt>
    <dgm:pt modelId="{7359F82D-EC09-4ECF-A0AE-6DEBB238C3FA}" type="pres">
      <dgm:prSet presAssocID="{A57CEB00-462B-4BEC-9B08-1B08C6DBBD96}" presName="rootConnector1" presStyleLbl="node1" presStyleIdx="0" presStyleCnt="0"/>
      <dgm:spPr/>
    </dgm:pt>
    <dgm:pt modelId="{F6891A34-EE9D-4743-B4C8-22BC3F0AF20E}" type="pres">
      <dgm:prSet presAssocID="{A57CEB00-462B-4BEC-9B08-1B08C6DBBD96}" presName="hierChild2" presStyleCnt="0"/>
      <dgm:spPr/>
    </dgm:pt>
    <dgm:pt modelId="{3693499D-2A6C-4FC5-B517-58CB81CA30B0}" type="pres">
      <dgm:prSet presAssocID="{840AE2B4-E850-44EB-A3D6-ACE668862ED3}" presName="Name37" presStyleLbl="parChTrans1D2" presStyleIdx="0" presStyleCnt="3"/>
      <dgm:spPr/>
    </dgm:pt>
    <dgm:pt modelId="{EF339924-E3FE-45FC-BA29-820D255E1017}" type="pres">
      <dgm:prSet presAssocID="{01DEE27B-EBFE-444F-B2C8-A628326B363B}" presName="hierRoot2" presStyleCnt="0">
        <dgm:presLayoutVars>
          <dgm:hierBranch val="hang"/>
        </dgm:presLayoutVars>
      </dgm:prSet>
      <dgm:spPr/>
    </dgm:pt>
    <dgm:pt modelId="{3A988D2B-E8BD-41A8-BFC6-0BE479E355EA}" type="pres">
      <dgm:prSet presAssocID="{01DEE27B-EBFE-444F-B2C8-A628326B363B}" presName="rootComposite" presStyleCnt="0"/>
      <dgm:spPr/>
    </dgm:pt>
    <dgm:pt modelId="{354C9D72-4E75-4518-89AD-2C5760B92664}" type="pres">
      <dgm:prSet presAssocID="{01DEE27B-EBFE-444F-B2C8-A628326B363B}" presName="rootText" presStyleLbl="node2" presStyleIdx="0" presStyleCnt="3" custLinFactNeighborX="-53" custLinFactNeighborY="18718">
        <dgm:presLayoutVars>
          <dgm:chPref val="3"/>
        </dgm:presLayoutVars>
      </dgm:prSet>
      <dgm:spPr/>
    </dgm:pt>
    <dgm:pt modelId="{844124FC-7585-4766-9F65-6B9661F58531}" type="pres">
      <dgm:prSet presAssocID="{01DEE27B-EBFE-444F-B2C8-A628326B363B}" presName="rootConnector" presStyleLbl="node2" presStyleIdx="0" presStyleCnt="3"/>
      <dgm:spPr/>
    </dgm:pt>
    <dgm:pt modelId="{1D24F57B-84E2-4C55-96CF-E942F12542BE}" type="pres">
      <dgm:prSet presAssocID="{01DEE27B-EBFE-444F-B2C8-A628326B363B}" presName="hierChild4" presStyleCnt="0"/>
      <dgm:spPr/>
    </dgm:pt>
    <dgm:pt modelId="{DEF06F7E-4360-433E-A9ED-1E550B6D5318}" type="pres">
      <dgm:prSet presAssocID="{01DEE27B-EBFE-444F-B2C8-A628326B363B}" presName="hierChild5" presStyleCnt="0"/>
      <dgm:spPr/>
    </dgm:pt>
    <dgm:pt modelId="{5F7A0FDA-E683-4399-B37F-0495B2FE3E7D}" type="pres">
      <dgm:prSet presAssocID="{31E19B6A-428A-4353-9404-0662B81A443A}" presName="Name37" presStyleLbl="parChTrans1D2" presStyleIdx="1" presStyleCnt="3"/>
      <dgm:spPr/>
    </dgm:pt>
    <dgm:pt modelId="{9DAB9387-7BE8-4BE5-A9B9-6C4A06D477C9}" type="pres">
      <dgm:prSet presAssocID="{A3E8E260-F82D-4845-8701-7BCEAB82091F}" presName="hierRoot2" presStyleCnt="0">
        <dgm:presLayoutVars>
          <dgm:hierBranch val="hang"/>
        </dgm:presLayoutVars>
      </dgm:prSet>
      <dgm:spPr/>
    </dgm:pt>
    <dgm:pt modelId="{7DDA8866-AB00-46B8-9A22-E32B95D14397}" type="pres">
      <dgm:prSet presAssocID="{A3E8E260-F82D-4845-8701-7BCEAB82091F}" presName="rootComposite" presStyleCnt="0"/>
      <dgm:spPr/>
    </dgm:pt>
    <dgm:pt modelId="{E581254F-E7E7-4A9E-B5ED-6F6A69A214CD}" type="pres">
      <dgm:prSet presAssocID="{A3E8E260-F82D-4845-8701-7BCEAB82091F}" presName="rootText" presStyleLbl="node2" presStyleIdx="1" presStyleCnt="3" custLinFactNeighborX="-618" custLinFactNeighborY="18553">
        <dgm:presLayoutVars>
          <dgm:chPref val="3"/>
        </dgm:presLayoutVars>
      </dgm:prSet>
      <dgm:spPr/>
    </dgm:pt>
    <dgm:pt modelId="{E388BBA6-6CE5-48E4-82D7-5C0C7910554C}" type="pres">
      <dgm:prSet presAssocID="{A3E8E260-F82D-4845-8701-7BCEAB82091F}" presName="rootConnector" presStyleLbl="node2" presStyleIdx="1" presStyleCnt="3"/>
      <dgm:spPr/>
    </dgm:pt>
    <dgm:pt modelId="{748AF781-8144-411B-980F-68109CF8E08C}" type="pres">
      <dgm:prSet presAssocID="{A3E8E260-F82D-4845-8701-7BCEAB82091F}" presName="hierChild4" presStyleCnt="0"/>
      <dgm:spPr/>
    </dgm:pt>
    <dgm:pt modelId="{C16581AB-EA60-4263-8A04-0729EF0C5E03}" type="pres">
      <dgm:prSet presAssocID="{A3E8E260-F82D-4845-8701-7BCEAB82091F}" presName="hierChild5" presStyleCnt="0"/>
      <dgm:spPr/>
    </dgm:pt>
    <dgm:pt modelId="{D4D52125-75E5-40EB-B96D-FDE281DF3C66}" type="pres">
      <dgm:prSet presAssocID="{AA6F2C6A-12AB-49DC-B2C5-FBCA80169911}" presName="Name37" presStyleLbl="parChTrans1D2" presStyleIdx="2" presStyleCnt="3"/>
      <dgm:spPr/>
    </dgm:pt>
    <dgm:pt modelId="{6D546FB2-4BFB-4D5F-B004-4D96E51C652F}" type="pres">
      <dgm:prSet presAssocID="{F231CAD4-F337-40E7-ABE2-62872578BF78}" presName="hierRoot2" presStyleCnt="0">
        <dgm:presLayoutVars>
          <dgm:hierBranch val="init"/>
        </dgm:presLayoutVars>
      </dgm:prSet>
      <dgm:spPr/>
    </dgm:pt>
    <dgm:pt modelId="{5525C282-7D1E-4EC3-8AD8-B2966F6ED3B7}" type="pres">
      <dgm:prSet presAssocID="{F231CAD4-F337-40E7-ABE2-62872578BF78}" presName="rootComposite" presStyleCnt="0"/>
      <dgm:spPr/>
    </dgm:pt>
    <dgm:pt modelId="{1AD5E1C9-BD20-463E-A815-D0748984A7BD}" type="pres">
      <dgm:prSet presAssocID="{F231CAD4-F337-40E7-ABE2-62872578BF78}" presName="rootText" presStyleLbl="node2" presStyleIdx="2" presStyleCnt="3" custLinFactNeighborX="2275" custLinFactNeighborY="18202">
        <dgm:presLayoutVars>
          <dgm:chPref val="3"/>
        </dgm:presLayoutVars>
      </dgm:prSet>
      <dgm:spPr/>
    </dgm:pt>
    <dgm:pt modelId="{E0FCAE28-360E-4760-9F05-ED9D68A6051D}" type="pres">
      <dgm:prSet presAssocID="{F231CAD4-F337-40E7-ABE2-62872578BF78}" presName="rootConnector" presStyleLbl="node2" presStyleIdx="2" presStyleCnt="3"/>
      <dgm:spPr/>
    </dgm:pt>
    <dgm:pt modelId="{7B49E62A-5304-476C-8D35-517E0C7861E2}" type="pres">
      <dgm:prSet presAssocID="{F231CAD4-F337-40E7-ABE2-62872578BF78}" presName="hierChild4" presStyleCnt="0"/>
      <dgm:spPr/>
    </dgm:pt>
    <dgm:pt modelId="{F678645D-0ACB-4BDC-834F-B8BFA5D8FE7C}" type="pres">
      <dgm:prSet presAssocID="{F231CAD4-F337-40E7-ABE2-62872578BF78}" presName="hierChild5" presStyleCnt="0"/>
      <dgm:spPr/>
    </dgm:pt>
    <dgm:pt modelId="{2B44F9BF-B339-4AC9-A11E-65037D8A0CB1}" type="pres">
      <dgm:prSet presAssocID="{A57CEB00-462B-4BEC-9B08-1B08C6DBBD96}" presName="hierChild3" presStyleCnt="0"/>
      <dgm:spPr/>
    </dgm:pt>
  </dgm:ptLst>
  <dgm:cxnLst>
    <dgm:cxn modelId="{2B14DA0D-3784-4106-B765-70737ED5ABB9}" type="presOf" srcId="{01DEE27B-EBFE-444F-B2C8-A628326B363B}" destId="{354C9D72-4E75-4518-89AD-2C5760B92664}" srcOrd="0" destOrd="0" presId="urn:microsoft.com/office/officeart/2005/8/layout/orgChart1"/>
    <dgm:cxn modelId="{15F7A12A-9FAE-4934-BD16-7A6157E86C4F}" srcId="{D1C27FC2-9411-4EB6-9112-8D4E345678D5}" destId="{A57CEB00-462B-4BEC-9B08-1B08C6DBBD96}" srcOrd="0" destOrd="0" parTransId="{C65E929E-D3EB-4B92-BEF7-CF6795C9BAF0}" sibTransId="{4C266106-1058-4178-B49E-D7F70B094841}"/>
    <dgm:cxn modelId="{8A053D3F-51AC-4E1B-BE08-42A325F60CBD}" type="presOf" srcId="{A57CEB00-462B-4BEC-9B08-1B08C6DBBD96}" destId="{7359F82D-EC09-4ECF-A0AE-6DEBB238C3FA}" srcOrd="1" destOrd="0" presId="urn:microsoft.com/office/officeart/2005/8/layout/orgChart1"/>
    <dgm:cxn modelId="{5FDE0240-8131-4A96-AE18-DB069C9D44EF}" type="presOf" srcId="{F231CAD4-F337-40E7-ABE2-62872578BF78}" destId="{1AD5E1C9-BD20-463E-A815-D0748984A7BD}" srcOrd="0" destOrd="0" presId="urn:microsoft.com/office/officeart/2005/8/layout/orgChart1"/>
    <dgm:cxn modelId="{6CF4E840-AEC2-4BE2-8768-BAFAB06311F5}" type="presOf" srcId="{A57CEB00-462B-4BEC-9B08-1B08C6DBBD96}" destId="{533E74F6-4967-450C-8E8B-CC88DD874680}" srcOrd="0" destOrd="0" presId="urn:microsoft.com/office/officeart/2005/8/layout/orgChart1"/>
    <dgm:cxn modelId="{504A4F50-3072-4CA3-8E42-3A3F2F5915AD}" type="presOf" srcId="{AA6F2C6A-12AB-49DC-B2C5-FBCA80169911}" destId="{D4D52125-75E5-40EB-B96D-FDE281DF3C66}" srcOrd="0" destOrd="0" presId="urn:microsoft.com/office/officeart/2005/8/layout/orgChart1"/>
    <dgm:cxn modelId="{70AE4D5B-585F-4C92-93EA-EC77CB0CFC45}" type="presOf" srcId="{F231CAD4-F337-40E7-ABE2-62872578BF78}" destId="{E0FCAE28-360E-4760-9F05-ED9D68A6051D}" srcOrd="1" destOrd="0" presId="urn:microsoft.com/office/officeart/2005/8/layout/orgChart1"/>
    <dgm:cxn modelId="{3A651468-F282-497D-89FE-59ABE7DB83F4}" type="presOf" srcId="{A3E8E260-F82D-4845-8701-7BCEAB82091F}" destId="{E581254F-E7E7-4A9E-B5ED-6F6A69A214CD}" srcOrd="0" destOrd="0" presId="urn:microsoft.com/office/officeart/2005/8/layout/orgChart1"/>
    <dgm:cxn modelId="{A5DDF46F-3186-45A9-89AC-2D395923B1AF}" srcId="{A57CEB00-462B-4BEC-9B08-1B08C6DBBD96}" destId="{F231CAD4-F337-40E7-ABE2-62872578BF78}" srcOrd="2" destOrd="0" parTransId="{AA6F2C6A-12AB-49DC-B2C5-FBCA80169911}" sibTransId="{F45C335A-DA5E-4620-AD39-FA5E37CA53FD}"/>
    <dgm:cxn modelId="{5296D885-A7B1-4259-ACCE-B1B419E3E0C2}" type="presOf" srcId="{01DEE27B-EBFE-444F-B2C8-A628326B363B}" destId="{844124FC-7585-4766-9F65-6B9661F58531}" srcOrd="1" destOrd="0" presId="urn:microsoft.com/office/officeart/2005/8/layout/orgChart1"/>
    <dgm:cxn modelId="{87AB9F95-CD2A-4519-848F-178BCB379E4E}" srcId="{A57CEB00-462B-4BEC-9B08-1B08C6DBBD96}" destId="{A3E8E260-F82D-4845-8701-7BCEAB82091F}" srcOrd="1" destOrd="0" parTransId="{31E19B6A-428A-4353-9404-0662B81A443A}" sibTransId="{E9BD90B5-CD4A-4D3D-AC03-6EDC920B12D7}"/>
    <dgm:cxn modelId="{001B2DB6-5533-4DF0-B39B-0ACA29369B58}" type="presOf" srcId="{840AE2B4-E850-44EB-A3D6-ACE668862ED3}" destId="{3693499D-2A6C-4FC5-B517-58CB81CA30B0}" srcOrd="0" destOrd="0" presId="urn:microsoft.com/office/officeart/2005/8/layout/orgChart1"/>
    <dgm:cxn modelId="{8DA21ACA-AA23-4499-8668-22332BC5BC39}" type="presOf" srcId="{A3E8E260-F82D-4845-8701-7BCEAB82091F}" destId="{E388BBA6-6CE5-48E4-82D7-5C0C7910554C}" srcOrd="1" destOrd="0" presId="urn:microsoft.com/office/officeart/2005/8/layout/orgChart1"/>
    <dgm:cxn modelId="{C50041CA-C9C3-4F8D-9745-D1D285D9B44B}" srcId="{A57CEB00-462B-4BEC-9B08-1B08C6DBBD96}" destId="{01DEE27B-EBFE-444F-B2C8-A628326B363B}" srcOrd="0" destOrd="0" parTransId="{840AE2B4-E850-44EB-A3D6-ACE668862ED3}" sibTransId="{BA110E2E-2ACB-4F1E-AB96-F2004C3CF0FB}"/>
    <dgm:cxn modelId="{1B3650CF-CB5B-4125-89C1-DA56FFFCADD6}" type="presOf" srcId="{D1C27FC2-9411-4EB6-9112-8D4E345678D5}" destId="{14BA0840-4D7B-4127-89BF-DB142B89CD05}" srcOrd="0" destOrd="0" presId="urn:microsoft.com/office/officeart/2005/8/layout/orgChart1"/>
    <dgm:cxn modelId="{4D6E48F8-7BAC-4356-8DBD-7B3CE61E3016}" type="presOf" srcId="{31E19B6A-428A-4353-9404-0662B81A443A}" destId="{5F7A0FDA-E683-4399-B37F-0495B2FE3E7D}" srcOrd="0" destOrd="0" presId="urn:microsoft.com/office/officeart/2005/8/layout/orgChart1"/>
    <dgm:cxn modelId="{5C93272A-3D15-4E4C-8931-8E7D18E1CB30}" type="presParOf" srcId="{14BA0840-4D7B-4127-89BF-DB142B89CD05}" destId="{B459B1FE-5C49-42D5-9E17-0A94B8312A40}" srcOrd="0" destOrd="0" presId="urn:microsoft.com/office/officeart/2005/8/layout/orgChart1"/>
    <dgm:cxn modelId="{9F92FC59-C292-47E4-B114-EC4D5E7C604B}" type="presParOf" srcId="{B459B1FE-5C49-42D5-9E17-0A94B8312A40}" destId="{38C197E2-7F45-4075-BB4A-AE6F229C08AA}" srcOrd="0" destOrd="0" presId="urn:microsoft.com/office/officeart/2005/8/layout/orgChart1"/>
    <dgm:cxn modelId="{20747515-EB78-4798-9247-06A79FDDE038}" type="presParOf" srcId="{38C197E2-7F45-4075-BB4A-AE6F229C08AA}" destId="{533E74F6-4967-450C-8E8B-CC88DD874680}" srcOrd="0" destOrd="0" presId="urn:microsoft.com/office/officeart/2005/8/layout/orgChart1"/>
    <dgm:cxn modelId="{E05A629D-CF69-4391-AF09-CDB921C2C228}" type="presParOf" srcId="{38C197E2-7F45-4075-BB4A-AE6F229C08AA}" destId="{7359F82D-EC09-4ECF-A0AE-6DEBB238C3FA}" srcOrd="1" destOrd="0" presId="urn:microsoft.com/office/officeart/2005/8/layout/orgChart1"/>
    <dgm:cxn modelId="{C4817DD4-AFED-4F2E-B201-0E15FAFF47DA}" type="presParOf" srcId="{B459B1FE-5C49-42D5-9E17-0A94B8312A40}" destId="{F6891A34-EE9D-4743-B4C8-22BC3F0AF20E}" srcOrd="1" destOrd="0" presId="urn:microsoft.com/office/officeart/2005/8/layout/orgChart1"/>
    <dgm:cxn modelId="{7BFD5AF3-491B-40F4-BD53-D28B46B5D655}" type="presParOf" srcId="{F6891A34-EE9D-4743-B4C8-22BC3F0AF20E}" destId="{3693499D-2A6C-4FC5-B517-58CB81CA30B0}" srcOrd="0" destOrd="0" presId="urn:microsoft.com/office/officeart/2005/8/layout/orgChart1"/>
    <dgm:cxn modelId="{C19B8E71-31BA-40FD-A445-A2708748F4AE}" type="presParOf" srcId="{F6891A34-EE9D-4743-B4C8-22BC3F0AF20E}" destId="{EF339924-E3FE-45FC-BA29-820D255E1017}" srcOrd="1" destOrd="0" presId="urn:microsoft.com/office/officeart/2005/8/layout/orgChart1"/>
    <dgm:cxn modelId="{AB02DF14-2E3A-4213-AABE-70C0AB5FA851}" type="presParOf" srcId="{EF339924-E3FE-45FC-BA29-820D255E1017}" destId="{3A988D2B-E8BD-41A8-BFC6-0BE479E355EA}" srcOrd="0" destOrd="0" presId="urn:microsoft.com/office/officeart/2005/8/layout/orgChart1"/>
    <dgm:cxn modelId="{5594A823-33C7-4A62-A9CE-E285C54CA340}" type="presParOf" srcId="{3A988D2B-E8BD-41A8-BFC6-0BE479E355EA}" destId="{354C9D72-4E75-4518-89AD-2C5760B92664}" srcOrd="0" destOrd="0" presId="urn:microsoft.com/office/officeart/2005/8/layout/orgChart1"/>
    <dgm:cxn modelId="{EA707B9A-DB8F-488B-8EBB-A21913DDD58D}" type="presParOf" srcId="{3A988D2B-E8BD-41A8-BFC6-0BE479E355EA}" destId="{844124FC-7585-4766-9F65-6B9661F58531}" srcOrd="1" destOrd="0" presId="urn:microsoft.com/office/officeart/2005/8/layout/orgChart1"/>
    <dgm:cxn modelId="{5E4E6840-D8D3-4D5F-99A1-EEB49E2C5966}" type="presParOf" srcId="{EF339924-E3FE-45FC-BA29-820D255E1017}" destId="{1D24F57B-84E2-4C55-96CF-E942F12542BE}" srcOrd="1" destOrd="0" presId="urn:microsoft.com/office/officeart/2005/8/layout/orgChart1"/>
    <dgm:cxn modelId="{330312B7-E671-4C58-9377-58F2D7D96E8D}" type="presParOf" srcId="{EF339924-E3FE-45FC-BA29-820D255E1017}" destId="{DEF06F7E-4360-433E-A9ED-1E550B6D5318}" srcOrd="2" destOrd="0" presId="urn:microsoft.com/office/officeart/2005/8/layout/orgChart1"/>
    <dgm:cxn modelId="{49A6C3E2-4F98-424F-A74C-544B2DC61C70}" type="presParOf" srcId="{F6891A34-EE9D-4743-B4C8-22BC3F0AF20E}" destId="{5F7A0FDA-E683-4399-B37F-0495B2FE3E7D}" srcOrd="2" destOrd="0" presId="urn:microsoft.com/office/officeart/2005/8/layout/orgChart1"/>
    <dgm:cxn modelId="{3347D906-886F-4276-AC23-34BFAC4AF0F4}" type="presParOf" srcId="{F6891A34-EE9D-4743-B4C8-22BC3F0AF20E}" destId="{9DAB9387-7BE8-4BE5-A9B9-6C4A06D477C9}" srcOrd="3" destOrd="0" presId="urn:microsoft.com/office/officeart/2005/8/layout/orgChart1"/>
    <dgm:cxn modelId="{210F8CED-3698-4898-85DB-B56FE57A2DE9}" type="presParOf" srcId="{9DAB9387-7BE8-4BE5-A9B9-6C4A06D477C9}" destId="{7DDA8866-AB00-46B8-9A22-E32B95D14397}" srcOrd="0" destOrd="0" presId="urn:microsoft.com/office/officeart/2005/8/layout/orgChart1"/>
    <dgm:cxn modelId="{B4F2544A-E997-4DCB-9E0C-AA7CC098CBE7}" type="presParOf" srcId="{7DDA8866-AB00-46B8-9A22-E32B95D14397}" destId="{E581254F-E7E7-4A9E-B5ED-6F6A69A214CD}" srcOrd="0" destOrd="0" presId="urn:microsoft.com/office/officeart/2005/8/layout/orgChart1"/>
    <dgm:cxn modelId="{50324702-5270-428F-8935-EEF0A033CF2B}" type="presParOf" srcId="{7DDA8866-AB00-46B8-9A22-E32B95D14397}" destId="{E388BBA6-6CE5-48E4-82D7-5C0C7910554C}" srcOrd="1" destOrd="0" presId="urn:microsoft.com/office/officeart/2005/8/layout/orgChart1"/>
    <dgm:cxn modelId="{28D1781F-597A-4B91-A07D-DAD0FF68FD2B}" type="presParOf" srcId="{9DAB9387-7BE8-4BE5-A9B9-6C4A06D477C9}" destId="{748AF781-8144-411B-980F-68109CF8E08C}" srcOrd="1" destOrd="0" presId="urn:microsoft.com/office/officeart/2005/8/layout/orgChart1"/>
    <dgm:cxn modelId="{D1ABD728-E0F1-4CD5-9E33-51CBB7E60F2C}" type="presParOf" srcId="{9DAB9387-7BE8-4BE5-A9B9-6C4A06D477C9}" destId="{C16581AB-EA60-4263-8A04-0729EF0C5E03}" srcOrd="2" destOrd="0" presId="urn:microsoft.com/office/officeart/2005/8/layout/orgChart1"/>
    <dgm:cxn modelId="{7AEE31EB-DF32-41FB-B947-DADA7C64E95B}" type="presParOf" srcId="{F6891A34-EE9D-4743-B4C8-22BC3F0AF20E}" destId="{D4D52125-75E5-40EB-B96D-FDE281DF3C66}" srcOrd="4" destOrd="0" presId="urn:microsoft.com/office/officeart/2005/8/layout/orgChart1"/>
    <dgm:cxn modelId="{5DCCE94C-EF2A-4825-AB07-E439446AB91C}" type="presParOf" srcId="{F6891A34-EE9D-4743-B4C8-22BC3F0AF20E}" destId="{6D546FB2-4BFB-4D5F-B004-4D96E51C652F}" srcOrd="5" destOrd="0" presId="urn:microsoft.com/office/officeart/2005/8/layout/orgChart1"/>
    <dgm:cxn modelId="{9FDD483B-ADCA-47BA-B20C-D17B31ED8A14}" type="presParOf" srcId="{6D546FB2-4BFB-4D5F-B004-4D96E51C652F}" destId="{5525C282-7D1E-4EC3-8AD8-B2966F6ED3B7}" srcOrd="0" destOrd="0" presId="urn:microsoft.com/office/officeart/2005/8/layout/orgChart1"/>
    <dgm:cxn modelId="{1EA4FEAC-A1D7-4DEF-9DA1-85A39D84AF6E}" type="presParOf" srcId="{5525C282-7D1E-4EC3-8AD8-B2966F6ED3B7}" destId="{1AD5E1C9-BD20-463E-A815-D0748984A7BD}" srcOrd="0" destOrd="0" presId="urn:microsoft.com/office/officeart/2005/8/layout/orgChart1"/>
    <dgm:cxn modelId="{3CA83851-EB7D-4920-A85B-A4A14CE86699}" type="presParOf" srcId="{5525C282-7D1E-4EC3-8AD8-B2966F6ED3B7}" destId="{E0FCAE28-360E-4760-9F05-ED9D68A6051D}" srcOrd="1" destOrd="0" presId="urn:microsoft.com/office/officeart/2005/8/layout/orgChart1"/>
    <dgm:cxn modelId="{13492133-6E01-48F2-B508-9EE3604CB904}" type="presParOf" srcId="{6D546FB2-4BFB-4D5F-B004-4D96E51C652F}" destId="{7B49E62A-5304-476C-8D35-517E0C7861E2}" srcOrd="1" destOrd="0" presId="urn:microsoft.com/office/officeart/2005/8/layout/orgChart1"/>
    <dgm:cxn modelId="{34D730DF-FB93-4E50-B9C8-726F4DD28EA9}" type="presParOf" srcId="{6D546FB2-4BFB-4D5F-B004-4D96E51C652F}" destId="{F678645D-0ACB-4BDC-834F-B8BFA5D8FE7C}" srcOrd="2" destOrd="0" presId="urn:microsoft.com/office/officeart/2005/8/layout/orgChart1"/>
    <dgm:cxn modelId="{1D18D6BE-3265-4B35-9BE1-73889160D3E5}" type="presParOf" srcId="{B459B1FE-5C49-42D5-9E17-0A94B8312A40}" destId="{2B44F9BF-B339-4AC9-A11E-65037D8A0CB1}" srcOrd="2" destOrd="0" presId="urn:microsoft.com/office/officeart/2005/8/layout/orgChar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1C27FC2-9411-4EB6-9112-8D4E345678D5}" type="doc">
      <dgm:prSet loTypeId="urn:microsoft.com/office/officeart/2005/8/layout/orgChart1" loCatId="hierarchy" qsTypeId="urn:microsoft.com/office/officeart/2005/8/quickstyle/simple1" qsCatId="simple" csTypeId="urn:microsoft.com/office/officeart/2005/8/colors/colorful2" csCatId="colorful" phldr="1"/>
      <dgm:spPr/>
      <dgm:t>
        <a:bodyPr/>
        <a:lstStyle/>
        <a:p>
          <a:endParaRPr lang="es-ES"/>
        </a:p>
      </dgm:t>
    </dgm:pt>
    <dgm:pt modelId="{A57CEB00-462B-4BEC-9B08-1B08C6DBBD96}">
      <dgm:prSet phldrT="[Texto]" custT="1"/>
      <dgm:spPr/>
      <dgm:t>
        <a:bodyPr/>
        <a:lstStyle/>
        <a:p>
          <a:r>
            <a:rPr lang="es-ES" sz="1400" dirty="0" err="1"/>
            <a:t>Humidity</a:t>
          </a:r>
          <a:endParaRPr lang="es-ES" sz="1400" dirty="0"/>
        </a:p>
      </dgm:t>
    </dgm:pt>
    <dgm:pt modelId="{C65E929E-D3EB-4B92-BEF7-CF6795C9BAF0}" type="parTrans" cxnId="{15F7A12A-9FAE-4934-BD16-7A6157E86C4F}">
      <dgm:prSet/>
      <dgm:spPr/>
      <dgm:t>
        <a:bodyPr/>
        <a:lstStyle/>
        <a:p>
          <a:endParaRPr lang="es-ES" sz="1100"/>
        </a:p>
      </dgm:t>
    </dgm:pt>
    <dgm:pt modelId="{4C266106-1058-4178-B49E-D7F70B094841}" type="sibTrans" cxnId="{15F7A12A-9FAE-4934-BD16-7A6157E86C4F}">
      <dgm:prSet/>
      <dgm:spPr/>
      <dgm:t>
        <a:bodyPr/>
        <a:lstStyle/>
        <a:p>
          <a:endParaRPr lang="es-ES" sz="1100"/>
        </a:p>
      </dgm:t>
    </dgm:pt>
    <dgm:pt modelId="{01DEE27B-EBFE-444F-B2C8-A628326B363B}">
      <dgm:prSet phldrT="[Texto]" custT="1"/>
      <dgm:spPr/>
      <dgm:t>
        <a:bodyPr/>
        <a:lstStyle/>
        <a:p>
          <a:r>
            <a:rPr lang="es-ES" sz="1400" dirty="0"/>
            <a:t>Play Golf</a:t>
          </a:r>
        </a:p>
        <a:p>
          <a:r>
            <a:rPr lang="es-ES" sz="1400" dirty="0"/>
            <a:t>Yes: 6 , No: 1 </a:t>
          </a:r>
        </a:p>
      </dgm:t>
    </dgm:pt>
    <dgm:pt modelId="{840AE2B4-E850-44EB-A3D6-ACE668862ED3}" type="parTrans" cxnId="{C50041CA-C9C3-4F8D-9745-D1D285D9B44B}">
      <dgm:prSet/>
      <dgm:spPr/>
      <dgm:t>
        <a:bodyPr/>
        <a:lstStyle/>
        <a:p>
          <a:endParaRPr lang="es-ES" sz="1100"/>
        </a:p>
      </dgm:t>
    </dgm:pt>
    <dgm:pt modelId="{BA110E2E-2ACB-4F1E-AB96-F2004C3CF0FB}" type="sibTrans" cxnId="{C50041CA-C9C3-4F8D-9745-D1D285D9B44B}">
      <dgm:prSet/>
      <dgm:spPr/>
      <dgm:t>
        <a:bodyPr/>
        <a:lstStyle/>
        <a:p>
          <a:endParaRPr lang="es-ES" sz="1100"/>
        </a:p>
      </dgm:t>
    </dgm:pt>
    <dgm:pt modelId="{A3E8E260-F82D-4845-8701-7BCEAB82091F}">
      <dgm:prSet phldrT="[Texto]" custT="1"/>
      <dgm:spPr/>
      <dgm:t>
        <a:bodyPr/>
        <a:lstStyle/>
        <a:p>
          <a:r>
            <a:rPr lang="es-ES" sz="1400" dirty="0"/>
            <a:t>Play Golf</a:t>
          </a:r>
        </a:p>
        <a:p>
          <a:r>
            <a:rPr lang="es-ES" sz="1400" dirty="0"/>
            <a:t>Yes: 3 , No: 4 </a:t>
          </a:r>
        </a:p>
      </dgm:t>
    </dgm:pt>
    <dgm:pt modelId="{31E19B6A-428A-4353-9404-0662B81A443A}" type="parTrans" cxnId="{87AB9F95-CD2A-4519-848F-178BCB379E4E}">
      <dgm:prSet/>
      <dgm:spPr/>
      <dgm:t>
        <a:bodyPr/>
        <a:lstStyle/>
        <a:p>
          <a:endParaRPr lang="es-ES" sz="1100"/>
        </a:p>
      </dgm:t>
    </dgm:pt>
    <dgm:pt modelId="{E9BD90B5-CD4A-4D3D-AC03-6EDC920B12D7}" type="sibTrans" cxnId="{87AB9F95-CD2A-4519-848F-178BCB379E4E}">
      <dgm:prSet/>
      <dgm:spPr/>
      <dgm:t>
        <a:bodyPr/>
        <a:lstStyle/>
        <a:p>
          <a:endParaRPr lang="es-ES" sz="1100"/>
        </a:p>
      </dgm:t>
    </dgm:pt>
    <dgm:pt modelId="{14BA0840-4D7B-4127-89BF-DB142B89CD05}" type="pres">
      <dgm:prSet presAssocID="{D1C27FC2-9411-4EB6-9112-8D4E345678D5}" presName="hierChild1" presStyleCnt="0">
        <dgm:presLayoutVars>
          <dgm:orgChart val="1"/>
          <dgm:chPref val="1"/>
          <dgm:dir/>
          <dgm:animOne val="branch"/>
          <dgm:animLvl val="lvl"/>
          <dgm:resizeHandles/>
        </dgm:presLayoutVars>
      </dgm:prSet>
      <dgm:spPr/>
    </dgm:pt>
    <dgm:pt modelId="{B459B1FE-5C49-42D5-9E17-0A94B8312A40}" type="pres">
      <dgm:prSet presAssocID="{A57CEB00-462B-4BEC-9B08-1B08C6DBBD96}" presName="hierRoot1" presStyleCnt="0">
        <dgm:presLayoutVars>
          <dgm:hierBranch val="init"/>
        </dgm:presLayoutVars>
      </dgm:prSet>
      <dgm:spPr/>
    </dgm:pt>
    <dgm:pt modelId="{38C197E2-7F45-4075-BB4A-AE6F229C08AA}" type="pres">
      <dgm:prSet presAssocID="{A57CEB00-462B-4BEC-9B08-1B08C6DBBD96}" presName="rootComposite1" presStyleCnt="0"/>
      <dgm:spPr/>
    </dgm:pt>
    <dgm:pt modelId="{533E74F6-4967-450C-8E8B-CC88DD874680}" type="pres">
      <dgm:prSet presAssocID="{A57CEB00-462B-4BEC-9B08-1B08C6DBBD96}" presName="rootText1" presStyleLbl="node0" presStyleIdx="0" presStyleCnt="1">
        <dgm:presLayoutVars>
          <dgm:chPref val="3"/>
        </dgm:presLayoutVars>
      </dgm:prSet>
      <dgm:spPr/>
    </dgm:pt>
    <dgm:pt modelId="{7359F82D-EC09-4ECF-A0AE-6DEBB238C3FA}" type="pres">
      <dgm:prSet presAssocID="{A57CEB00-462B-4BEC-9B08-1B08C6DBBD96}" presName="rootConnector1" presStyleLbl="node1" presStyleIdx="0" presStyleCnt="0"/>
      <dgm:spPr/>
    </dgm:pt>
    <dgm:pt modelId="{F6891A34-EE9D-4743-B4C8-22BC3F0AF20E}" type="pres">
      <dgm:prSet presAssocID="{A57CEB00-462B-4BEC-9B08-1B08C6DBBD96}" presName="hierChild2" presStyleCnt="0"/>
      <dgm:spPr/>
    </dgm:pt>
    <dgm:pt modelId="{3693499D-2A6C-4FC5-B517-58CB81CA30B0}" type="pres">
      <dgm:prSet presAssocID="{840AE2B4-E850-44EB-A3D6-ACE668862ED3}" presName="Name37" presStyleLbl="parChTrans1D2" presStyleIdx="0" presStyleCnt="2"/>
      <dgm:spPr/>
    </dgm:pt>
    <dgm:pt modelId="{EF339924-E3FE-45FC-BA29-820D255E1017}" type="pres">
      <dgm:prSet presAssocID="{01DEE27B-EBFE-444F-B2C8-A628326B363B}" presName="hierRoot2" presStyleCnt="0">
        <dgm:presLayoutVars>
          <dgm:hierBranch val="hang"/>
        </dgm:presLayoutVars>
      </dgm:prSet>
      <dgm:spPr/>
    </dgm:pt>
    <dgm:pt modelId="{3A988D2B-E8BD-41A8-BFC6-0BE479E355EA}" type="pres">
      <dgm:prSet presAssocID="{01DEE27B-EBFE-444F-B2C8-A628326B363B}" presName="rootComposite" presStyleCnt="0"/>
      <dgm:spPr/>
    </dgm:pt>
    <dgm:pt modelId="{354C9D72-4E75-4518-89AD-2C5760B92664}" type="pres">
      <dgm:prSet presAssocID="{01DEE27B-EBFE-444F-B2C8-A628326B363B}" presName="rootText" presStyleLbl="node2" presStyleIdx="0" presStyleCnt="2" custLinFactNeighborX="-53" custLinFactNeighborY="18718">
        <dgm:presLayoutVars>
          <dgm:chPref val="3"/>
        </dgm:presLayoutVars>
      </dgm:prSet>
      <dgm:spPr/>
    </dgm:pt>
    <dgm:pt modelId="{844124FC-7585-4766-9F65-6B9661F58531}" type="pres">
      <dgm:prSet presAssocID="{01DEE27B-EBFE-444F-B2C8-A628326B363B}" presName="rootConnector" presStyleLbl="node2" presStyleIdx="0" presStyleCnt="2"/>
      <dgm:spPr/>
    </dgm:pt>
    <dgm:pt modelId="{1D24F57B-84E2-4C55-96CF-E942F12542BE}" type="pres">
      <dgm:prSet presAssocID="{01DEE27B-EBFE-444F-B2C8-A628326B363B}" presName="hierChild4" presStyleCnt="0"/>
      <dgm:spPr/>
    </dgm:pt>
    <dgm:pt modelId="{DEF06F7E-4360-433E-A9ED-1E550B6D5318}" type="pres">
      <dgm:prSet presAssocID="{01DEE27B-EBFE-444F-B2C8-A628326B363B}" presName="hierChild5" presStyleCnt="0"/>
      <dgm:spPr/>
    </dgm:pt>
    <dgm:pt modelId="{5F7A0FDA-E683-4399-B37F-0495B2FE3E7D}" type="pres">
      <dgm:prSet presAssocID="{31E19B6A-428A-4353-9404-0662B81A443A}" presName="Name37" presStyleLbl="parChTrans1D2" presStyleIdx="1" presStyleCnt="2"/>
      <dgm:spPr/>
    </dgm:pt>
    <dgm:pt modelId="{9DAB9387-7BE8-4BE5-A9B9-6C4A06D477C9}" type="pres">
      <dgm:prSet presAssocID="{A3E8E260-F82D-4845-8701-7BCEAB82091F}" presName="hierRoot2" presStyleCnt="0">
        <dgm:presLayoutVars>
          <dgm:hierBranch val="hang"/>
        </dgm:presLayoutVars>
      </dgm:prSet>
      <dgm:spPr/>
    </dgm:pt>
    <dgm:pt modelId="{7DDA8866-AB00-46B8-9A22-E32B95D14397}" type="pres">
      <dgm:prSet presAssocID="{A3E8E260-F82D-4845-8701-7BCEAB82091F}" presName="rootComposite" presStyleCnt="0"/>
      <dgm:spPr/>
    </dgm:pt>
    <dgm:pt modelId="{E581254F-E7E7-4A9E-B5ED-6F6A69A214CD}" type="pres">
      <dgm:prSet presAssocID="{A3E8E260-F82D-4845-8701-7BCEAB82091F}" presName="rootText" presStyleLbl="node2" presStyleIdx="1" presStyleCnt="2" custLinFactNeighborX="-618" custLinFactNeighborY="18553">
        <dgm:presLayoutVars>
          <dgm:chPref val="3"/>
        </dgm:presLayoutVars>
      </dgm:prSet>
      <dgm:spPr/>
    </dgm:pt>
    <dgm:pt modelId="{E388BBA6-6CE5-48E4-82D7-5C0C7910554C}" type="pres">
      <dgm:prSet presAssocID="{A3E8E260-F82D-4845-8701-7BCEAB82091F}" presName="rootConnector" presStyleLbl="node2" presStyleIdx="1" presStyleCnt="2"/>
      <dgm:spPr/>
    </dgm:pt>
    <dgm:pt modelId="{748AF781-8144-411B-980F-68109CF8E08C}" type="pres">
      <dgm:prSet presAssocID="{A3E8E260-F82D-4845-8701-7BCEAB82091F}" presName="hierChild4" presStyleCnt="0"/>
      <dgm:spPr/>
    </dgm:pt>
    <dgm:pt modelId="{C16581AB-EA60-4263-8A04-0729EF0C5E03}" type="pres">
      <dgm:prSet presAssocID="{A3E8E260-F82D-4845-8701-7BCEAB82091F}" presName="hierChild5" presStyleCnt="0"/>
      <dgm:spPr/>
    </dgm:pt>
    <dgm:pt modelId="{2B44F9BF-B339-4AC9-A11E-65037D8A0CB1}" type="pres">
      <dgm:prSet presAssocID="{A57CEB00-462B-4BEC-9B08-1B08C6DBBD96}" presName="hierChild3" presStyleCnt="0"/>
      <dgm:spPr/>
    </dgm:pt>
  </dgm:ptLst>
  <dgm:cxnLst>
    <dgm:cxn modelId="{2B14DA0D-3784-4106-B765-70737ED5ABB9}" type="presOf" srcId="{01DEE27B-EBFE-444F-B2C8-A628326B363B}" destId="{354C9D72-4E75-4518-89AD-2C5760B92664}" srcOrd="0" destOrd="0" presId="urn:microsoft.com/office/officeart/2005/8/layout/orgChart1"/>
    <dgm:cxn modelId="{15F7A12A-9FAE-4934-BD16-7A6157E86C4F}" srcId="{D1C27FC2-9411-4EB6-9112-8D4E345678D5}" destId="{A57CEB00-462B-4BEC-9B08-1B08C6DBBD96}" srcOrd="0" destOrd="0" parTransId="{C65E929E-D3EB-4B92-BEF7-CF6795C9BAF0}" sibTransId="{4C266106-1058-4178-B49E-D7F70B094841}"/>
    <dgm:cxn modelId="{8A053D3F-51AC-4E1B-BE08-42A325F60CBD}" type="presOf" srcId="{A57CEB00-462B-4BEC-9B08-1B08C6DBBD96}" destId="{7359F82D-EC09-4ECF-A0AE-6DEBB238C3FA}" srcOrd="1" destOrd="0" presId="urn:microsoft.com/office/officeart/2005/8/layout/orgChart1"/>
    <dgm:cxn modelId="{6CF4E840-AEC2-4BE2-8768-BAFAB06311F5}" type="presOf" srcId="{A57CEB00-462B-4BEC-9B08-1B08C6DBBD96}" destId="{533E74F6-4967-450C-8E8B-CC88DD874680}" srcOrd="0" destOrd="0" presId="urn:microsoft.com/office/officeart/2005/8/layout/orgChart1"/>
    <dgm:cxn modelId="{3A651468-F282-497D-89FE-59ABE7DB83F4}" type="presOf" srcId="{A3E8E260-F82D-4845-8701-7BCEAB82091F}" destId="{E581254F-E7E7-4A9E-B5ED-6F6A69A214CD}" srcOrd="0" destOrd="0" presId="urn:microsoft.com/office/officeart/2005/8/layout/orgChart1"/>
    <dgm:cxn modelId="{5296D885-A7B1-4259-ACCE-B1B419E3E0C2}" type="presOf" srcId="{01DEE27B-EBFE-444F-B2C8-A628326B363B}" destId="{844124FC-7585-4766-9F65-6B9661F58531}" srcOrd="1" destOrd="0" presId="urn:microsoft.com/office/officeart/2005/8/layout/orgChart1"/>
    <dgm:cxn modelId="{87AB9F95-CD2A-4519-848F-178BCB379E4E}" srcId="{A57CEB00-462B-4BEC-9B08-1B08C6DBBD96}" destId="{A3E8E260-F82D-4845-8701-7BCEAB82091F}" srcOrd="1" destOrd="0" parTransId="{31E19B6A-428A-4353-9404-0662B81A443A}" sibTransId="{E9BD90B5-CD4A-4D3D-AC03-6EDC920B12D7}"/>
    <dgm:cxn modelId="{001B2DB6-5533-4DF0-B39B-0ACA29369B58}" type="presOf" srcId="{840AE2B4-E850-44EB-A3D6-ACE668862ED3}" destId="{3693499D-2A6C-4FC5-B517-58CB81CA30B0}" srcOrd="0" destOrd="0" presId="urn:microsoft.com/office/officeart/2005/8/layout/orgChart1"/>
    <dgm:cxn modelId="{8DA21ACA-AA23-4499-8668-22332BC5BC39}" type="presOf" srcId="{A3E8E260-F82D-4845-8701-7BCEAB82091F}" destId="{E388BBA6-6CE5-48E4-82D7-5C0C7910554C}" srcOrd="1" destOrd="0" presId="urn:microsoft.com/office/officeart/2005/8/layout/orgChart1"/>
    <dgm:cxn modelId="{C50041CA-C9C3-4F8D-9745-D1D285D9B44B}" srcId="{A57CEB00-462B-4BEC-9B08-1B08C6DBBD96}" destId="{01DEE27B-EBFE-444F-B2C8-A628326B363B}" srcOrd="0" destOrd="0" parTransId="{840AE2B4-E850-44EB-A3D6-ACE668862ED3}" sibTransId="{BA110E2E-2ACB-4F1E-AB96-F2004C3CF0FB}"/>
    <dgm:cxn modelId="{1B3650CF-CB5B-4125-89C1-DA56FFFCADD6}" type="presOf" srcId="{D1C27FC2-9411-4EB6-9112-8D4E345678D5}" destId="{14BA0840-4D7B-4127-89BF-DB142B89CD05}" srcOrd="0" destOrd="0" presId="urn:microsoft.com/office/officeart/2005/8/layout/orgChart1"/>
    <dgm:cxn modelId="{4D6E48F8-7BAC-4356-8DBD-7B3CE61E3016}" type="presOf" srcId="{31E19B6A-428A-4353-9404-0662B81A443A}" destId="{5F7A0FDA-E683-4399-B37F-0495B2FE3E7D}" srcOrd="0" destOrd="0" presId="urn:microsoft.com/office/officeart/2005/8/layout/orgChart1"/>
    <dgm:cxn modelId="{5C93272A-3D15-4E4C-8931-8E7D18E1CB30}" type="presParOf" srcId="{14BA0840-4D7B-4127-89BF-DB142B89CD05}" destId="{B459B1FE-5C49-42D5-9E17-0A94B8312A40}" srcOrd="0" destOrd="0" presId="urn:microsoft.com/office/officeart/2005/8/layout/orgChart1"/>
    <dgm:cxn modelId="{9F92FC59-C292-47E4-B114-EC4D5E7C604B}" type="presParOf" srcId="{B459B1FE-5C49-42D5-9E17-0A94B8312A40}" destId="{38C197E2-7F45-4075-BB4A-AE6F229C08AA}" srcOrd="0" destOrd="0" presId="urn:microsoft.com/office/officeart/2005/8/layout/orgChart1"/>
    <dgm:cxn modelId="{20747515-EB78-4798-9247-06A79FDDE038}" type="presParOf" srcId="{38C197E2-7F45-4075-BB4A-AE6F229C08AA}" destId="{533E74F6-4967-450C-8E8B-CC88DD874680}" srcOrd="0" destOrd="0" presId="urn:microsoft.com/office/officeart/2005/8/layout/orgChart1"/>
    <dgm:cxn modelId="{E05A629D-CF69-4391-AF09-CDB921C2C228}" type="presParOf" srcId="{38C197E2-7F45-4075-BB4A-AE6F229C08AA}" destId="{7359F82D-EC09-4ECF-A0AE-6DEBB238C3FA}" srcOrd="1" destOrd="0" presId="urn:microsoft.com/office/officeart/2005/8/layout/orgChart1"/>
    <dgm:cxn modelId="{C4817DD4-AFED-4F2E-B201-0E15FAFF47DA}" type="presParOf" srcId="{B459B1FE-5C49-42D5-9E17-0A94B8312A40}" destId="{F6891A34-EE9D-4743-B4C8-22BC3F0AF20E}" srcOrd="1" destOrd="0" presId="urn:microsoft.com/office/officeart/2005/8/layout/orgChart1"/>
    <dgm:cxn modelId="{7BFD5AF3-491B-40F4-BD53-D28B46B5D655}" type="presParOf" srcId="{F6891A34-EE9D-4743-B4C8-22BC3F0AF20E}" destId="{3693499D-2A6C-4FC5-B517-58CB81CA30B0}" srcOrd="0" destOrd="0" presId="urn:microsoft.com/office/officeart/2005/8/layout/orgChart1"/>
    <dgm:cxn modelId="{C19B8E71-31BA-40FD-A445-A2708748F4AE}" type="presParOf" srcId="{F6891A34-EE9D-4743-B4C8-22BC3F0AF20E}" destId="{EF339924-E3FE-45FC-BA29-820D255E1017}" srcOrd="1" destOrd="0" presId="urn:microsoft.com/office/officeart/2005/8/layout/orgChart1"/>
    <dgm:cxn modelId="{AB02DF14-2E3A-4213-AABE-70C0AB5FA851}" type="presParOf" srcId="{EF339924-E3FE-45FC-BA29-820D255E1017}" destId="{3A988D2B-E8BD-41A8-BFC6-0BE479E355EA}" srcOrd="0" destOrd="0" presId="urn:microsoft.com/office/officeart/2005/8/layout/orgChart1"/>
    <dgm:cxn modelId="{5594A823-33C7-4A62-A9CE-E285C54CA340}" type="presParOf" srcId="{3A988D2B-E8BD-41A8-BFC6-0BE479E355EA}" destId="{354C9D72-4E75-4518-89AD-2C5760B92664}" srcOrd="0" destOrd="0" presId="urn:microsoft.com/office/officeart/2005/8/layout/orgChart1"/>
    <dgm:cxn modelId="{EA707B9A-DB8F-488B-8EBB-A21913DDD58D}" type="presParOf" srcId="{3A988D2B-E8BD-41A8-BFC6-0BE479E355EA}" destId="{844124FC-7585-4766-9F65-6B9661F58531}" srcOrd="1" destOrd="0" presId="urn:microsoft.com/office/officeart/2005/8/layout/orgChart1"/>
    <dgm:cxn modelId="{5E4E6840-D8D3-4D5F-99A1-EEB49E2C5966}" type="presParOf" srcId="{EF339924-E3FE-45FC-BA29-820D255E1017}" destId="{1D24F57B-84E2-4C55-96CF-E942F12542BE}" srcOrd="1" destOrd="0" presId="urn:microsoft.com/office/officeart/2005/8/layout/orgChart1"/>
    <dgm:cxn modelId="{330312B7-E671-4C58-9377-58F2D7D96E8D}" type="presParOf" srcId="{EF339924-E3FE-45FC-BA29-820D255E1017}" destId="{DEF06F7E-4360-433E-A9ED-1E550B6D5318}" srcOrd="2" destOrd="0" presId="urn:microsoft.com/office/officeart/2005/8/layout/orgChart1"/>
    <dgm:cxn modelId="{49A6C3E2-4F98-424F-A74C-544B2DC61C70}" type="presParOf" srcId="{F6891A34-EE9D-4743-B4C8-22BC3F0AF20E}" destId="{5F7A0FDA-E683-4399-B37F-0495B2FE3E7D}" srcOrd="2" destOrd="0" presId="urn:microsoft.com/office/officeart/2005/8/layout/orgChart1"/>
    <dgm:cxn modelId="{3347D906-886F-4276-AC23-34BFAC4AF0F4}" type="presParOf" srcId="{F6891A34-EE9D-4743-B4C8-22BC3F0AF20E}" destId="{9DAB9387-7BE8-4BE5-A9B9-6C4A06D477C9}" srcOrd="3" destOrd="0" presId="urn:microsoft.com/office/officeart/2005/8/layout/orgChart1"/>
    <dgm:cxn modelId="{210F8CED-3698-4898-85DB-B56FE57A2DE9}" type="presParOf" srcId="{9DAB9387-7BE8-4BE5-A9B9-6C4A06D477C9}" destId="{7DDA8866-AB00-46B8-9A22-E32B95D14397}" srcOrd="0" destOrd="0" presId="urn:microsoft.com/office/officeart/2005/8/layout/orgChart1"/>
    <dgm:cxn modelId="{B4F2544A-E997-4DCB-9E0C-AA7CC098CBE7}" type="presParOf" srcId="{7DDA8866-AB00-46B8-9A22-E32B95D14397}" destId="{E581254F-E7E7-4A9E-B5ED-6F6A69A214CD}" srcOrd="0" destOrd="0" presId="urn:microsoft.com/office/officeart/2005/8/layout/orgChart1"/>
    <dgm:cxn modelId="{50324702-5270-428F-8935-EEF0A033CF2B}" type="presParOf" srcId="{7DDA8866-AB00-46B8-9A22-E32B95D14397}" destId="{E388BBA6-6CE5-48E4-82D7-5C0C7910554C}" srcOrd="1" destOrd="0" presId="urn:microsoft.com/office/officeart/2005/8/layout/orgChart1"/>
    <dgm:cxn modelId="{28D1781F-597A-4B91-A07D-DAD0FF68FD2B}" type="presParOf" srcId="{9DAB9387-7BE8-4BE5-A9B9-6C4A06D477C9}" destId="{748AF781-8144-411B-980F-68109CF8E08C}" srcOrd="1" destOrd="0" presId="urn:microsoft.com/office/officeart/2005/8/layout/orgChart1"/>
    <dgm:cxn modelId="{D1ABD728-E0F1-4CD5-9E33-51CBB7E60F2C}" type="presParOf" srcId="{9DAB9387-7BE8-4BE5-A9B9-6C4A06D477C9}" destId="{C16581AB-EA60-4263-8A04-0729EF0C5E03}" srcOrd="2" destOrd="0" presId="urn:microsoft.com/office/officeart/2005/8/layout/orgChart1"/>
    <dgm:cxn modelId="{1D18D6BE-3265-4B35-9BE1-73889160D3E5}" type="presParOf" srcId="{B459B1FE-5C49-42D5-9E17-0A94B8312A40}" destId="{2B44F9BF-B339-4AC9-A11E-65037D8A0CB1}" srcOrd="2" destOrd="0" presId="urn:microsoft.com/office/officeart/2005/8/layout/orgChart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1C27FC2-9411-4EB6-9112-8D4E345678D5}" type="doc">
      <dgm:prSet loTypeId="urn:microsoft.com/office/officeart/2005/8/layout/orgChart1" loCatId="hierarchy" qsTypeId="urn:microsoft.com/office/officeart/2005/8/quickstyle/simple1" qsCatId="simple" csTypeId="urn:microsoft.com/office/officeart/2005/8/colors/colorful3" csCatId="colorful" phldr="1"/>
      <dgm:spPr/>
      <dgm:t>
        <a:bodyPr/>
        <a:lstStyle/>
        <a:p>
          <a:endParaRPr lang="es-ES"/>
        </a:p>
      </dgm:t>
    </dgm:pt>
    <dgm:pt modelId="{A57CEB00-462B-4BEC-9B08-1B08C6DBBD96}">
      <dgm:prSet phldrT="[Texto]" custT="1"/>
      <dgm:spPr/>
      <dgm:t>
        <a:bodyPr/>
        <a:lstStyle/>
        <a:p>
          <a:r>
            <a:rPr lang="es-ES" sz="1400" dirty="0" err="1"/>
            <a:t>Windy</a:t>
          </a:r>
          <a:endParaRPr lang="es-ES" sz="1400" dirty="0"/>
        </a:p>
      </dgm:t>
    </dgm:pt>
    <dgm:pt modelId="{C65E929E-D3EB-4B92-BEF7-CF6795C9BAF0}" type="parTrans" cxnId="{15F7A12A-9FAE-4934-BD16-7A6157E86C4F}">
      <dgm:prSet/>
      <dgm:spPr/>
      <dgm:t>
        <a:bodyPr/>
        <a:lstStyle/>
        <a:p>
          <a:endParaRPr lang="es-ES" sz="1100"/>
        </a:p>
      </dgm:t>
    </dgm:pt>
    <dgm:pt modelId="{4C266106-1058-4178-B49E-D7F70B094841}" type="sibTrans" cxnId="{15F7A12A-9FAE-4934-BD16-7A6157E86C4F}">
      <dgm:prSet/>
      <dgm:spPr/>
      <dgm:t>
        <a:bodyPr/>
        <a:lstStyle/>
        <a:p>
          <a:endParaRPr lang="es-ES" sz="1100"/>
        </a:p>
      </dgm:t>
    </dgm:pt>
    <dgm:pt modelId="{01DEE27B-EBFE-444F-B2C8-A628326B363B}">
      <dgm:prSet phldrT="[Texto]" custT="1"/>
      <dgm:spPr/>
      <dgm:t>
        <a:bodyPr/>
        <a:lstStyle/>
        <a:p>
          <a:r>
            <a:rPr lang="es-ES" sz="1400" dirty="0"/>
            <a:t>Play Golf</a:t>
          </a:r>
        </a:p>
        <a:p>
          <a:r>
            <a:rPr lang="es-ES" sz="1400" dirty="0"/>
            <a:t>Yes: 2 , No: 3 </a:t>
          </a:r>
        </a:p>
      </dgm:t>
    </dgm:pt>
    <dgm:pt modelId="{840AE2B4-E850-44EB-A3D6-ACE668862ED3}" type="parTrans" cxnId="{C50041CA-C9C3-4F8D-9745-D1D285D9B44B}">
      <dgm:prSet/>
      <dgm:spPr/>
      <dgm:t>
        <a:bodyPr/>
        <a:lstStyle/>
        <a:p>
          <a:endParaRPr lang="es-ES" sz="1100"/>
        </a:p>
      </dgm:t>
    </dgm:pt>
    <dgm:pt modelId="{BA110E2E-2ACB-4F1E-AB96-F2004C3CF0FB}" type="sibTrans" cxnId="{C50041CA-C9C3-4F8D-9745-D1D285D9B44B}">
      <dgm:prSet/>
      <dgm:spPr/>
      <dgm:t>
        <a:bodyPr/>
        <a:lstStyle/>
        <a:p>
          <a:endParaRPr lang="es-ES" sz="1100"/>
        </a:p>
      </dgm:t>
    </dgm:pt>
    <dgm:pt modelId="{A3E8E260-F82D-4845-8701-7BCEAB82091F}">
      <dgm:prSet phldrT="[Texto]" custT="1"/>
      <dgm:spPr/>
      <dgm:t>
        <a:bodyPr/>
        <a:lstStyle/>
        <a:p>
          <a:r>
            <a:rPr lang="es-ES" sz="1400" dirty="0"/>
            <a:t>Play Golf</a:t>
          </a:r>
        </a:p>
        <a:p>
          <a:r>
            <a:rPr lang="es-ES" sz="1400" dirty="0"/>
            <a:t>Yes: 6 , No: 2 </a:t>
          </a:r>
        </a:p>
      </dgm:t>
    </dgm:pt>
    <dgm:pt modelId="{31E19B6A-428A-4353-9404-0662B81A443A}" type="parTrans" cxnId="{87AB9F95-CD2A-4519-848F-178BCB379E4E}">
      <dgm:prSet/>
      <dgm:spPr/>
      <dgm:t>
        <a:bodyPr/>
        <a:lstStyle/>
        <a:p>
          <a:endParaRPr lang="es-ES" sz="1100"/>
        </a:p>
      </dgm:t>
    </dgm:pt>
    <dgm:pt modelId="{E9BD90B5-CD4A-4D3D-AC03-6EDC920B12D7}" type="sibTrans" cxnId="{87AB9F95-CD2A-4519-848F-178BCB379E4E}">
      <dgm:prSet/>
      <dgm:spPr/>
      <dgm:t>
        <a:bodyPr/>
        <a:lstStyle/>
        <a:p>
          <a:endParaRPr lang="es-ES" sz="1100"/>
        </a:p>
      </dgm:t>
    </dgm:pt>
    <dgm:pt modelId="{14BA0840-4D7B-4127-89BF-DB142B89CD05}" type="pres">
      <dgm:prSet presAssocID="{D1C27FC2-9411-4EB6-9112-8D4E345678D5}" presName="hierChild1" presStyleCnt="0">
        <dgm:presLayoutVars>
          <dgm:orgChart val="1"/>
          <dgm:chPref val="1"/>
          <dgm:dir/>
          <dgm:animOne val="branch"/>
          <dgm:animLvl val="lvl"/>
          <dgm:resizeHandles/>
        </dgm:presLayoutVars>
      </dgm:prSet>
      <dgm:spPr/>
    </dgm:pt>
    <dgm:pt modelId="{B459B1FE-5C49-42D5-9E17-0A94B8312A40}" type="pres">
      <dgm:prSet presAssocID="{A57CEB00-462B-4BEC-9B08-1B08C6DBBD96}" presName="hierRoot1" presStyleCnt="0">
        <dgm:presLayoutVars>
          <dgm:hierBranch val="init"/>
        </dgm:presLayoutVars>
      </dgm:prSet>
      <dgm:spPr/>
    </dgm:pt>
    <dgm:pt modelId="{38C197E2-7F45-4075-BB4A-AE6F229C08AA}" type="pres">
      <dgm:prSet presAssocID="{A57CEB00-462B-4BEC-9B08-1B08C6DBBD96}" presName="rootComposite1" presStyleCnt="0"/>
      <dgm:spPr/>
    </dgm:pt>
    <dgm:pt modelId="{533E74F6-4967-450C-8E8B-CC88DD874680}" type="pres">
      <dgm:prSet presAssocID="{A57CEB00-462B-4BEC-9B08-1B08C6DBBD96}" presName="rootText1" presStyleLbl="node0" presStyleIdx="0" presStyleCnt="1">
        <dgm:presLayoutVars>
          <dgm:chPref val="3"/>
        </dgm:presLayoutVars>
      </dgm:prSet>
      <dgm:spPr/>
    </dgm:pt>
    <dgm:pt modelId="{7359F82D-EC09-4ECF-A0AE-6DEBB238C3FA}" type="pres">
      <dgm:prSet presAssocID="{A57CEB00-462B-4BEC-9B08-1B08C6DBBD96}" presName="rootConnector1" presStyleLbl="node1" presStyleIdx="0" presStyleCnt="0"/>
      <dgm:spPr/>
    </dgm:pt>
    <dgm:pt modelId="{F6891A34-EE9D-4743-B4C8-22BC3F0AF20E}" type="pres">
      <dgm:prSet presAssocID="{A57CEB00-462B-4BEC-9B08-1B08C6DBBD96}" presName="hierChild2" presStyleCnt="0"/>
      <dgm:spPr/>
    </dgm:pt>
    <dgm:pt modelId="{3693499D-2A6C-4FC5-B517-58CB81CA30B0}" type="pres">
      <dgm:prSet presAssocID="{840AE2B4-E850-44EB-A3D6-ACE668862ED3}" presName="Name37" presStyleLbl="parChTrans1D2" presStyleIdx="0" presStyleCnt="2"/>
      <dgm:spPr/>
    </dgm:pt>
    <dgm:pt modelId="{EF339924-E3FE-45FC-BA29-820D255E1017}" type="pres">
      <dgm:prSet presAssocID="{01DEE27B-EBFE-444F-B2C8-A628326B363B}" presName="hierRoot2" presStyleCnt="0">
        <dgm:presLayoutVars>
          <dgm:hierBranch val="hang"/>
        </dgm:presLayoutVars>
      </dgm:prSet>
      <dgm:spPr/>
    </dgm:pt>
    <dgm:pt modelId="{3A988D2B-E8BD-41A8-BFC6-0BE479E355EA}" type="pres">
      <dgm:prSet presAssocID="{01DEE27B-EBFE-444F-B2C8-A628326B363B}" presName="rootComposite" presStyleCnt="0"/>
      <dgm:spPr/>
    </dgm:pt>
    <dgm:pt modelId="{354C9D72-4E75-4518-89AD-2C5760B92664}" type="pres">
      <dgm:prSet presAssocID="{01DEE27B-EBFE-444F-B2C8-A628326B363B}" presName="rootText" presStyleLbl="node2" presStyleIdx="0" presStyleCnt="2" custLinFactNeighborX="-53" custLinFactNeighborY="18718">
        <dgm:presLayoutVars>
          <dgm:chPref val="3"/>
        </dgm:presLayoutVars>
      </dgm:prSet>
      <dgm:spPr/>
    </dgm:pt>
    <dgm:pt modelId="{844124FC-7585-4766-9F65-6B9661F58531}" type="pres">
      <dgm:prSet presAssocID="{01DEE27B-EBFE-444F-B2C8-A628326B363B}" presName="rootConnector" presStyleLbl="node2" presStyleIdx="0" presStyleCnt="2"/>
      <dgm:spPr/>
    </dgm:pt>
    <dgm:pt modelId="{1D24F57B-84E2-4C55-96CF-E942F12542BE}" type="pres">
      <dgm:prSet presAssocID="{01DEE27B-EBFE-444F-B2C8-A628326B363B}" presName="hierChild4" presStyleCnt="0"/>
      <dgm:spPr/>
    </dgm:pt>
    <dgm:pt modelId="{DEF06F7E-4360-433E-A9ED-1E550B6D5318}" type="pres">
      <dgm:prSet presAssocID="{01DEE27B-EBFE-444F-B2C8-A628326B363B}" presName="hierChild5" presStyleCnt="0"/>
      <dgm:spPr/>
    </dgm:pt>
    <dgm:pt modelId="{5F7A0FDA-E683-4399-B37F-0495B2FE3E7D}" type="pres">
      <dgm:prSet presAssocID="{31E19B6A-428A-4353-9404-0662B81A443A}" presName="Name37" presStyleLbl="parChTrans1D2" presStyleIdx="1" presStyleCnt="2"/>
      <dgm:spPr/>
    </dgm:pt>
    <dgm:pt modelId="{9DAB9387-7BE8-4BE5-A9B9-6C4A06D477C9}" type="pres">
      <dgm:prSet presAssocID="{A3E8E260-F82D-4845-8701-7BCEAB82091F}" presName="hierRoot2" presStyleCnt="0">
        <dgm:presLayoutVars>
          <dgm:hierBranch val="hang"/>
        </dgm:presLayoutVars>
      </dgm:prSet>
      <dgm:spPr/>
    </dgm:pt>
    <dgm:pt modelId="{7DDA8866-AB00-46B8-9A22-E32B95D14397}" type="pres">
      <dgm:prSet presAssocID="{A3E8E260-F82D-4845-8701-7BCEAB82091F}" presName="rootComposite" presStyleCnt="0"/>
      <dgm:spPr/>
    </dgm:pt>
    <dgm:pt modelId="{E581254F-E7E7-4A9E-B5ED-6F6A69A214CD}" type="pres">
      <dgm:prSet presAssocID="{A3E8E260-F82D-4845-8701-7BCEAB82091F}" presName="rootText" presStyleLbl="node2" presStyleIdx="1" presStyleCnt="2" custLinFactNeighborX="-618" custLinFactNeighborY="18553">
        <dgm:presLayoutVars>
          <dgm:chPref val="3"/>
        </dgm:presLayoutVars>
      </dgm:prSet>
      <dgm:spPr/>
    </dgm:pt>
    <dgm:pt modelId="{E388BBA6-6CE5-48E4-82D7-5C0C7910554C}" type="pres">
      <dgm:prSet presAssocID="{A3E8E260-F82D-4845-8701-7BCEAB82091F}" presName="rootConnector" presStyleLbl="node2" presStyleIdx="1" presStyleCnt="2"/>
      <dgm:spPr/>
    </dgm:pt>
    <dgm:pt modelId="{748AF781-8144-411B-980F-68109CF8E08C}" type="pres">
      <dgm:prSet presAssocID="{A3E8E260-F82D-4845-8701-7BCEAB82091F}" presName="hierChild4" presStyleCnt="0"/>
      <dgm:spPr/>
    </dgm:pt>
    <dgm:pt modelId="{C16581AB-EA60-4263-8A04-0729EF0C5E03}" type="pres">
      <dgm:prSet presAssocID="{A3E8E260-F82D-4845-8701-7BCEAB82091F}" presName="hierChild5" presStyleCnt="0"/>
      <dgm:spPr/>
    </dgm:pt>
    <dgm:pt modelId="{2B44F9BF-B339-4AC9-A11E-65037D8A0CB1}" type="pres">
      <dgm:prSet presAssocID="{A57CEB00-462B-4BEC-9B08-1B08C6DBBD96}" presName="hierChild3" presStyleCnt="0"/>
      <dgm:spPr/>
    </dgm:pt>
  </dgm:ptLst>
  <dgm:cxnLst>
    <dgm:cxn modelId="{2B14DA0D-3784-4106-B765-70737ED5ABB9}" type="presOf" srcId="{01DEE27B-EBFE-444F-B2C8-A628326B363B}" destId="{354C9D72-4E75-4518-89AD-2C5760B92664}" srcOrd="0" destOrd="0" presId="urn:microsoft.com/office/officeart/2005/8/layout/orgChart1"/>
    <dgm:cxn modelId="{15F7A12A-9FAE-4934-BD16-7A6157E86C4F}" srcId="{D1C27FC2-9411-4EB6-9112-8D4E345678D5}" destId="{A57CEB00-462B-4BEC-9B08-1B08C6DBBD96}" srcOrd="0" destOrd="0" parTransId="{C65E929E-D3EB-4B92-BEF7-CF6795C9BAF0}" sibTransId="{4C266106-1058-4178-B49E-D7F70B094841}"/>
    <dgm:cxn modelId="{8A053D3F-51AC-4E1B-BE08-42A325F60CBD}" type="presOf" srcId="{A57CEB00-462B-4BEC-9B08-1B08C6DBBD96}" destId="{7359F82D-EC09-4ECF-A0AE-6DEBB238C3FA}" srcOrd="1" destOrd="0" presId="urn:microsoft.com/office/officeart/2005/8/layout/orgChart1"/>
    <dgm:cxn modelId="{6CF4E840-AEC2-4BE2-8768-BAFAB06311F5}" type="presOf" srcId="{A57CEB00-462B-4BEC-9B08-1B08C6DBBD96}" destId="{533E74F6-4967-450C-8E8B-CC88DD874680}" srcOrd="0" destOrd="0" presId="urn:microsoft.com/office/officeart/2005/8/layout/orgChart1"/>
    <dgm:cxn modelId="{3A651468-F282-497D-89FE-59ABE7DB83F4}" type="presOf" srcId="{A3E8E260-F82D-4845-8701-7BCEAB82091F}" destId="{E581254F-E7E7-4A9E-B5ED-6F6A69A214CD}" srcOrd="0" destOrd="0" presId="urn:microsoft.com/office/officeart/2005/8/layout/orgChart1"/>
    <dgm:cxn modelId="{5296D885-A7B1-4259-ACCE-B1B419E3E0C2}" type="presOf" srcId="{01DEE27B-EBFE-444F-B2C8-A628326B363B}" destId="{844124FC-7585-4766-9F65-6B9661F58531}" srcOrd="1" destOrd="0" presId="urn:microsoft.com/office/officeart/2005/8/layout/orgChart1"/>
    <dgm:cxn modelId="{87AB9F95-CD2A-4519-848F-178BCB379E4E}" srcId="{A57CEB00-462B-4BEC-9B08-1B08C6DBBD96}" destId="{A3E8E260-F82D-4845-8701-7BCEAB82091F}" srcOrd="1" destOrd="0" parTransId="{31E19B6A-428A-4353-9404-0662B81A443A}" sibTransId="{E9BD90B5-CD4A-4D3D-AC03-6EDC920B12D7}"/>
    <dgm:cxn modelId="{001B2DB6-5533-4DF0-B39B-0ACA29369B58}" type="presOf" srcId="{840AE2B4-E850-44EB-A3D6-ACE668862ED3}" destId="{3693499D-2A6C-4FC5-B517-58CB81CA30B0}" srcOrd="0" destOrd="0" presId="urn:microsoft.com/office/officeart/2005/8/layout/orgChart1"/>
    <dgm:cxn modelId="{8DA21ACA-AA23-4499-8668-22332BC5BC39}" type="presOf" srcId="{A3E8E260-F82D-4845-8701-7BCEAB82091F}" destId="{E388BBA6-6CE5-48E4-82D7-5C0C7910554C}" srcOrd="1" destOrd="0" presId="urn:microsoft.com/office/officeart/2005/8/layout/orgChart1"/>
    <dgm:cxn modelId="{C50041CA-C9C3-4F8D-9745-D1D285D9B44B}" srcId="{A57CEB00-462B-4BEC-9B08-1B08C6DBBD96}" destId="{01DEE27B-EBFE-444F-B2C8-A628326B363B}" srcOrd="0" destOrd="0" parTransId="{840AE2B4-E850-44EB-A3D6-ACE668862ED3}" sibTransId="{BA110E2E-2ACB-4F1E-AB96-F2004C3CF0FB}"/>
    <dgm:cxn modelId="{1B3650CF-CB5B-4125-89C1-DA56FFFCADD6}" type="presOf" srcId="{D1C27FC2-9411-4EB6-9112-8D4E345678D5}" destId="{14BA0840-4D7B-4127-89BF-DB142B89CD05}" srcOrd="0" destOrd="0" presId="urn:microsoft.com/office/officeart/2005/8/layout/orgChart1"/>
    <dgm:cxn modelId="{4D6E48F8-7BAC-4356-8DBD-7B3CE61E3016}" type="presOf" srcId="{31E19B6A-428A-4353-9404-0662B81A443A}" destId="{5F7A0FDA-E683-4399-B37F-0495B2FE3E7D}" srcOrd="0" destOrd="0" presId="urn:microsoft.com/office/officeart/2005/8/layout/orgChart1"/>
    <dgm:cxn modelId="{5C93272A-3D15-4E4C-8931-8E7D18E1CB30}" type="presParOf" srcId="{14BA0840-4D7B-4127-89BF-DB142B89CD05}" destId="{B459B1FE-5C49-42D5-9E17-0A94B8312A40}" srcOrd="0" destOrd="0" presId="urn:microsoft.com/office/officeart/2005/8/layout/orgChart1"/>
    <dgm:cxn modelId="{9F92FC59-C292-47E4-B114-EC4D5E7C604B}" type="presParOf" srcId="{B459B1FE-5C49-42D5-9E17-0A94B8312A40}" destId="{38C197E2-7F45-4075-BB4A-AE6F229C08AA}" srcOrd="0" destOrd="0" presId="urn:microsoft.com/office/officeart/2005/8/layout/orgChart1"/>
    <dgm:cxn modelId="{20747515-EB78-4798-9247-06A79FDDE038}" type="presParOf" srcId="{38C197E2-7F45-4075-BB4A-AE6F229C08AA}" destId="{533E74F6-4967-450C-8E8B-CC88DD874680}" srcOrd="0" destOrd="0" presId="urn:microsoft.com/office/officeart/2005/8/layout/orgChart1"/>
    <dgm:cxn modelId="{E05A629D-CF69-4391-AF09-CDB921C2C228}" type="presParOf" srcId="{38C197E2-7F45-4075-BB4A-AE6F229C08AA}" destId="{7359F82D-EC09-4ECF-A0AE-6DEBB238C3FA}" srcOrd="1" destOrd="0" presId="urn:microsoft.com/office/officeart/2005/8/layout/orgChart1"/>
    <dgm:cxn modelId="{C4817DD4-AFED-4F2E-B201-0E15FAFF47DA}" type="presParOf" srcId="{B459B1FE-5C49-42D5-9E17-0A94B8312A40}" destId="{F6891A34-EE9D-4743-B4C8-22BC3F0AF20E}" srcOrd="1" destOrd="0" presId="urn:microsoft.com/office/officeart/2005/8/layout/orgChart1"/>
    <dgm:cxn modelId="{7BFD5AF3-491B-40F4-BD53-D28B46B5D655}" type="presParOf" srcId="{F6891A34-EE9D-4743-B4C8-22BC3F0AF20E}" destId="{3693499D-2A6C-4FC5-B517-58CB81CA30B0}" srcOrd="0" destOrd="0" presId="urn:microsoft.com/office/officeart/2005/8/layout/orgChart1"/>
    <dgm:cxn modelId="{C19B8E71-31BA-40FD-A445-A2708748F4AE}" type="presParOf" srcId="{F6891A34-EE9D-4743-B4C8-22BC3F0AF20E}" destId="{EF339924-E3FE-45FC-BA29-820D255E1017}" srcOrd="1" destOrd="0" presId="urn:microsoft.com/office/officeart/2005/8/layout/orgChart1"/>
    <dgm:cxn modelId="{AB02DF14-2E3A-4213-AABE-70C0AB5FA851}" type="presParOf" srcId="{EF339924-E3FE-45FC-BA29-820D255E1017}" destId="{3A988D2B-E8BD-41A8-BFC6-0BE479E355EA}" srcOrd="0" destOrd="0" presId="urn:microsoft.com/office/officeart/2005/8/layout/orgChart1"/>
    <dgm:cxn modelId="{5594A823-33C7-4A62-A9CE-E285C54CA340}" type="presParOf" srcId="{3A988D2B-E8BD-41A8-BFC6-0BE479E355EA}" destId="{354C9D72-4E75-4518-89AD-2C5760B92664}" srcOrd="0" destOrd="0" presId="urn:microsoft.com/office/officeart/2005/8/layout/orgChart1"/>
    <dgm:cxn modelId="{EA707B9A-DB8F-488B-8EBB-A21913DDD58D}" type="presParOf" srcId="{3A988D2B-E8BD-41A8-BFC6-0BE479E355EA}" destId="{844124FC-7585-4766-9F65-6B9661F58531}" srcOrd="1" destOrd="0" presId="urn:microsoft.com/office/officeart/2005/8/layout/orgChart1"/>
    <dgm:cxn modelId="{5E4E6840-D8D3-4D5F-99A1-EEB49E2C5966}" type="presParOf" srcId="{EF339924-E3FE-45FC-BA29-820D255E1017}" destId="{1D24F57B-84E2-4C55-96CF-E942F12542BE}" srcOrd="1" destOrd="0" presId="urn:microsoft.com/office/officeart/2005/8/layout/orgChart1"/>
    <dgm:cxn modelId="{330312B7-E671-4C58-9377-58F2D7D96E8D}" type="presParOf" srcId="{EF339924-E3FE-45FC-BA29-820D255E1017}" destId="{DEF06F7E-4360-433E-A9ED-1E550B6D5318}" srcOrd="2" destOrd="0" presId="urn:microsoft.com/office/officeart/2005/8/layout/orgChart1"/>
    <dgm:cxn modelId="{49A6C3E2-4F98-424F-A74C-544B2DC61C70}" type="presParOf" srcId="{F6891A34-EE9D-4743-B4C8-22BC3F0AF20E}" destId="{5F7A0FDA-E683-4399-B37F-0495B2FE3E7D}" srcOrd="2" destOrd="0" presId="urn:microsoft.com/office/officeart/2005/8/layout/orgChart1"/>
    <dgm:cxn modelId="{3347D906-886F-4276-AC23-34BFAC4AF0F4}" type="presParOf" srcId="{F6891A34-EE9D-4743-B4C8-22BC3F0AF20E}" destId="{9DAB9387-7BE8-4BE5-A9B9-6C4A06D477C9}" srcOrd="3" destOrd="0" presId="urn:microsoft.com/office/officeart/2005/8/layout/orgChart1"/>
    <dgm:cxn modelId="{210F8CED-3698-4898-85DB-B56FE57A2DE9}" type="presParOf" srcId="{9DAB9387-7BE8-4BE5-A9B9-6C4A06D477C9}" destId="{7DDA8866-AB00-46B8-9A22-E32B95D14397}" srcOrd="0" destOrd="0" presId="urn:microsoft.com/office/officeart/2005/8/layout/orgChart1"/>
    <dgm:cxn modelId="{B4F2544A-E997-4DCB-9E0C-AA7CC098CBE7}" type="presParOf" srcId="{7DDA8866-AB00-46B8-9A22-E32B95D14397}" destId="{E581254F-E7E7-4A9E-B5ED-6F6A69A214CD}" srcOrd="0" destOrd="0" presId="urn:microsoft.com/office/officeart/2005/8/layout/orgChart1"/>
    <dgm:cxn modelId="{50324702-5270-428F-8935-EEF0A033CF2B}" type="presParOf" srcId="{7DDA8866-AB00-46B8-9A22-E32B95D14397}" destId="{E388BBA6-6CE5-48E4-82D7-5C0C7910554C}" srcOrd="1" destOrd="0" presId="urn:microsoft.com/office/officeart/2005/8/layout/orgChart1"/>
    <dgm:cxn modelId="{28D1781F-597A-4B91-A07D-DAD0FF68FD2B}" type="presParOf" srcId="{9DAB9387-7BE8-4BE5-A9B9-6C4A06D477C9}" destId="{748AF781-8144-411B-980F-68109CF8E08C}" srcOrd="1" destOrd="0" presId="urn:microsoft.com/office/officeart/2005/8/layout/orgChart1"/>
    <dgm:cxn modelId="{D1ABD728-E0F1-4CD5-9E33-51CBB7E60F2C}" type="presParOf" srcId="{9DAB9387-7BE8-4BE5-A9B9-6C4A06D477C9}" destId="{C16581AB-EA60-4263-8A04-0729EF0C5E03}" srcOrd="2" destOrd="0" presId="urn:microsoft.com/office/officeart/2005/8/layout/orgChart1"/>
    <dgm:cxn modelId="{1D18D6BE-3265-4B35-9BE1-73889160D3E5}" type="presParOf" srcId="{B459B1FE-5C49-42D5-9E17-0A94B8312A40}" destId="{2B44F9BF-B339-4AC9-A11E-65037D8A0CB1}" srcOrd="2" destOrd="0" presId="urn:microsoft.com/office/officeart/2005/8/layout/orgChart1"/>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1C27FC2-9411-4EB6-9112-8D4E345678D5}" type="doc">
      <dgm:prSet loTypeId="urn:microsoft.com/office/officeart/2005/8/layout/orgChart1" loCatId="hierarchy" qsTypeId="urn:microsoft.com/office/officeart/2005/8/quickstyle/simple1" qsCatId="simple" csTypeId="urn:microsoft.com/office/officeart/2005/8/colors/colorful5" csCatId="colorful" phldr="1"/>
      <dgm:spPr/>
      <dgm:t>
        <a:bodyPr/>
        <a:lstStyle/>
        <a:p>
          <a:endParaRPr lang="es-ES"/>
        </a:p>
      </dgm:t>
    </dgm:pt>
    <dgm:pt modelId="{A57CEB00-462B-4BEC-9B08-1B08C6DBBD96}">
      <dgm:prSet phldrT="[Texto]" custT="1"/>
      <dgm:spPr/>
      <dgm:t>
        <a:bodyPr/>
        <a:lstStyle/>
        <a:p>
          <a:r>
            <a:rPr lang="es-ES" sz="1400"/>
            <a:t>Outlook</a:t>
          </a:r>
          <a:endParaRPr lang="es-ES" sz="1400" dirty="0"/>
        </a:p>
      </dgm:t>
    </dgm:pt>
    <dgm:pt modelId="{C65E929E-D3EB-4B92-BEF7-CF6795C9BAF0}" type="parTrans" cxnId="{15F7A12A-9FAE-4934-BD16-7A6157E86C4F}">
      <dgm:prSet/>
      <dgm:spPr/>
      <dgm:t>
        <a:bodyPr/>
        <a:lstStyle/>
        <a:p>
          <a:endParaRPr lang="es-ES" sz="1100"/>
        </a:p>
      </dgm:t>
    </dgm:pt>
    <dgm:pt modelId="{4C266106-1058-4178-B49E-D7F70B094841}" type="sibTrans" cxnId="{15F7A12A-9FAE-4934-BD16-7A6157E86C4F}">
      <dgm:prSet/>
      <dgm:spPr/>
      <dgm:t>
        <a:bodyPr/>
        <a:lstStyle/>
        <a:p>
          <a:endParaRPr lang="es-ES" sz="1100"/>
        </a:p>
      </dgm:t>
    </dgm:pt>
    <dgm:pt modelId="{01DEE27B-EBFE-444F-B2C8-A628326B363B}">
      <dgm:prSet phldrT="[Texto]" custT="1"/>
      <dgm:spPr/>
      <dgm:t>
        <a:bodyPr/>
        <a:lstStyle/>
        <a:p>
          <a:r>
            <a:rPr lang="es-ES" sz="1400" dirty="0" err="1"/>
            <a:t>Sunny</a:t>
          </a:r>
          <a:endParaRPr lang="es-ES" sz="1400" dirty="0"/>
        </a:p>
      </dgm:t>
    </dgm:pt>
    <dgm:pt modelId="{840AE2B4-E850-44EB-A3D6-ACE668862ED3}" type="parTrans" cxnId="{C50041CA-C9C3-4F8D-9745-D1D285D9B44B}">
      <dgm:prSet/>
      <dgm:spPr/>
      <dgm:t>
        <a:bodyPr/>
        <a:lstStyle/>
        <a:p>
          <a:endParaRPr lang="es-ES" sz="1100"/>
        </a:p>
      </dgm:t>
    </dgm:pt>
    <dgm:pt modelId="{BA110E2E-2ACB-4F1E-AB96-F2004C3CF0FB}" type="sibTrans" cxnId="{C50041CA-C9C3-4F8D-9745-D1D285D9B44B}">
      <dgm:prSet/>
      <dgm:spPr/>
      <dgm:t>
        <a:bodyPr/>
        <a:lstStyle/>
        <a:p>
          <a:endParaRPr lang="es-ES" sz="1100"/>
        </a:p>
      </dgm:t>
    </dgm:pt>
    <dgm:pt modelId="{A3E8E260-F82D-4845-8701-7BCEAB82091F}">
      <dgm:prSet phldrT="[Texto]" custT="1"/>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s-ES" sz="1400" dirty="0" err="1"/>
            <a:t>Overcast</a:t>
          </a:r>
          <a:endParaRPr lang="es-ES" sz="1400" dirty="0"/>
        </a:p>
      </dgm:t>
    </dgm:pt>
    <dgm:pt modelId="{31E19B6A-428A-4353-9404-0662B81A443A}" type="parTrans" cxnId="{87AB9F95-CD2A-4519-848F-178BCB379E4E}">
      <dgm:prSet/>
      <dgm:spPr/>
      <dgm:t>
        <a:bodyPr/>
        <a:lstStyle/>
        <a:p>
          <a:endParaRPr lang="es-ES" sz="1100"/>
        </a:p>
      </dgm:t>
    </dgm:pt>
    <dgm:pt modelId="{E9BD90B5-CD4A-4D3D-AC03-6EDC920B12D7}" type="sibTrans" cxnId="{87AB9F95-CD2A-4519-848F-178BCB379E4E}">
      <dgm:prSet/>
      <dgm:spPr/>
      <dgm:t>
        <a:bodyPr/>
        <a:lstStyle/>
        <a:p>
          <a:endParaRPr lang="es-ES" sz="1100"/>
        </a:p>
      </dgm:t>
    </dgm:pt>
    <dgm:pt modelId="{F231CAD4-F337-40E7-ABE2-62872578BF78}">
      <dgm:prSet custT="1"/>
      <dgm:spPr/>
      <dgm:t>
        <a:bodyPr/>
        <a:lstStyle/>
        <a:p>
          <a:r>
            <a:rPr lang="es-ES" sz="1400" dirty="0" err="1"/>
            <a:t>Rainy</a:t>
          </a:r>
          <a:endParaRPr lang="es-ES" sz="1400" dirty="0"/>
        </a:p>
      </dgm:t>
    </dgm:pt>
    <dgm:pt modelId="{AA6F2C6A-12AB-49DC-B2C5-FBCA80169911}" type="parTrans" cxnId="{A5DDF46F-3186-45A9-89AC-2D395923B1AF}">
      <dgm:prSet/>
      <dgm:spPr/>
      <dgm:t>
        <a:bodyPr/>
        <a:lstStyle/>
        <a:p>
          <a:endParaRPr lang="es-ES"/>
        </a:p>
      </dgm:t>
    </dgm:pt>
    <dgm:pt modelId="{F45C335A-DA5E-4620-AD39-FA5E37CA53FD}" type="sibTrans" cxnId="{A5DDF46F-3186-45A9-89AC-2D395923B1AF}">
      <dgm:prSet/>
      <dgm:spPr/>
      <dgm:t>
        <a:bodyPr/>
        <a:lstStyle/>
        <a:p>
          <a:endParaRPr lang="es-ES"/>
        </a:p>
      </dgm:t>
    </dgm:pt>
    <dgm:pt modelId="{DE317F1A-5022-493C-BAB1-01DA7BA71CDE}">
      <dgm:prSet custT="1"/>
      <dgm:spPr>
        <a:solidFill>
          <a:schemeClr val="accent2">
            <a:lumMod val="60000"/>
            <a:lumOff val="40000"/>
          </a:schemeClr>
        </a:solidFill>
      </dgm:spPr>
      <dgm:t>
        <a:bodyPr/>
        <a:lstStyle/>
        <a:p>
          <a:r>
            <a:rPr lang="es-ES" sz="1400" dirty="0"/>
            <a:t>Yes</a:t>
          </a:r>
        </a:p>
      </dgm:t>
    </dgm:pt>
    <dgm:pt modelId="{717F244C-015D-432D-B91C-9DB5D7A2C97C}" type="parTrans" cxnId="{F72452AD-3533-47C6-8342-02ACAA38ED7D}">
      <dgm:prSet/>
      <dgm:spPr/>
      <dgm:t>
        <a:bodyPr/>
        <a:lstStyle/>
        <a:p>
          <a:endParaRPr lang="es-ES"/>
        </a:p>
      </dgm:t>
    </dgm:pt>
    <dgm:pt modelId="{94AC233F-4360-4FCF-9E2B-B6D04B623CAB}" type="sibTrans" cxnId="{F72452AD-3533-47C6-8342-02ACAA38ED7D}">
      <dgm:prSet/>
      <dgm:spPr/>
      <dgm:t>
        <a:bodyPr/>
        <a:lstStyle/>
        <a:p>
          <a:endParaRPr lang="es-ES"/>
        </a:p>
      </dgm:t>
    </dgm:pt>
    <dgm:pt modelId="{664E9795-492D-49E4-B4F9-80636AC786CD}">
      <dgm:prSet custT="1"/>
      <dgm:spPr/>
      <dgm:t>
        <a:bodyPr/>
        <a:lstStyle/>
        <a:p>
          <a:r>
            <a:rPr lang="es-ES" sz="1400" dirty="0" err="1"/>
            <a:t>Windy</a:t>
          </a:r>
          <a:endParaRPr lang="es-ES" sz="1400" dirty="0"/>
        </a:p>
      </dgm:t>
    </dgm:pt>
    <dgm:pt modelId="{3627BB53-C0D7-4E86-897F-54AC6F72066F}" type="parTrans" cxnId="{527A35F2-94E2-42F6-8C61-613046EA5887}">
      <dgm:prSet/>
      <dgm:spPr/>
      <dgm:t>
        <a:bodyPr/>
        <a:lstStyle/>
        <a:p>
          <a:endParaRPr lang="es-ES"/>
        </a:p>
      </dgm:t>
    </dgm:pt>
    <dgm:pt modelId="{9CDE242A-C51A-4BB1-829E-9C664D38FDE9}" type="sibTrans" cxnId="{527A35F2-94E2-42F6-8C61-613046EA5887}">
      <dgm:prSet/>
      <dgm:spPr/>
      <dgm:t>
        <a:bodyPr/>
        <a:lstStyle/>
        <a:p>
          <a:endParaRPr lang="es-ES"/>
        </a:p>
      </dgm:t>
    </dgm:pt>
    <dgm:pt modelId="{80B1BFE0-63EE-41F4-B1B8-D8A3E771CD0B}">
      <dgm:prSet custT="1"/>
      <dgm:spPr/>
      <dgm:t>
        <a:bodyPr/>
        <a:lstStyle/>
        <a:p>
          <a:r>
            <a:rPr lang="es-ES" sz="1400" dirty="0" err="1"/>
            <a:t>Humidity</a:t>
          </a:r>
          <a:endParaRPr lang="es-ES" sz="1400" dirty="0"/>
        </a:p>
      </dgm:t>
    </dgm:pt>
    <dgm:pt modelId="{4C0BFC83-3F12-4235-89D0-DC6C51ECCCC8}" type="parTrans" cxnId="{6E6D80F8-435E-4B54-85B1-65615FE90675}">
      <dgm:prSet/>
      <dgm:spPr/>
      <dgm:t>
        <a:bodyPr/>
        <a:lstStyle/>
        <a:p>
          <a:endParaRPr lang="es-ES"/>
        </a:p>
      </dgm:t>
    </dgm:pt>
    <dgm:pt modelId="{F41F7390-BA04-4444-BD6B-1C74ACCF6C44}" type="sibTrans" cxnId="{6E6D80F8-435E-4B54-85B1-65615FE90675}">
      <dgm:prSet/>
      <dgm:spPr/>
      <dgm:t>
        <a:bodyPr/>
        <a:lstStyle/>
        <a:p>
          <a:endParaRPr lang="es-ES"/>
        </a:p>
      </dgm:t>
    </dgm:pt>
    <dgm:pt modelId="{977B591F-9179-4FA2-9668-5B9567C7FA07}">
      <dgm:prSet custT="1"/>
      <dgm:spPr/>
      <dgm:t>
        <a:bodyPr/>
        <a:lstStyle/>
        <a:p>
          <a:r>
            <a:rPr lang="es-ES" sz="1400" dirty="0"/>
            <a:t>False</a:t>
          </a:r>
        </a:p>
      </dgm:t>
    </dgm:pt>
    <dgm:pt modelId="{BBF3B127-5C79-499B-B489-6EC52C3107D6}" type="parTrans" cxnId="{E7ED080A-72FD-43BB-9A90-08D91D1B9ECD}">
      <dgm:prSet/>
      <dgm:spPr/>
      <dgm:t>
        <a:bodyPr/>
        <a:lstStyle/>
        <a:p>
          <a:endParaRPr lang="es-ES"/>
        </a:p>
      </dgm:t>
    </dgm:pt>
    <dgm:pt modelId="{66576A54-5AFE-4FA7-AF24-71AFCA0ABF75}" type="sibTrans" cxnId="{E7ED080A-72FD-43BB-9A90-08D91D1B9ECD}">
      <dgm:prSet/>
      <dgm:spPr/>
      <dgm:t>
        <a:bodyPr/>
        <a:lstStyle/>
        <a:p>
          <a:endParaRPr lang="es-ES"/>
        </a:p>
      </dgm:t>
    </dgm:pt>
    <dgm:pt modelId="{6EA56DA2-76F2-45DF-BE0B-BA05FF90CC8C}">
      <dgm:prSet custT="1"/>
      <dgm:spPr/>
      <dgm:t>
        <a:bodyPr/>
        <a:lstStyle/>
        <a:p>
          <a:r>
            <a:rPr lang="es-ES" sz="1400" dirty="0"/>
            <a:t>True</a:t>
          </a:r>
        </a:p>
      </dgm:t>
    </dgm:pt>
    <dgm:pt modelId="{620F99DF-F5B4-4722-905C-BB9912ACABC1}" type="parTrans" cxnId="{D911579F-B859-419A-967A-D5A7F382869C}">
      <dgm:prSet/>
      <dgm:spPr/>
      <dgm:t>
        <a:bodyPr/>
        <a:lstStyle/>
        <a:p>
          <a:endParaRPr lang="es-ES"/>
        </a:p>
      </dgm:t>
    </dgm:pt>
    <dgm:pt modelId="{05CCC600-0928-4954-81F9-45C0F095E178}" type="sibTrans" cxnId="{D911579F-B859-419A-967A-D5A7F382869C}">
      <dgm:prSet/>
      <dgm:spPr/>
      <dgm:t>
        <a:bodyPr/>
        <a:lstStyle/>
        <a:p>
          <a:endParaRPr lang="es-ES"/>
        </a:p>
      </dgm:t>
    </dgm:pt>
    <dgm:pt modelId="{B4139BFC-B87E-4937-92D4-CCBF89E7C528}">
      <dgm:prSet custT="1"/>
      <dgm:spPr/>
      <dgm:t>
        <a:bodyPr/>
        <a:lstStyle/>
        <a:p>
          <a:r>
            <a:rPr lang="es-ES" sz="1400" dirty="0"/>
            <a:t>High</a:t>
          </a:r>
        </a:p>
      </dgm:t>
    </dgm:pt>
    <dgm:pt modelId="{B29AA3B1-AB10-4D0C-94CF-6A432DCAC280}" type="parTrans" cxnId="{E9E9F3F4-0B82-469D-BDE9-8975EC1C81A2}">
      <dgm:prSet/>
      <dgm:spPr/>
      <dgm:t>
        <a:bodyPr/>
        <a:lstStyle/>
        <a:p>
          <a:endParaRPr lang="es-ES"/>
        </a:p>
      </dgm:t>
    </dgm:pt>
    <dgm:pt modelId="{A3B66DCD-2EAC-4764-9E3F-E0899C2243EB}" type="sibTrans" cxnId="{E9E9F3F4-0B82-469D-BDE9-8975EC1C81A2}">
      <dgm:prSet/>
      <dgm:spPr/>
      <dgm:t>
        <a:bodyPr/>
        <a:lstStyle/>
        <a:p>
          <a:endParaRPr lang="es-ES"/>
        </a:p>
      </dgm:t>
    </dgm:pt>
    <dgm:pt modelId="{639F5F2E-492B-4533-A1E5-37296B20C5AC}">
      <dgm:prSet custT="1"/>
      <dgm:spPr/>
      <dgm:t>
        <a:bodyPr/>
        <a:lstStyle/>
        <a:p>
          <a:r>
            <a:rPr lang="es-ES" sz="1400" dirty="0"/>
            <a:t>Normal</a:t>
          </a:r>
        </a:p>
      </dgm:t>
    </dgm:pt>
    <dgm:pt modelId="{8EB04C61-A9C6-4D3F-932E-801A23DB3336}" type="parTrans" cxnId="{F859068E-9FF1-4824-837B-47583FEB8451}">
      <dgm:prSet/>
      <dgm:spPr/>
      <dgm:t>
        <a:bodyPr/>
        <a:lstStyle/>
        <a:p>
          <a:endParaRPr lang="es-ES"/>
        </a:p>
      </dgm:t>
    </dgm:pt>
    <dgm:pt modelId="{CF578E8E-22EE-4397-AFB5-ACB82E5D89B3}" type="sibTrans" cxnId="{F859068E-9FF1-4824-837B-47583FEB8451}">
      <dgm:prSet/>
      <dgm:spPr/>
      <dgm:t>
        <a:bodyPr/>
        <a:lstStyle/>
        <a:p>
          <a:endParaRPr lang="es-ES"/>
        </a:p>
      </dgm:t>
    </dgm:pt>
    <dgm:pt modelId="{FBF1971D-DB97-49B2-B5A3-A7D38B5E530F}">
      <dgm:prSet custT="1"/>
      <dgm:spPr>
        <a:solidFill>
          <a:schemeClr val="accent2">
            <a:lumMod val="60000"/>
            <a:lumOff val="40000"/>
          </a:schemeClr>
        </a:solidFill>
      </dgm:spPr>
      <dgm:t>
        <a:bodyPr/>
        <a:lstStyle/>
        <a:p>
          <a:r>
            <a:rPr lang="es-ES" sz="1400" dirty="0"/>
            <a:t>Yes</a:t>
          </a:r>
        </a:p>
      </dgm:t>
    </dgm:pt>
    <dgm:pt modelId="{F3E6342F-7B37-44FD-8435-D56AC2106370}" type="parTrans" cxnId="{2AAEA3D9-AA59-4D7D-A4E9-A44EFBC01F6A}">
      <dgm:prSet/>
      <dgm:spPr/>
      <dgm:t>
        <a:bodyPr/>
        <a:lstStyle/>
        <a:p>
          <a:endParaRPr lang="es-ES"/>
        </a:p>
      </dgm:t>
    </dgm:pt>
    <dgm:pt modelId="{513AE69B-3CF1-47E2-B7D4-1FEBCFC7BEC9}" type="sibTrans" cxnId="{2AAEA3D9-AA59-4D7D-A4E9-A44EFBC01F6A}">
      <dgm:prSet/>
      <dgm:spPr/>
      <dgm:t>
        <a:bodyPr/>
        <a:lstStyle/>
        <a:p>
          <a:endParaRPr lang="es-ES"/>
        </a:p>
      </dgm:t>
    </dgm:pt>
    <dgm:pt modelId="{F0F89467-9495-417B-B038-47C141398A8A}">
      <dgm:prSet custT="1"/>
      <dgm:spPr>
        <a:solidFill>
          <a:schemeClr val="accent2">
            <a:lumMod val="60000"/>
            <a:lumOff val="40000"/>
          </a:schemeClr>
        </a:solidFill>
      </dgm:spPr>
      <dgm:t>
        <a:bodyPr/>
        <a:lstStyle/>
        <a:p>
          <a:r>
            <a:rPr lang="es-ES" sz="1400" dirty="0"/>
            <a:t>No</a:t>
          </a:r>
        </a:p>
      </dgm:t>
    </dgm:pt>
    <dgm:pt modelId="{35D028B6-7550-4487-94CB-4C54BE8ABFA1}" type="parTrans" cxnId="{110C788F-EA74-4918-A618-E309ABFD45F3}">
      <dgm:prSet/>
      <dgm:spPr/>
      <dgm:t>
        <a:bodyPr/>
        <a:lstStyle/>
        <a:p>
          <a:endParaRPr lang="es-ES"/>
        </a:p>
      </dgm:t>
    </dgm:pt>
    <dgm:pt modelId="{4DC44639-8979-445F-AE9D-2BCD9D4768D4}" type="sibTrans" cxnId="{110C788F-EA74-4918-A618-E309ABFD45F3}">
      <dgm:prSet/>
      <dgm:spPr/>
      <dgm:t>
        <a:bodyPr/>
        <a:lstStyle/>
        <a:p>
          <a:endParaRPr lang="es-ES"/>
        </a:p>
      </dgm:t>
    </dgm:pt>
    <dgm:pt modelId="{0E5C313E-49C0-4CB8-93A1-E8283152B2A8}">
      <dgm:prSet custT="1"/>
      <dgm:spPr>
        <a:solidFill>
          <a:schemeClr val="accent2">
            <a:lumMod val="60000"/>
            <a:lumOff val="40000"/>
          </a:schemeClr>
        </a:solidFill>
      </dgm:spPr>
      <dgm:t>
        <a:bodyPr/>
        <a:lstStyle/>
        <a:p>
          <a:r>
            <a:rPr lang="es-ES" sz="1400" dirty="0"/>
            <a:t>No</a:t>
          </a:r>
        </a:p>
      </dgm:t>
    </dgm:pt>
    <dgm:pt modelId="{17B22218-8F34-4FC0-BE14-F22A049B73AD}" type="parTrans" cxnId="{08A69B07-D102-4746-9B5D-56F00FEBFF3F}">
      <dgm:prSet/>
      <dgm:spPr/>
      <dgm:t>
        <a:bodyPr/>
        <a:lstStyle/>
        <a:p>
          <a:endParaRPr lang="es-ES"/>
        </a:p>
      </dgm:t>
    </dgm:pt>
    <dgm:pt modelId="{D120CF2B-9CE4-4F01-9A05-E2B4FF13B0F1}" type="sibTrans" cxnId="{08A69B07-D102-4746-9B5D-56F00FEBFF3F}">
      <dgm:prSet/>
      <dgm:spPr/>
      <dgm:t>
        <a:bodyPr/>
        <a:lstStyle/>
        <a:p>
          <a:endParaRPr lang="es-ES"/>
        </a:p>
      </dgm:t>
    </dgm:pt>
    <dgm:pt modelId="{50D7FD87-746B-4713-9A6B-7536BCE6F934}">
      <dgm:prSet custT="1"/>
      <dgm:spPr>
        <a:solidFill>
          <a:schemeClr val="accent2">
            <a:lumMod val="60000"/>
            <a:lumOff val="40000"/>
          </a:schemeClr>
        </a:solidFill>
      </dgm:spPr>
      <dgm:t>
        <a:bodyPr/>
        <a:lstStyle/>
        <a:p>
          <a:r>
            <a:rPr lang="es-ES" sz="1400" dirty="0"/>
            <a:t>Yes</a:t>
          </a:r>
        </a:p>
      </dgm:t>
    </dgm:pt>
    <dgm:pt modelId="{FAEDA7E7-040E-4E4A-A128-F986616FBEC4}" type="parTrans" cxnId="{94DE5DAC-1019-458F-899E-5CAD2A435FDE}">
      <dgm:prSet/>
      <dgm:spPr/>
      <dgm:t>
        <a:bodyPr/>
        <a:lstStyle/>
        <a:p>
          <a:endParaRPr lang="es-ES"/>
        </a:p>
      </dgm:t>
    </dgm:pt>
    <dgm:pt modelId="{42E43B39-0F53-494E-87EE-D3D5B6E35384}" type="sibTrans" cxnId="{94DE5DAC-1019-458F-899E-5CAD2A435FDE}">
      <dgm:prSet/>
      <dgm:spPr/>
      <dgm:t>
        <a:bodyPr/>
        <a:lstStyle/>
        <a:p>
          <a:endParaRPr lang="es-ES"/>
        </a:p>
      </dgm:t>
    </dgm:pt>
    <dgm:pt modelId="{14BA0840-4D7B-4127-89BF-DB142B89CD05}" type="pres">
      <dgm:prSet presAssocID="{D1C27FC2-9411-4EB6-9112-8D4E345678D5}" presName="hierChild1" presStyleCnt="0">
        <dgm:presLayoutVars>
          <dgm:orgChart val="1"/>
          <dgm:chPref val="1"/>
          <dgm:dir/>
          <dgm:animOne val="branch"/>
          <dgm:animLvl val="lvl"/>
          <dgm:resizeHandles/>
        </dgm:presLayoutVars>
      </dgm:prSet>
      <dgm:spPr/>
    </dgm:pt>
    <dgm:pt modelId="{B459B1FE-5C49-42D5-9E17-0A94B8312A40}" type="pres">
      <dgm:prSet presAssocID="{A57CEB00-462B-4BEC-9B08-1B08C6DBBD96}" presName="hierRoot1" presStyleCnt="0">
        <dgm:presLayoutVars>
          <dgm:hierBranch val="init"/>
        </dgm:presLayoutVars>
      </dgm:prSet>
      <dgm:spPr/>
    </dgm:pt>
    <dgm:pt modelId="{38C197E2-7F45-4075-BB4A-AE6F229C08AA}" type="pres">
      <dgm:prSet presAssocID="{A57CEB00-462B-4BEC-9B08-1B08C6DBBD96}" presName="rootComposite1" presStyleCnt="0"/>
      <dgm:spPr/>
    </dgm:pt>
    <dgm:pt modelId="{533E74F6-4967-450C-8E8B-CC88DD874680}" type="pres">
      <dgm:prSet presAssocID="{A57CEB00-462B-4BEC-9B08-1B08C6DBBD96}" presName="rootText1" presStyleLbl="node0" presStyleIdx="0" presStyleCnt="1">
        <dgm:presLayoutVars>
          <dgm:chPref val="3"/>
        </dgm:presLayoutVars>
      </dgm:prSet>
      <dgm:spPr/>
    </dgm:pt>
    <dgm:pt modelId="{7359F82D-EC09-4ECF-A0AE-6DEBB238C3FA}" type="pres">
      <dgm:prSet presAssocID="{A57CEB00-462B-4BEC-9B08-1B08C6DBBD96}" presName="rootConnector1" presStyleLbl="node1" presStyleIdx="0" presStyleCnt="0"/>
      <dgm:spPr/>
    </dgm:pt>
    <dgm:pt modelId="{F6891A34-EE9D-4743-B4C8-22BC3F0AF20E}" type="pres">
      <dgm:prSet presAssocID="{A57CEB00-462B-4BEC-9B08-1B08C6DBBD96}" presName="hierChild2" presStyleCnt="0"/>
      <dgm:spPr/>
    </dgm:pt>
    <dgm:pt modelId="{3693499D-2A6C-4FC5-B517-58CB81CA30B0}" type="pres">
      <dgm:prSet presAssocID="{840AE2B4-E850-44EB-A3D6-ACE668862ED3}" presName="Name37" presStyleLbl="parChTrans1D2" presStyleIdx="0" presStyleCnt="3"/>
      <dgm:spPr/>
    </dgm:pt>
    <dgm:pt modelId="{EF339924-E3FE-45FC-BA29-820D255E1017}" type="pres">
      <dgm:prSet presAssocID="{01DEE27B-EBFE-444F-B2C8-A628326B363B}" presName="hierRoot2" presStyleCnt="0">
        <dgm:presLayoutVars>
          <dgm:hierBranch/>
        </dgm:presLayoutVars>
      </dgm:prSet>
      <dgm:spPr/>
    </dgm:pt>
    <dgm:pt modelId="{3A988D2B-E8BD-41A8-BFC6-0BE479E355EA}" type="pres">
      <dgm:prSet presAssocID="{01DEE27B-EBFE-444F-B2C8-A628326B363B}" presName="rootComposite" presStyleCnt="0"/>
      <dgm:spPr/>
    </dgm:pt>
    <dgm:pt modelId="{354C9D72-4E75-4518-89AD-2C5760B92664}" type="pres">
      <dgm:prSet presAssocID="{01DEE27B-EBFE-444F-B2C8-A628326B363B}" presName="rootText" presStyleLbl="node2" presStyleIdx="0" presStyleCnt="3" custLinFactNeighborX="-53" custLinFactNeighborY="18718">
        <dgm:presLayoutVars>
          <dgm:chPref val="3"/>
        </dgm:presLayoutVars>
      </dgm:prSet>
      <dgm:spPr/>
    </dgm:pt>
    <dgm:pt modelId="{844124FC-7585-4766-9F65-6B9661F58531}" type="pres">
      <dgm:prSet presAssocID="{01DEE27B-EBFE-444F-B2C8-A628326B363B}" presName="rootConnector" presStyleLbl="node2" presStyleIdx="0" presStyleCnt="3"/>
      <dgm:spPr/>
    </dgm:pt>
    <dgm:pt modelId="{1D24F57B-84E2-4C55-96CF-E942F12542BE}" type="pres">
      <dgm:prSet presAssocID="{01DEE27B-EBFE-444F-B2C8-A628326B363B}" presName="hierChild4" presStyleCnt="0"/>
      <dgm:spPr/>
    </dgm:pt>
    <dgm:pt modelId="{1D5EDF2D-9141-45C0-BC14-802C6F09F73F}" type="pres">
      <dgm:prSet presAssocID="{3627BB53-C0D7-4E86-897F-54AC6F72066F}" presName="Name35" presStyleLbl="parChTrans1D3" presStyleIdx="0" presStyleCnt="3"/>
      <dgm:spPr/>
    </dgm:pt>
    <dgm:pt modelId="{FA961D10-46F0-458A-B5BA-B8C54D896142}" type="pres">
      <dgm:prSet presAssocID="{664E9795-492D-49E4-B4F9-80636AC786CD}" presName="hierRoot2" presStyleCnt="0">
        <dgm:presLayoutVars>
          <dgm:hierBranch val="hang"/>
        </dgm:presLayoutVars>
      </dgm:prSet>
      <dgm:spPr/>
    </dgm:pt>
    <dgm:pt modelId="{C9338924-94A8-4F88-B814-D1D1D18B4303}" type="pres">
      <dgm:prSet presAssocID="{664E9795-492D-49E4-B4F9-80636AC786CD}" presName="rootComposite" presStyleCnt="0"/>
      <dgm:spPr/>
    </dgm:pt>
    <dgm:pt modelId="{628B29A9-1258-4FED-B6D5-4D6BF7637F08}" type="pres">
      <dgm:prSet presAssocID="{664E9795-492D-49E4-B4F9-80636AC786CD}" presName="rootText" presStyleLbl="node3" presStyleIdx="0" presStyleCnt="3">
        <dgm:presLayoutVars>
          <dgm:chPref val="3"/>
        </dgm:presLayoutVars>
      </dgm:prSet>
      <dgm:spPr/>
    </dgm:pt>
    <dgm:pt modelId="{B89FD0FF-4FD9-4CDD-831D-3DEB70560170}" type="pres">
      <dgm:prSet presAssocID="{664E9795-492D-49E4-B4F9-80636AC786CD}" presName="rootConnector" presStyleLbl="node3" presStyleIdx="0" presStyleCnt="3"/>
      <dgm:spPr/>
    </dgm:pt>
    <dgm:pt modelId="{D60D05AB-37E8-4EB0-B2A5-C207D323C3BA}" type="pres">
      <dgm:prSet presAssocID="{664E9795-492D-49E4-B4F9-80636AC786CD}" presName="hierChild4" presStyleCnt="0"/>
      <dgm:spPr/>
    </dgm:pt>
    <dgm:pt modelId="{76D3530B-6295-49AA-B262-4A9FE2F096A4}" type="pres">
      <dgm:prSet presAssocID="{BBF3B127-5C79-499B-B489-6EC52C3107D6}" presName="Name48" presStyleLbl="parChTrans1D4" presStyleIdx="0" presStyleCnt="8"/>
      <dgm:spPr/>
    </dgm:pt>
    <dgm:pt modelId="{FA410E8D-A27E-4E33-8432-B66A40AA7301}" type="pres">
      <dgm:prSet presAssocID="{977B591F-9179-4FA2-9668-5B9567C7FA07}" presName="hierRoot2" presStyleCnt="0">
        <dgm:presLayoutVars>
          <dgm:hierBranch/>
        </dgm:presLayoutVars>
      </dgm:prSet>
      <dgm:spPr/>
    </dgm:pt>
    <dgm:pt modelId="{9EC32E28-FC45-4D92-B221-C939B4F325B3}" type="pres">
      <dgm:prSet presAssocID="{977B591F-9179-4FA2-9668-5B9567C7FA07}" presName="rootComposite" presStyleCnt="0"/>
      <dgm:spPr/>
    </dgm:pt>
    <dgm:pt modelId="{F7BE5DB2-86A7-4D36-93A2-9264C2F2B32D}" type="pres">
      <dgm:prSet presAssocID="{977B591F-9179-4FA2-9668-5B9567C7FA07}" presName="rootText" presStyleLbl="node4" presStyleIdx="0" presStyleCnt="8" custLinFactNeighborX="3485" custLinFactNeighborY="1743">
        <dgm:presLayoutVars>
          <dgm:chPref val="3"/>
        </dgm:presLayoutVars>
      </dgm:prSet>
      <dgm:spPr/>
    </dgm:pt>
    <dgm:pt modelId="{39737A9A-B1CD-4E6C-9EF7-0CBB9E3B65EF}" type="pres">
      <dgm:prSet presAssocID="{977B591F-9179-4FA2-9668-5B9567C7FA07}" presName="rootConnector" presStyleLbl="node4" presStyleIdx="0" presStyleCnt="8"/>
      <dgm:spPr/>
    </dgm:pt>
    <dgm:pt modelId="{4308B846-68A3-45E8-871C-E71934E09106}" type="pres">
      <dgm:prSet presAssocID="{977B591F-9179-4FA2-9668-5B9567C7FA07}" presName="hierChild4" presStyleCnt="0"/>
      <dgm:spPr/>
    </dgm:pt>
    <dgm:pt modelId="{3E366968-A52B-4964-A083-CD5F61CED7CA}" type="pres">
      <dgm:prSet presAssocID="{F3E6342F-7B37-44FD-8435-D56AC2106370}" presName="Name35" presStyleLbl="parChTrans1D4" presStyleIdx="1" presStyleCnt="8"/>
      <dgm:spPr/>
    </dgm:pt>
    <dgm:pt modelId="{43624496-D71B-4C11-BC3D-5F76CC92A897}" type="pres">
      <dgm:prSet presAssocID="{FBF1971D-DB97-49B2-B5A3-A7D38B5E530F}" presName="hierRoot2" presStyleCnt="0">
        <dgm:presLayoutVars>
          <dgm:hierBranch val="init"/>
        </dgm:presLayoutVars>
      </dgm:prSet>
      <dgm:spPr/>
    </dgm:pt>
    <dgm:pt modelId="{7CB9DD5E-27F2-4222-BF40-BE82A9F02AC7}" type="pres">
      <dgm:prSet presAssocID="{FBF1971D-DB97-49B2-B5A3-A7D38B5E530F}" presName="rootComposite" presStyleCnt="0"/>
      <dgm:spPr/>
    </dgm:pt>
    <dgm:pt modelId="{8D2E7B95-339D-46AE-9E0E-AAFF6821F462}" type="pres">
      <dgm:prSet presAssocID="{FBF1971D-DB97-49B2-B5A3-A7D38B5E530F}" presName="rootText" presStyleLbl="node4" presStyleIdx="1" presStyleCnt="8" custLinFactNeighborX="3318">
        <dgm:presLayoutVars>
          <dgm:chPref val="3"/>
        </dgm:presLayoutVars>
      </dgm:prSet>
      <dgm:spPr/>
    </dgm:pt>
    <dgm:pt modelId="{C26FA6D9-26AC-4B86-9BCE-6A165175D432}" type="pres">
      <dgm:prSet presAssocID="{FBF1971D-DB97-49B2-B5A3-A7D38B5E530F}" presName="rootConnector" presStyleLbl="node4" presStyleIdx="1" presStyleCnt="8"/>
      <dgm:spPr/>
    </dgm:pt>
    <dgm:pt modelId="{F505D9DA-86D7-4710-A356-157FFC8C8A15}" type="pres">
      <dgm:prSet presAssocID="{FBF1971D-DB97-49B2-B5A3-A7D38B5E530F}" presName="hierChild4" presStyleCnt="0"/>
      <dgm:spPr/>
    </dgm:pt>
    <dgm:pt modelId="{9BDE14DA-E516-4738-A8E1-882B5E37716A}" type="pres">
      <dgm:prSet presAssocID="{FBF1971D-DB97-49B2-B5A3-A7D38B5E530F}" presName="hierChild5" presStyleCnt="0"/>
      <dgm:spPr/>
    </dgm:pt>
    <dgm:pt modelId="{A9509A5F-264F-4EC1-9556-1CEBE1689426}" type="pres">
      <dgm:prSet presAssocID="{977B591F-9179-4FA2-9668-5B9567C7FA07}" presName="hierChild5" presStyleCnt="0"/>
      <dgm:spPr/>
    </dgm:pt>
    <dgm:pt modelId="{714D83A9-BCCF-4527-8C14-FCB21694FEED}" type="pres">
      <dgm:prSet presAssocID="{620F99DF-F5B4-4722-905C-BB9912ACABC1}" presName="Name48" presStyleLbl="parChTrans1D4" presStyleIdx="2" presStyleCnt="8"/>
      <dgm:spPr/>
    </dgm:pt>
    <dgm:pt modelId="{2BD184BE-41CC-486B-8CBB-18BF758A563A}" type="pres">
      <dgm:prSet presAssocID="{6EA56DA2-76F2-45DF-BE0B-BA05FF90CC8C}" presName="hierRoot2" presStyleCnt="0">
        <dgm:presLayoutVars>
          <dgm:hierBranch/>
        </dgm:presLayoutVars>
      </dgm:prSet>
      <dgm:spPr/>
    </dgm:pt>
    <dgm:pt modelId="{DE223617-12B7-4FF7-A232-3E744F280683}" type="pres">
      <dgm:prSet presAssocID="{6EA56DA2-76F2-45DF-BE0B-BA05FF90CC8C}" presName="rootComposite" presStyleCnt="0"/>
      <dgm:spPr/>
    </dgm:pt>
    <dgm:pt modelId="{0C28E967-BDE7-457B-95EA-483AE54B1510}" type="pres">
      <dgm:prSet presAssocID="{6EA56DA2-76F2-45DF-BE0B-BA05FF90CC8C}" presName="rootText" presStyleLbl="node4" presStyleIdx="2" presStyleCnt="8">
        <dgm:presLayoutVars>
          <dgm:chPref val="3"/>
        </dgm:presLayoutVars>
      </dgm:prSet>
      <dgm:spPr/>
    </dgm:pt>
    <dgm:pt modelId="{4C8D414F-C269-4231-9FDB-21740F822EBF}" type="pres">
      <dgm:prSet presAssocID="{6EA56DA2-76F2-45DF-BE0B-BA05FF90CC8C}" presName="rootConnector" presStyleLbl="node4" presStyleIdx="2" presStyleCnt="8"/>
      <dgm:spPr/>
    </dgm:pt>
    <dgm:pt modelId="{D75A72A7-CEA0-4727-8C0A-D824DAEE86DC}" type="pres">
      <dgm:prSet presAssocID="{6EA56DA2-76F2-45DF-BE0B-BA05FF90CC8C}" presName="hierChild4" presStyleCnt="0"/>
      <dgm:spPr/>
    </dgm:pt>
    <dgm:pt modelId="{0FB77A16-6349-41ED-A328-14758A905249}" type="pres">
      <dgm:prSet presAssocID="{35D028B6-7550-4487-94CB-4C54BE8ABFA1}" presName="Name35" presStyleLbl="parChTrans1D4" presStyleIdx="3" presStyleCnt="8"/>
      <dgm:spPr/>
    </dgm:pt>
    <dgm:pt modelId="{59E9CEEB-C67E-4D29-9017-C91C9D32064D}" type="pres">
      <dgm:prSet presAssocID="{F0F89467-9495-417B-B038-47C141398A8A}" presName="hierRoot2" presStyleCnt="0">
        <dgm:presLayoutVars>
          <dgm:hierBranch val="init"/>
        </dgm:presLayoutVars>
      </dgm:prSet>
      <dgm:spPr/>
    </dgm:pt>
    <dgm:pt modelId="{2EF6DD74-F2C5-483C-B73D-B6E2907CA58E}" type="pres">
      <dgm:prSet presAssocID="{F0F89467-9495-417B-B038-47C141398A8A}" presName="rootComposite" presStyleCnt="0"/>
      <dgm:spPr/>
    </dgm:pt>
    <dgm:pt modelId="{E93C03B6-312B-4CF9-ADED-DD6CD861E9DB}" type="pres">
      <dgm:prSet presAssocID="{F0F89467-9495-417B-B038-47C141398A8A}" presName="rootText" presStyleLbl="node4" presStyleIdx="3" presStyleCnt="8">
        <dgm:presLayoutVars>
          <dgm:chPref val="3"/>
        </dgm:presLayoutVars>
      </dgm:prSet>
      <dgm:spPr/>
    </dgm:pt>
    <dgm:pt modelId="{20EDE05A-3AD7-4B5B-915B-D98AFC0DCD7F}" type="pres">
      <dgm:prSet presAssocID="{F0F89467-9495-417B-B038-47C141398A8A}" presName="rootConnector" presStyleLbl="node4" presStyleIdx="3" presStyleCnt="8"/>
      <dgm:spPr/>
    </dgm:pt>
    <dgm:pt modelId="{E342548B-4204-44ED-B880-704E8D92FD65}" type="pres">
      <dgm:prSet presAssocID="{F0F89467-9495-417B-B038-47C141398A8A}" presName="hierChild4" presStyleCnt="0"/>
      <dgm:spPr/>
    </dgm:pt>
    <dgm:pt modelId="{21B636DD-2DF4-4198-B4FF-DB0F2DD43944}" type="pres">
      <dgm:prSet presAssocID="{F0F89467-9495-417B-B038-47C141398A8A}" presName="hierChild5" presStyleCnt="0"/>
      <dgm:spPr/>
    </dgm:pt>
    <dgm:pt modelId="{9CB313B8-87B4-48DB-9FBF-AF8C9E7FD9D7}" type="pres">
      <dgm:prSet presAssocID="{6EA56DA2-76F2-45DF-BE0B-BA05FF90CC8C}" presName="hierChild5" presStyleCnt="0"/>
      <dgm:spPr/>
    </dgm:pt>
    <dgm:pt modelId="{6BDB76C5-3607-43E2-BB1C-961D1137727B}" type="pres">
      <dgm:prSet presAssocID="{664E9795-492D-49E4-B4F9-80636AC786CD}" presName="hierChild5" presStyleCnt="0"/>
      <dgm:spPr/>
    </dgm:pt>
    <dgm:pt modelId="{DEF06F7E-4360-433E-A9ED-1E550B6D5318}" type="pres">
      <dgm:prSet presAssocID="{01DEE27B-EBFE-444F-B2C8-A628326B363B}" presName="hierChild5" presStyleCnt="0"/>
      <dgm:spPr/>
    </dgm:pt>
    <dgm:pt modelId="{5F7A0FDA-E683-4399-B37F-0495B2FE3E7D}" type="pres">
      <dgm:prSet presAssocID="{31E19B6A-428A-4353-9404-0662B81A443A}" presName="Name37" presStyleLbl="parChTrans1D2" presStyleIdx="1" presStyleCnt="3"/>
      <dgm:spPr/>
    </dgm:pt>
    <dgm:pt modelId="{9DAB9387-7BE8-4BE5-A9B9-6C4A06D477C9}" type="pres">
      <dgm:prSet presAssocID="{A3E8E260-F82D-4845-8701-7BCEAB82091F}" presName="hierRoot2" presStyleCnt="0">
        <dgm:presLayoutVars>
          <dgm:hierBranch/>
        </dgm:presLayoutVars>
      </dgm:prSet>
      <dgm:spPr/>
    </dgm:pt>
    <dgm:pt modelId="{7DDA8866-AB00-46B8-9A22-E32B95D14397}" type="pres">
      <dgm:prSet presAssocID="{A3E8E260-F82D-4845-8701-7BCEAB82091F}" presName="rootComposite" presStyleCnt="0"/>
      <dgm:spPr/>
    </dgm:pt>
    <dgm:pt modelId="{E581254F-E7E7-4A9E-B5ED-6F6A69A214CD}" type="pres">
      <dgm:prSet presAssocID="{A3E8E260-F82D-4845-8701-7BCEAB82091F}" presName="rootText" presStyleLbl="node2" presStyleIdx="1" presStyleCnt="3" custLinFactNeighborX="-618" custLinFactNeighborY="18553">
        <dgm:presLayoutVars>
          <dgm:chPref val="3"/>
        </dgm:presLayoutVars>
      </dgm:prSet>
      <dgm:spPr/>
    </dgm:pt>
    <dgm:pt modelId="{E388BBA6-6CE5-48E4-82D7-5C0C7910554C}" type="pres">
      <dgm:prSet presAssocID="{A3E8E260-F82D-4845-8701-7BCEAB82091F}" presName="rootConnector" presStyleLbl="node2" presStyleIdx="1" presStyleCnt="3"/>
      <dgm:spPr/>
    </dgm:pt>
    <dgm:pt modelId="{748AF781-8144-411B-980F-68109CF8E08C}" type="pres">
      <dgm:prSet presAssocID="{A3E8E260-F82D-4845-8701-7BCEAB82091F}" presName="hierChild4" presStyleCnt="0"/>
      <dgm:spPr/>
    </dgm:pt>
    <dgm:pt modelId="{7394E71D-5466-43D7-BEB7-305A96D5742D}" type="pres">
      <dgm:prSet presAssocID="{717F244C-015D-432D-B91C-9DB5D7A2C97C}" presName="Name35" presStyleLbl="parChTrans1D3" presStyleIdx="1" presStyleCnt="3"/>
      <dgm:spPr/>
    </dgm:pt>
    <dgm:pt modelId="{5782EB00-DB96-41B9-8F1D-49EC7FC40D3B}" type="pres">
      <dgm:prSet presAssocID="{DE317F1A-5022-493C-BAB1-01DA7BA71CDE}" presName="hierRoot2" presStyleCnt="0">
        <dgm:presLayoutVars>
          <dgm:hierBranch val="init"/>
        </dgm:presLayoutVars>
      </dgm:prSet>
      <dgm:spPr/>
    </dgm:pt>
    <dgm:pt modelId="{E37D7246-4D23-44B0-A33D-09DEB5446D57}" type="pres">
      <dgm:prSet presAssocID="{DE317F1A-5022-493C-BAB1-01DA7BA71CDE}" presName="rootComposite" presStyleCnt="0"/>
      <dgm:spPr/>
    </dgm:pt>
    <dgm:pt modelId="{DB197121-FE92-49C9-92BC-B173787C1DAE}" type="pres">
      <dgm:prSet presAssocID="{DE317F1A-5022-493C-BAB1-01DA7BA71CDE}" presName="rootText" presStyleLbl="node3" presStyleIdx="1" presStyleCnt="3">
        <dgm:presLayoutVars>
          <dgm:chPref val="3"/>
        </dgm:presLayoutVars>
      </dgm:prSet>
      <dgm:spPr/>
    </dgm:pt>
    <dgm:pt modelId="{801485BB-AC5B-4696-9995-2B0E8B61D22D}" type="pres">
      <dgm:prSet presAssocID="{DE317F1A-5022-493C-BAB1-01DA7BA71CDE}" presName="rootConnector" presStyleLbl="node3" presStyleIdx="1" presStyleCnt="3"/>
      <dgm:spPr/>
    </dgm:pt>
    <dgm:pt modelId="{0748ECF4-EFA4-4B02-A6ED-798C6CDACFC3}" type="pres">
      <dgm:prSet presAssocID="{DE317F1A-5022-493C-BAB1-01DA7BA71CDE}" presName="hierChild4" presStyleCnt="0"/>
      <dgm:spPr/>
    </dgm:pt>
    <dgm:pt modelId="{31954832-2761-40BC-A112-06971830616E}" type="pres">
      <dgm:prSet presAssocID="{DE317F1A-5022-493C-BAB1-01DA7BA71CDE}" presName="hierChild5" presStyleCnt="0"/>
      <dgm:spPr/>
    </dgm:pt>
    <dgm:pt modelId="{C16581AB-EA60-4263-8A04-0729EF0C5E03}" type="pres">
      <dgm:prSet presAssocID="{A3E8E260-F82D-4845-8701-7BCEAB82091F}" presName="hierChild5" presStyleCnt="0"/>
      <dgm:spPr/>
    </dgm:pt>
    <dgm:pt modelId="{D4D52125-75E5-40EB-B96D-FDE281DF3C66}" type="pres">
      <dgm:prSet presAssocID="{AA6F2C6A-12AB-49DC-B2C5-FBCA80169911}" presName="Name37" presStyleLbl="parChTrans1D2" presStyleIdx="2" presStyleCnt="3"/>
      <dgm:spPr/>
    </dgm:pt>
    <dgm:pt modelId="{6D546FB2-4BFB-4D5F-B004-4D96E51C652F}" type="pres">
      <dgm:prSet presAssocID="{F231CAD4-F337-40E7-ABE2-62872578BF78}" presName="hierRoot2" presStyleCnt="0">
        <dgm:presLayoutVars>
          <dgm:hierBranch/>
        </dgm:presLayoutVars>
      </dgm:prSet>
      <dgm:spPr/>
    </dgm:pt>
    <dgm:pt modelId="{5525C282-7D1E-4EC3-8AD8-B2966F6ED3B7}" type="pres">
      <dgm:prSet presAssocID="{F231CAD4-F337-40E7-ABE2-62872578BF78}" presName="rootComposite" presStyleCnt="0"/>
      <dgm:spPr/>
    </dgm:pt>
    <dgm:pt modelId="{1AD5E1C9-BD20-463E-A815-D0748984A7BD}" type="pres">
      <dgm:prSet presAssocID="{F231CAD4-F337-40E7-ABE2-62872578BF78}" presName="rootText" presStyleLbl="node2" presStyleIdx="2" presStyleCnt="3" custLinFactNeighborX="2275" custLinFactNeighborY="18202">
        <dgm:presLayoutVars>
          <dgm:chPref val="3"/>
        </dgm:presLayoutVars>
      </dgm:prSet>
      <dgm:spPr/>
    </dgm:pt>
    <dgm:pt modelId="{E0FCAE28-360E-4760-9F05-ED9D68A6051D}" type="pres">
      <dgm:prSet presAssocID="{F231CAD4-F337-40E7-ABE2-62872578BF78}" presName="rootConnector" presStyleLbl="node2" presStyleIdx="2" presStyleCnt="3"/>
      <dgm:spPr/>
    </dgm:pt>
    <dgm:pt modelId="{7B49E62A-5304-476C-8D35-517E0C7861E2}" type="pres">
      <dgm:prSet presAssocID="{F231CAD4-F337-40E7-ABE2-62872578BF78}" presName="hierChild4" presStyleCnt="0"/>
      <dgm:spPr/>
    </dgm:pt>
    <dgm:pt modelId="{38A6377D-2DBB-4694-B42B-192AAD07C7B2}" type="pres">
      <dgm:prSet presAssocID="{4C0BFC83-3F12-4235-89D0-DC6C51ECCCC8}" presName="Name35" presStyleLbl="parChTrans1D3" presStyleIdx="2" presStyleCnt="3"/>
      <dgm:spPr/>
    </dgm:pt>
    <dgm:pt modelId="{2A25456E-6B27-473C-B533-99D85D0B0A7E}" type="pres">
      <dgm:prSet presAssocID="{80B1BFE0-63EE-41F4-B1B8-D8A3E771CD0B}" presName="hierRoot2" presStyleCnt="0">
        <dgm:presLayoutVars>
          <dgm:hierBranch val="hang"/>
        </dgm:presLayoutVars>
      </dgm:prSet>
      <dgm:spPr/>
    </dgm:pt>
    <dgm:pt modelId="{D4BB2D7C-3A40-46F6-9214-C923ECA1DBC5}" type="pres">
      <dgm:prSet presAssocID="{80B1BFE0-63EE-41F4-B1B8-D8A3E771CD0B}" presName="rootComposite" presStyleCnt="0"/>
      <dgm:spPr/>
    </dgm:pt>
    <dgm:pt modelId="{37B3A955-05F0-4A31-AA77-C23072219FBC}" type="pres">
      <dgm:prSet presAssocID="{80B1BFE0-63EE-41F4-B1B8-D8A3E771CD0B}" presName="rootText" presStyleLbl="node3" presStyleIdx="2" presStyleCnt="3">
        <dgm:presLayoutVars>
          <dgm:chPref val="3"/>
        </dgm:presLayoutVars>
      </dgm:prSet>
      <dgm:spPr/>
    </dgm:pt>
    <dgm:pt modelId="{104A870B-034B-4B83-A47F-F3C3AE6DB381}" type="pres">
      <dgm:prSet presAssocID="{80B1BFE0-63EE-41F4-B1B8-D8A3E771CD0B}" presName="rootConnector" presStyleLbl="node3" presStyleIdx="2" presStyleCnt="3"/>
      <dgm:spPr/>
    </dgm:pt>
    <dgm:pt modelId="{0EDCC3A8-5840-4E70-A258-AA8925394962}" type="pres">
      <dgm:prSet presAssocID="{80B1BFE0-63EE-41F4-B1B8-D8A3E771CD0B}" presName="hierChild4" presStyleCnt="0"/>
      <dgm:spPr/>
    </dgm:pt>
    <dgm:pt modelId="{1B82A47C-BBFE-4CA7-96D4-24895A1002FC}" type="pres">
      <dgm:prSet presAssocID="{B29AA3B1-AB10-4D0C-94CF-6A432DCAC280}" presName="Name48" presStyleLbl="parChTrans1D4" presStyleIdx="4" presStyleCnt="8"/>
      <dgm:spPr/>
    </dgm:pt>
    <dgm:pt modelId="{49DA8BCF-CD94-417D-9990-09AB0E013F90}" type="pres">
      <dgm:prSet presAssocID="{B4139BFC-B87E-4937-92D4-CCBF89E7C528}" presName="hierRoot2" presStyleCnt="0">
        <dgm:presLayoutVars>
          <dgm:hierBranch/>
        </dgm:presLayoutVars>
      </dgm:prSet>
      <dgm:spPr/>
    </dgm:pt>
    <dgm:pt modelId="{61DD5EF4-863F-4B29-B3E3-7849435A7E8C}" type="pres">
      <dgm:prSet presAssocID="{B4139BFC-B87E-4937-92D4-CCBF89E7C528}" presName="rootComposite" presStyleCnt="0"/>
      <dgm:spPr/>
    </dgm:pt>
    <dgm:pt modelId="{A52C1168-12C2-4ECB-A29A-01D8D926E667}" type="pres">
      <dgm:prSet presAssocID="{B4139BFC-B87E-4937-92D4-CCBF89E7C528}" presName="rootText" presStyleLbl="node4" presStyleIdx="4" presStyleCnt="8">
        <dgm:presLayoutVars>
          <dgm:chPref val="3"/>
        </dgm:presLayoutVars>
      </dgm:prSet>
      <dgm:spPr/>
    </dgm:pt>
    <dgm:pt modelId="{B4065ED4-AB2C-46B3-B07E-27AB3A35E10E}" type="pres">
      <dgm:prSet presAssocID="{B4139BFC-B87E-4937-92D4-CCBF89E7C528}" presName="rootConnector" presStyleLbl="node4" presStyleIdx="4" presStyleCnt="8"/>
      <dgm:spPr/>
    </dgm:pt>
    <dgm:pt modelId="{25E79D92-4C77-497A-B800-0AC916598CE9}" type="pres">
      <dgm:prSet presAssocID="{B4139BFC-B87E-4937-92D4-CCBF89E7C528}" presName="hierChild4" presStyleCnt="0"/>
      <dgm:spPr/>
    </dgm:pt>
    <dgm:pt modelId="{67DEC0AA-3CC5-452D-AE78-2E44D4AD93EF}" type="pres">
      <dgm:prSet presAssocID="{17B22218-8F34-4FC0-BE14-F22A049B73AD}" presName="Name35" presStyleLbl="parChTrans1D4" presStyleIdx="5" presStyleCnt="8"/>
      <dgm:spPr/>
    </dgm:pt>
    <dgm:pt modelId="{F9CD4CE4-1C60-46A6-A3ED-964B18544F8D}" type="pres">
      <dgm:prSet presAssocID="{0E5C313E-49C0-4CB8-93A1-E8283152B2A8}" presName="hierRoot2" presStyleCnt="0">
        <dgm:presLayoutVars>
          <dgm:hierBranch val="init"/>
        </dgm:presLayoutVars>
      </dgm:prSet>
      <dgm:spPr/>
    </dgm:pt>
    <dgm:pt modelId="{8CCDB64B-AE9F-462C-9780-DD00163E42AF}" type="pres">
      <dgm:prSet presAssocID="{0E5C313E-49C0-4CB8-93A1-E8283152B2A8}" presName="rootComposite" presStyleCnt="0"/>
      <dgm:spPr/>
    </dgm:pt>
    <dgm:pt modelId="{8A46AB3E-F13F-46B1-B018-15DDCC46D4DF}" type="pres">
      <dgm:prSet presAssocID="{0E5C313E-49C0-4CB8-93A1-E8283152B2A8}" presName="rootText" presStyleLbl="node4" presStyleIdx="5" presStyleCnt="8">
        <dgm:presLayoutVars>
          <dgm:chPref val="3"/>
        </dgm:presLayoutVars>
      </dgm:prSet>
      <dgm:spPr/>
    </dgm:pt>
    <dgm:pt modelId="{E8B8CBC5-2925-4C7D-90C9-324631392995}" type="pres">
      <dgm:prSet presAssocID="{0E5C313E-49C0-4CB8-93A1-E8283152B2A8}" presName="rootConnector" presStyleLbl="node4" presStyleIdx="5" presStyleCnt="8"/>
      <dgm:spPr/>
    </dgm:pt>
    <dgm:pt modelId="{E2A95F2E-FE96-4455-AB80-7ACFA02572A7}" type="pres">
      <dgm:prSet presAssocID="{0E5C313E-49C0-4CB8-93A1-E8283152B2A8}" presName="hierChild4" presStyleCnt="0"/>
      <dgm:spPr/>
    </dgm:pt>
    <dgm:pt modelId="{238A2716-D8AD-401F-B6DA-A34D81F0577A}" type="pres">
      <dgm:prSet presAssocID="{0E5C313E-49C0-4CB8-93A1-E8283152B2A8}" presName="hierChild5" presStyleCnt="0"/>
      <dgm:spPr/>
    </dgm:pt>
    <dgm:pt modelId="{6E72DA1D-3C24-4604-B0FB-D52890A49368}" type="pres">
      <dgm:prSet presAssocID="{B4139BFC-B87E-4937-92D4-CCBF89E7C528}" presName="hierChild5" presStyleCnt="0"/>
      <dgm:spPr/>
    </dgm:pt>
    <dgm:pt modelId="{F8471175-39D1-4BC6-950A-04765B8D3193}" type="pres">
      <dgm:prSet presAssocID="{8EB04C61-A9C6-4D3F-932E-801A23DB3336}" presName="Name48" presStyleLbl="parChTrans1D4" presStyleIdx="6" presStyleCnt="8"/>
      <dgm:spPr/>
    </dgm:pt>
    <dgm:pt modelId="{4DF1038F-19C8-4566-A2EE-EF1FFE44BAE6}" type="pres">
      <dgm:prSet presAssocID="{639F5F2E-492B-4533-A1E5-37296B20C5AC}" presName="hierRoot2" presStyleCnt="0">
        <dgm:presLayoutVars>
          <dgm:hierBranch/>
        </dgm:presLayoutVars>
      </dgm:prSet>
      <dgm:spPr/>
    </dgm:pt>
    <dgm:pt modelId="{3F0F0CFF-A264-433E-ABFC-3ECD74E46B80}" type="pres">
      <dgm:prSet presAssocID="{639F5F2E-492B-4533-A1E5-37296B20C5AC}" presName="rootComposite" presStyleCnt="0"/>
      <dgm:spPr/>
    </dgm:pt>
    <dgm:pt modelId="{8CF9F490-F7D0-46E4-8CBA-EF9B19FC59A9}" type="pres">
      <dgm:prSet presAssocID="{639F5F2E-492B-4533-A1E5-37296B20C5AC}" presName="rootText" presStyleLbl="node4" presStyleIdx="6" presStyleCnt="8">
        <dgm:presLayoutVars>
          <dgm:chPref val="3"/>
        </dgm:presLayoutVars>
      </dgm:prSet>
      <dgm:spPr/>
    </dgm:pt>
    <dgm:pt modelId="{8983F06D-4BFD-40F2-846C-C4DF4CD65DEA}" type="pres">
      <dgm:prSet presAssocID="{639F5F2E-492B-4533-A1E5-37296B20C5AC}" presName="rootConnector" presStyleLbl="node4" presStyleIdx="6" presStyleCnt="8"/>
      <dgm:spPr/>
    </dgm:pt>
    <dgm:pt modelId="{B19EFE79-0AAC-4CE9-BBDB-4685EFE70B90}" type="pres">
      <dgm:prSet presAssocID="{639F5F2E-492B-4533-A1E5-37296B20C5AC}" presName="hierChild4" presStyleCnt="0"/>
      <dgm:spPr/>
    </dgm:pt>
    <dgm:pt modelId="{81AF9DD2-A87A-4278-9675-22DCA7EE0743}" type="pres">
      <dgm:prSet presAssocID="{FAEDA7E7-040E-4E4A-A128-F986616FBEC4}" presName="Name35" presStyleLbl="parChTrans1D4" presStyleIdx="7" presStyleCnt="8"/>
      <dgm:spPr/>
    </dgm:pt>
    <dgm:pt modelId="{F963D1CF-0BDF-46C9-97BD-DB582E248F94}" type="pres">
      <dgm:prSet presAssocID="{50D7FD87-746B-4713-9A6B-7536BCE6F934}" presName="hierRoot2" presStyleCnt="0">
        <dgm:presLayoutVars>
          <dgm:hierBranch val="init"/>
        </dgm:presLayoutVars>
      </dgm:prSet>
      <dgm:spPr/>
    </dgm:pt>
    <dgm:pt modelId="{13052F13-024A-4C45-BD45-AEFE32B5E861}" type="pres">
      <dgm:prSet presAssocID="{50D7FD87-746B-4713-9A6B-7536BCE6F934}" presName="rootComposite" presStyleCnt="0"/>
      <dgm:spPr/>
    </dgm:pt>
    <dgm:pt modelId="{7B8CEEA3-CED9-4F22-AB2E-74947CDC1043}" type="pres">
      <dgm:prSet presAssocID="{50D7FD87-746B-4713-9A6B-7536BCE6F934}" presName="rootText" presStyleLbl="node4" presStyleIdx="7" presStyleCnt="8">
        <dgm:presLayoutVars>
          <dgm:chPref val="3"/>
        </dgm:presLayoutVars>
      </dgm:prSet>
      <dgm:spPr/>
    </dgm:pt>
    <dgm:pt modelId="{39C180AB-5079-4058-8A25-B86DA82D4031}" type="pres">
      <dgm:prSet presAssocID="{50D7FD87-746B-4713-9A6B-7536BCE6F934}" presName="rootConnector" presStyleLbl="node4" presStyleIdx="7" presStyleCnt="8"/>
      <dgm:spPr/>
    </dgm:pt>
    <dgm:pt modelId="{AF7E9E28-8C28-43B1-A20F-FED5AF59FFBB}" type="pres">
      <dgm:prSet presAssocID="{50D7FD87-746B-4713-9A6B-7536BCE6F934}" presName="hierChild4" presStyleCnt="0"/>
      <dgm:spPr/>
    </dgm:pt>
    <dgm:pt modelId="{00CAFB39-CFCC-4F83-B656-A06A088C933E}" type="pres">
      <dgm:prSet presAssocID="{50D7FD87-746B-4713-9A6B-7536BCE6F934}" presName="hierChild5" presStyleCnt="0"/>
      <dgm:spPr/>
    </dgm:pt>
    <dgm:pt modelId="{F5734E9A-0BA0-4E31-A1A1-4C1120BBB248}" type="pres">
      <dgm:prSet presAssocID="{639F5F2E-492B-4533-A1E5-37296B20C5AC}" presName="hierChild5" presStyleCnt="0"/>
      <dgm:spPr/>
    </dgm:pt>
    <dgm:pt modelId="{35ACE065-42DF-421A-AD73-10E2088BCFF8}" type="pres">
      <dgm:prSet presAssocID="{80B1BFE0-63EE-41F4-B1B8-D8A3E771CD0B}" presName="hierChild5" presStyleCnt="0"/>
      <dgm:spPr/>
    </dgm:pt>
    <dgm:pt modelId="{F678645D-0ACB-4BDC-834F-B8BFA5D8FE7C}" type="pres">
      <dgm:prSet presAssocID="{F231CAD4-F337-40E7-ABE2-62872578BF78}" presName="hierChild5" presStyleCnt="0"/>
      <dgm:spPr/>
    </dgm:pt>
    <dgm:pt modelId="{2B44F9BF-B339-4AC9-A11E-65037D8A0CB1}" type="pres">
      <dgm:prSet presAssocID="{A57CEB00-462B-4BEC-9B08-1B08C6DBBD96}" presName="hierChild3" presStyleCnt="0"/>
      <dgm:spPr/>
    </dgm:pt>
  </dgm:ptLst>
  <dgm:cxnLst>
    <dgm:cxn modelId="{08A69B07-D102-4746-9B5D-56F00FEBFF3F}" srcId="{B4139BFC-B87E-4937-92D4-CCBF89E7C528}" destId="{0E5C313E-49C0-4CB8-93A1-E8283152B2A8}" srcOrd="0" destOrd="0" parTransId="{17B22218-8F34-4FC0-BE14-F22A049B73AD}" sibTransId="{D120CF2B-9CE4-4F01-9A05-E2B4FF13B0F1}"/>
    <dgm:cxn modelId="{E0BE6108-6F65-42B5-8A57-5D09B357A473}" type="presOf" srcId="{0E5C313E-49C0-4CB8-93A1-E8283152B2A8}" destId="{8A46AB3E-F13F-46B1-B018-15DDCC46D4DF}" srcOrd="0" destOrd="0" presId="urn:microsoft.com/office/officeart/2005/8/layout/orgChart1"/>
    <dgm:cxn modelId="{9D9EE708-FD02-4534-AD11-EADB98D4DE3A}" type="presOf" srcId="{80B1BFE0-63EE-41F4-B1B8-D8A3E771CD0B}" destId="{37B3A955-05F0-4A31-AA77-C23072219FBC}" srcOrd="0" destOrd="0" presId="urn:microsoft.com/office/officeart/2005/8/layout/orgChart1"/>
    <dgm:cxn modelId="{E7ED080A-72FD-43BB-9A90-08D91D1B9ECD}" srcId="{664E9795-492D-49E4-B4F9-80636AC786CD}" destId="{977B591F-9179-4FA2-9668-5B9567C7FA07}" srcOrd="0" destOrd="0" parTransId="{BBF3B127-5C79-499B-B489-6EC52C3107D6}" sibTransId="{66576A54-5AFE-4FA7-AF24-71AFCA0ABF75}"/>
    <dgm:cxn modelId="{2B14DA0D-3784-4106-B765-70737ED5ABB9}" type="presOf" srcId="{01DEE27B-EBFE-444F-B2C8-A628326B363B}" destId="{354C9D72-4E75-4518-89AD-2C5760B92664}" srcOrd="0" destOrd="0" presId="urn:microsoft.com/office/officeart/2005/8/layout/orgChart1"/>
    <dgm:cxn modelId="{1E444211-7902-4BA3-A3A1-22A08796A4A8}" type="presOf" srcId="{B4139BFC-B87E-4937-92D4-CCBF89E7C528}" destId="{B4065ED4-AB2C-46B3-B07E-27AB3A35E10E}" srcOrd="1" destOrd="0" presId="urn:microsoft.com/office/officeart/2005/8/layout/orgChart1"/>
    <dgm:cxn modelId="{E10F2B13-195B-4F27-A69A-641EB1A3F001}" type="presOf" srcId="{F0F89467-9495-417B-B038-47C141398A8A}" destId="{20EDE05A-3AD7-4B5B-915B-D98AFC0DCD7F}" srcOrd="1" destOrd="0" presId="urn:microsoft.com/office/officeart/2005/8/layout/orgChart1"/>
    <dgm:cxn modelId="{AD8A051C-AEA6-49CE-B511-5A12E52CCD54}" type="presOf" srcId="{80B1BFE0-63EE-41F4-B1B8-D8A3E771CD0B}" destId="{104A870B-034B-4B83-A47F-F3C3AE6DB381}" srcOrd="1" destOrd="0" presId="urn:microsoft.com/office/officeart/2005/8/layout/orgChart1"/>
    <dgm:cxn modelId="{2618801E-3CA1-426E-9742-E172EC26104B}" type="presOf" srcId="{50D7FD87-746B-4713-9A6B-7536BCE6F934}" destId="{39C180AB-5079-4058-8A25-B86DA82D4031}" srcOrd="1" destOrd="0" presId="urn:microsoft.com/office/officeart/2005/8/layout/orgChart1"/>
    <dgm:cxn modelId="{15F7A12A-9FAE-4934-BD16-7A6157E86C4F}" srcId="{D1C27FC2-9411-4EB6-9112-8D4E345678D5}" destId="{A57CEB00-462B-4BEC-9B08-1B08C6DBBD96}" srcOrd="0" destOrd="0" parTransId="{C65E929E-D3EB-4B92-BEF7-CF6795C9BAF0}" sibTransId="{4C266106-1058-4178-B49E-D7F70B094841}"/>
    <dgm:cxn modelId="{8A053D3F-51AC-4E1B-BE08-42A325F60CBD}" type="presOf" srcId="{A57CEB00-462B-4BEC-9B08-1B08C6DBBD96}" destId="{7359F82D-EC09-4ECF-A0AE-6DEBB238C3FA}" srcOrd="1" destOrd="0" presId="urn:microsoft.com/office/officeart/2005/8/layout/orgChart1"/>
    <dgm:cxn modelId="{5FDE0240-8131-4A96-AE18-DB069C9D44EF}" type="presOf" srcId="{F231CAD4-F337-40E7-ABE2-62872578BF78}" destId="{1AD5E1C9-BD20-463E-A815-D0748984A7BD}" srcOrd="0" destOrd="0" presId="urn:microsoft.com/office/officeart/2005/8/layout/orgChart1"/>
    <dgm:cxn modelId="{6CF4E840-AEC2-4BE2-8768-BAFAB06311F5}" type="presOf" srcId="{A57CEB00-462B-4BEC-9B08-1B08C6DBBD96}" destId="{533E74F6-4967-450C-8E8B-CC88DD874680}" srcOrd="0" destOrd="0" presId="urn:microsoft.com/office/officeart/2005/8/layout/orgChart1"/>
    <dgm:cxn modelId="{24F96045-D1DE-49A9-A2C6-F97927DE3076}" type="presOf" srcId="{8EB04C61-A9C6-4D3F-932E-801A23DB3336}" destId="{F8471175-39D1-4BC6-950A-04765B8D3193}" srcOrd="0" destOrd="0" presId="urn:microsoft.com/office/officeart/2005/8/layout/orgChart1"/>
    <dgm:cxn modelId="{2927A345-28D7-4A2A-BE7F-D9769313E6FC}" type="presOf" srcId="{664E9795-492D-49E4-B4F9-80636AC786CD}" destId="{B89FD0FF-4FD9-4CDD-831D-3DEB70560170}" srcOrd="1" destOrd="0" presId="urn:microsoft.com/office/officeart/2005/8/layout/orgChart1"/>
    <dgm:cxn modelId="{B4C2524C-1B6E-4FC3-B0E8-C46505106C3F}" type="presOf" srcId="{0E5C313E-49C0-4CB8-93A1-E8283152B2A8}" destId="{E8B8CBC5-2925-4C7D-90C9-324631392995}" srcOrd="1" destOrd="0" presId="urn:microsoft.com/office/officeart/2005/8/layout/orgChart1"/>
    <dgm:cxn modelId="{504A4F50-3072-4CA3-8E42-3A3F2F5915AD}" type="presOf" srcId="{AA6F2C6A-12AB-49DC-B2C5-FBCA80169911}" destId="{D4D52125-75E5-40EB-B96D-FDE281DF3C66}" srcOrd="0" destOrd="0" presId="urn:microsoft.com/office/officeart/2005/8/layout/orgChart1"/>
    <dgm:cxn modelId="{70AE4D5B-585F-4C92-93EA-EC77CB0CFC45}" type="presOf" srcId="{F231CAD4-F337-40E7-ABE2-62872578BF78}" destId="{E0FCAE28-360E-4760-9F05-ED9D68A6051D}" srcOrd="1" destOrd="0" presId="urn:microsoft.com/office/officeart/2005/8/layout/orgChart1"/>
    <dgm:cxn modelId="{6AC0CF61-E121-4E30-98CF-BC44A64A317A}" type="presOf" srcId="{4C0BFC83-3F12-4235-89D0-DC6C51ECCCC8}" destId="{38A6377D-2DBB-4694-B42B-192AAD07C7B2}" srcOrd="0" destOrd="0" presId="urn:microsoft.com/office/officeart/2005/8/layout/orgChart1"/>
    <dgm:cxn modelId="{4C238D63-7746-4448-B8F8-20734341F044}" type="presOf" srcId="{6EA56DA2-76F2-45DF-BE0B-BA05FF90CC8C}" destId="{0C28E967-BDE7-457B-95EA-483AE54B1510}" srcOrd="0" destOrd="0" presId="urn:microsoft.com/office/officeart/2005/8/layout/orgChart1"/>
    <dgm:cxn modelId="{3A651468-F282-497D-89FE-59ABE7DB83F4}" type="presOf" srcId="{A3E8E260-F82D-4845-8701-7BCEAB82091F}" destId="{E581254F-E7E7-4A9E-B5ED-6F6A69A214CD}" srcOrd="0" destOrd="0" presId="urn:microsoft.com/office/officeart/2005/8/layout/orgChart1"/>
    <dgm:cxn modelId="{447BAC6B-2175-45DA-8A30-3DFD9FAD3649}" type="presOf" srcId="{FAEDA7E7-040E-4E4A-A128-F986616FBEC4}" destId="{81AF9DD2-A87A-4278-9675-22DCA7EE0743}" srcOrd="0" destOrd="0" presId="urn:microsoft.com/office/officeart/2005/8/layout/orgChart1"/>
    <dgm:cxn modelId="{7D03096F-8AC1-4157-9D6F-00693144CD2E}" type="presOf" srcId="{BBF3B127-5C79-499B-B489-6EC52C3107D6}" destId="{76D3530B-6295-49AA-B262-4A9FE2F096A4}" srcOrd="0" destOrd="0" presId="urn:microsoft.com/office/officeart/2005/8/layout/orgChart1"/>
    <dgm:cxn modelId="{A5DDF46F-3186-45A9-89AC-2D395923B1AF}" srcId="{A57CEB00-462B-4BEC-9B08-1B08C6DBBD96}" destId="{F231CAD4-F337-40E7-ABE2-62872578BF78}" srcOrd="2" destOrd="0" parTransId="{AA6F2C6A-12AB-49DC-B2C5-FBCA80169911}" sibTransId="{F45C335A-DA5E-4620-AD39-FA5E37CA53FD}"/>
    <dgm:cxn modelId="{06652876-F285-429A-9785-F58B1B80118F}" type="presOf" srcId="{6EA56DA2-76F2-45DF-BE0B-BA05FF90CC8C}" destId="{4C8D414F-C269-4231-9FDB-21740F822EBF}" srcOrd="1" destOrd="0" presId="urn:microsoft.com/office/officeart/2005/8/layout/orgChart1"/>
    <dgm:cxn modelId="{5296D885-A7B1-4259-ACCE-B1B419E3E0C2}" type="presOf" srcId="{01DEE27B-EBFE-444F-B2C8-A628326B363B}" destId="{844124FC-7585-4766-9F65-6B9661F58531}" srcOrd="1" destOrd="0" presId="urn:microsoft.com/office/officeart/2005/8/layout/orgChart1"/>
    <dgm:cxn modelId="{EBF61E88-4206-4EE1-99F9-E2A04CECAFEA}" type="presOf" srcId="{639F5F2E-492B-4533-A1E5-37296B20C5AC}" destId="{8983F06D-4BFD-40F2-846C-C4DF4CD65DEA}" srcOrd="1" destOrd="0" presId="urn:microsoft.com/office/officeart/2005/8/layout/orgChart1"/>
    <dgm:cxn modelId="{F859068E-9FF1-4824-837B-47583FEB8451}" srcId="{80B1BFE0-63EE-41F4-B1B8-D8A3E771CD0B}" destId="{639F5F2E-492B-4533-A1E5-37296B20C5AC}" srcOrd="1" destOrd="0" parTransId="{8EB04C61-A9C6-4D3F-932E-801A23DB3336}" sibTransId="{CF578E8E-22EE-4397-AFB5-ACB82E5D89B3}"/>
    <dgm:cxn modelId="{F5DA328E-7F44-4AB3-8A33-20F859D7DF42}" type="presOf" srcId="{35D028B6-7550-4487-94CB-4C54BE8ABFA1}" destId="{0FB77A16-6349-41ED-A328-14758A905249}" srcOrd="0" destOrd="0" presId="urn:microsoft.com/office/officeart/2005/8/layout/orgChart1"/>
    <dgm:cxn modelId="{110C788F-EA74-4918-A618-E309ABFD45F3}" srcId="{6EA56DA2-76F2-45DF-BE0B-BA05FF90CC8C}" destId="{F0F89467-9495-417B-B038-47C141398A8A}" srcOrd="0" destOrd="0" parTransId="{35D028B6-7550-4487-94CB-4C54BE8ABFA1}" sibTransId="{4DC44639-8979-445F-AE9D-2BCD9D4768D4}"/>
    <dgm:cxn modelId="{44119890-3FD7-4420-A08B-B8807EC8FDA8}" type="presOf" srcId="{17B22218-8F34-4FC0-BE14-F22A049B73AD}" destId="{67DEC0AA-3CC5-452D-AE78-2E44D4AD93EF}" srcOrd="0" destOrd="0" presId="urn:microsoft.com/office/officeart/2005/8/layout/orgChart1"/>
    <dgm:cxn modelId="{87AB9F95-CD2A-4519-848F-178BCB379E4E}" srcId="{A57CEB00-462B-4BEC-9B08-1B08C6DBBD96}" destId="{A3E8E260-F82D-4845-8701-7BCEAB82091F}" srcOrd="1" destOrd="0" parTransId="{31E19B6A-428A-4353-9404-0662B81A443A}" sibTransId="{E9BD90B5-CD4A-4D3D-AC03-6EDC920B12D7}"/>
    <dgm:cxn modelId="{D911579F-B859-419A-967A-D5A7F382869C}" srcId="{664E9795-492D-49E4-B4F9-80636AC786CD}" destId="{6EA56DA2-76F2-45DF-BE0B-BA05FF90CC8C}" srcOrd="1" destOrd="0" parTransId="{620F99DF-F5B4-4722-905C-BB9912ACABC1}" sibTransId="{05CCC600-0928-4954-81F9-45C0F095E178}"/>
    <dgm:cxn modelId="{63934FA4-E396-438C-B56E-BC25F1BFFC27}" type="presOf" srcId="{B29AA3B1-AB10-4D0C-94CF-6A432DCAC280}" destId="{1B82A47C-BBFE-4CA7-96D4-24895A1002FC}" srcOrd="0" destOrd="0" presId="urn:microsoft.com/office/officeart/2005/8/layout/orgChart1"/>
    <dgm:cxn modelId="{6E0F17AA-D275-45BE-BF2F-1E7F818AD3E4}" type="presOf" srcId="{DE317F1A-5022-493C-BAB1-01DA7BA71CDE}" destId="{DB197121-FE92-49C9-92BC-B173787C1DAE}" srcOrd="0" destOrd="0" presId="urn:microsoft.com/office/officeart/2005/8/layout/orgChart1"/>
    <dgm:cxn modelId="{956BADAA-D394-4461-8104-1D47B854FFCC}" type="presOf" srcId="{977B591F-9179-4FA2-9668-5B9567C7FA07}" destId="{39737A9A-B1CD-4E6C-9EF7-0CBB9E3B65EF}" srcOrd="1" destOrd="0" presId="urn:microsoft.com/office/officeart/2005/8/layout/orgChart1"/>
    <dgm:cxn modelId="{94DE5DAC-1019-458F-899E-5CAD2A435FDE}" srcId="{639F5F2E-492B-4533-A1E5-37296B20C5AC}" destId="{50D7FD87-746B-4713-9A6B-7536BCE6F934}" srcOrd="0" destOrd="0" parTransId="{FAEDA7E7-040E-4E4A-A128-F986616FBEC4}" sibTransId="{42E43B39-0F53-494E-87EE-D3D5B6E35384}"/>
    <dgm:cxn modelId="{F72452AD-3533-47C6-8342-02ACAA38ED7D}" srcId="{A3E8E260-F82D-4845-8701-7BCEAB82091F}" destId="{DE317F1A-5022-493C-BAB1-01DA7BA71CDE}" srcOrd="0" destOrd="0" parTransId="{717F244C-015D-432D-B91C-9DB5D7A2C97C}" sibTransId="{94AC233F-4360-4FCF-9E2B-B6D04B623CAB}"/>
    <dgm:cxn modelId="{CAC5F1B0-FF00-4D87-BF6E-877CB12A70CF}" type="presOf" srcId="{664E9795-492D-49E4-B4F9-80636AC786CD}" destId="{628B29A9-1258-4FED-B6D5-4D6BF7637F08}" srcOrd="0" destOrd="0" presId="urn:microsoft.com/office/officeart/2005/8/layout/orgChart1"/>
    <dgm:cxn modelId="{75889FB3-1D4A-47BD-82FF-2CA1D4E9B033}" type="presOf" srcId="{B4139BFC-B87E-4937-92D4-CCBF89E7C528}" destId="{A52C1168-12C2-4ECB-A29A-01D8D926E667}" srcOrd="0" destOrd="0" presId="urn:microsoft.com/office/officeart/2005/8/layout/orgChart1"/>
    <dgm:cxn modelId="{001B2DB6-5533-4DF0-B39B-0ACA29369B58}" type="presOf" srcId="{840AE2B4-E850-44EB-A3D6-ACE668862ED3}" destId="{3693499D-2A6C-4FC5-B517-58CB81CA30B0}" srcOrd="0" destOrd="0" presId="urn:microsoft.com/office/officeart/2005/8/layout/orgChart1"/>
    <dgm:cxn modelId="{4C2960BB-7BB4-4957-B237-88EBB683C810}" type="presOf" srcId="{DE317F1A-5022-493C-BAB1-01DA7BA71CDE}" destId="{801485BB-AC5B-4696-9995-2B0E8B61D22D}" srcOrd="1" destOrd="0" presId="urn:microsoft.com/office/officeart/2005/8/layout/orgChart1"/>
    <dgm:cxn modelId="{B37CEAC8-5B91-4622-B1EA-C6A6BB047E42}" type="presOf" srcId="{977B591F-9179-4FA2-9668-5B9567C7FA07}" destId="{F7BE5DB2-86A7-4D36-93A2-9264C2F2B32D}" srcOrd="0" destOrd="0" presId="urn:microsoft.com/office/officeart/2005/8/layout/orgChart1"/>
    <dgm:cxn modelId="{8DA21ACA-AA23-4499-8668-22332BC5BC39}" type="presOf" srcId="{A3E8E260-F82D-4845-8701-7BCEAB82091F}" destId="{E388BBA6-6CE5-48E4-82D7-5C0C7910554C}" srcOrd="1" destOrd="0" presId="urn:microsoft.com/office/officeart/2005/8/layout/orgChart1"/>
    <dgm:cxn modelId="{C50041CA-C9C3-4F8D-9745-D1D285D9B44B}" srcId="{A57CEB00-462B-4BEC-9B08-1B08C6DBBD96}" destId="{01DEE27B-EBFE-444F-B2C8-A628326B363B}" srcOrd="0" destOrd="0" parTransId="{840AE2B4-E850-44EB-A3D6-ACE668862ED3}" sibTransId="{BA110E2E-2ACB-4F1E-AB96-F2004C3CF0FB}"/>
    <dgm:cxn modelId="{804EF3CD-0C02-44FA-9B9C-95219AA09CDE}" type="presOf" srcId="{620F99DF-F5B4-4722-905C-BB9912ACABC1}" destId="{714D83A9-BCCF-4527-8C14-FCB21694FEED}" srcOrd="0" destOrd="0" presId="urn:microsoft.com/office/officeart/2005/8/layout/orgChart1"/>
    <dgm:cxn modelId="{1B3650CF-CB5B-4125-89C1-DA56FFFCADD6}" type="presOf" srcId="{D1C27FC2-9411-4EB6-9112-8D4E345678D5}" destId="{14BA0840-4D7B-4127-89BF-DB142B89CD05}" srcOrd="0" destOrd="0" presId="urn:microsoft.com/office/officeart/2005/8/layout/orgChart1"/>
    <dgm:cxn modelId="{D7B5AED4-097B-433E-94BD-F02F3F93719C}" type="presOf" srcId="{717F244C-015D-432D-B91C-9DB5D7A2C97C}" destId="{7394E71D-5466-43D7-BEB7-305A96D5742D}" srcOrd="0" destOrd="0" presId="urn:microsoft.com/office/officeart/2005/8/layout/orgChart1"/>
    <dgm:cxn modelId="{2AAEA3D9-AA59-4D7D-A4E9-A44EFBC01F6A}" srcId="{977B591F-9179-4FA2-9668-5B9567C7FA07}" destId="{FBF1971D-DB97-49B2-B5A3-A7D38B5E530F}" srcOrd="0" destOrd="0" parTransId="{F3E6342F-7B37-44FD-8435-D56AC2106370}" sibTransId="{513AE69B-3CF1-47E2-B7D4-1FEBCFC7BEC9}"/>
    <dgm:cxn modelId="{64051CE6-2ACE-4F93-820A-6B95B7C52145}" type="presOf" srcId="{50D7FD87-746B-4713-9A6B-7536BCE6F934}" destId="{7B8CEEA3-CED9-4F22-AB2E-74947CDC1043}" srcOrd="0" destOrd="0" presId="urn:microsoft.com/office/officeart/2005/8/layout/orgChart1"/>
    <dgm:cxn modelId="{FA8B56E7-4661-4270-BBCC-D92FDEED37FE}" type="presOf" srcId="{639F5F2E-492B-4533-A1E5-37296B20C5AC}" destId="{8CF9F490-F7D0-46E4-8CBA-EF9B19FC59A9}" srcOrd="0" destOrd="0" presId="urn:microsoft.com/office/officeart/2005/8/layout/orgChart1"/>
    <dgm:cxn modelId="{301B1AEA-48BE-4309-845A-9FE05B50E435}" type="presOf" srcId="{FBF1971D-DB97-49B2-B5A3-A7D38B5E530F}" destId="{8D2E7B95-339D-46AE-9E0E-AAFF6821F462}" srcOrd="0" destOrd="0" presId="urn:microsoft.com/office/officeart/2005/8/layout/orgChart1"/>
    <dgm:cxn modelId="{527A35F2-94E2-42F6-8C61-613046EA5887}" srcId="{01DEE27B-EBFE-444F-B2C8-A628326B363B}" destId="{664E9795-492D-49E4-B4F9-80636AC786CD}" srcOrd="0" destOrd="0" parTransId="{3627BB53-C0D7-4E86-897F-54AC6F72066F}" sibTransId="{9CDE242A-C51A-4BB1-829E-9C664D38FDE9}"/>
    <dgm:cxn modelId="{D5988CF3-E276-46E0-992E-78AF95870398}" type="presOf" srcId="{3627BB53-C0D7-4E86-897F-54AC6F72066F}" destId="{1D5EDF2D-9141-45C0-BC14-802C6F09F73F}" srcOrd="0" destOrd="0" presId="urn:microsoft.com/office/officeart/2005/8/layout/orgChart1"/>
    <dgm:cxn modelId="{B7D0B2F4-2F2B-4721-907A-C893AF9BD1F1}" type="presOf" srcId="{FBF1971D-DB97-49B2-B5A3-A7D38B5E530F}" destId="{C26FA6D9-26AC-4B86-9BCE-6A165175D432}" srcOrd="1" destOrd="0" presId="urn:microsoft.com/office/officeart/2005/8/layout/orgChart1"/>
    <dgm:cxn modelId="{E9E9F3F4-0B82-469D-BDE9-8975EC1C81A2}" srcId="{80B1BFE0-63EE-41F4-B1B8-D8A3E771CD0B}" destId="{B4139BFC-B87E-4937-92D4-CCBF89E7C528}" srcOrd="0" destOrd="0" parTransId="{B29AA3B1-AB10-4D0C-94CF-6A432DCAC280}" sibTransId="{A3B66DCD-2EAC-4764-9E3F-E0899C2243EB}"/>
    <dgm:cxn modelId="{B90DE4F7-9726-4211-A476-DC7B9D0572EF}" type="presOf" srcId="{F0F89467-9495-417B-B038-47C141398A8A}" destId="{E93C03B6-312B-4CF9-ADED-DD6CD861E9DB}" srcOrd="0" destOrd="0" presId="urn:microsoft.com/office/officeart/2005/8/layout/orgChart1"/>
    <dgm:cxn modelId="{4D6E48F8-7BAC-4356-8DBD-7B3CE61E3016}" type="presOf" srcId="{31E19B6A-428A-4353-9404-0662B81A443A}" destId="{5F7A0FDA-E683-4399-B37F-0495B2FE3E7D}" srcOrd="0" destOrd="0" presId="urn:microsoft.com/office/officeart/2005/8/layout/orgChart1"/>
    <dgm:cxn modelId="{6E6D80F8-435E-4B54-85B1-65615FE90675}" srcId="{F231CAD4-F337-40E7-ABE2-62872578BF78}" destId="{80B1BFE0-63EE-41F4-B1B8-D8A3E771CD0B}" srcOrd="0" destOrd="0" parTransId="{4C0BFC83-3F12-4235-89D0-DC6C51ECCCC8}" sibTransId="{F41F7390-BA04-4444-BD6B-1C74ACCF6C44}"/>
    <dgm:cxn modelId="{7B641EFF-71DF-412C-B14A-37580B1C022F}" type="presOf" srcId="{F3E6342F-7B37-44FD-8435-D56AC2106370}" destId="{3E366968-A52B-4964-A083-CD5F61CED7CA}" srcOrd="0" destOrd="0" presId="urn:microsoft.com/office/officeart/2005/8/layout/orgChart1"/>
    <dgm:cxn modelId="{5C93272A-3D15-4E4C-8931-8E7D18E1CB30}" type="presParOf" srcId="{14BA0840-4D7B-4127-89BF-DB142B89CD05}" destId="{B459B1FE-5C49-42D5-9E17-0A94B8312A40}" srcOrd="0" destOrd="0" presId="urn:microsoft.com/office/officeart/2005/8/layout/orgChart1"/>
    <dgm:cxn modelId="{9F92FC59-C292-47E4-B114-EC4D5E7C604B}" type="presParOf" srcId="{B459B1FE-5C49-42D5-9E17-0A94B8312A40}" destId="{38C197E2-7F45-4075-BB4A-AE6F229C08AA}" srcOrd="0" destOrd="0" presId="urn:microsoft.com/office/officeart/2005/8/layout/orgChart1"/>
    <dgm:cxn modelId="{20747515-EB78-4798-9247-06A79FDDE038}" type="presParOf" srcId="{38C197E2-7F45-4075-BB4A-AE6F229C08AA}" destId="{533E74F6-4967-450C-8E8B-CC88DD874680}" srcOrd="0" destOrd="0" presId="urn:microsoft.com/office/officeart/2005/8/layout/orgChart1"/>
    <dgm:cxn modelId="{E05A629D-CF69-4391-AF09-CDB921C2C228}" type="presParOf" srcId="{38C197E2-7F45-4075-BB4A-AE6F229C08AA}" destId="{7359F82D-EC09-4ECF-A0AE-6DEBB238C3FA}" srcOrd="1" destOrd="0" presId="urn:microsoft.com/office/officeart/2005/8/layout/orgChart1"/>
    <dgm:cxn modelId="{C4817DD4-AFED-4F2E-B201-0E15FAFF47DA}" type="presParOf" srcId="{B459B1FE-5C49-42D5-9E17-0A94B8312A40}" destId="{F6891A34-EE9D-4743-B4C8-22BC3F0AF20E}" srcOrd="1" destOrd="0" presId="urn:microsoft.com/office/officeart/2005/8/layout/orgChart1"/>
    <dgm:cxn modelId="{7BFD5AF3-491B-40F4-BD53-D28B46B5D655}" type="presParOf" srcId="{F6891A34-EE9D-4743-B4C8-22BC3F0AF20E}" destId="{3693499D-2A6C-4FC5-B517-58CB81CA30B0}" srcOrd="0" destOrd="0" presId="urn:microsoft.com/office/officeart/2005/8/layout/orgChart1"/>
    <dgm:cxn modelId="{C19B8E71-31BA-40FD-A445-A2708748F4AE}" type="presParOf" srcId="{F6891A34-EE9D-4743-B4C8-22BC3F0AF20E}" destId="{EF339924-E3FE-45FC-BA29-820D255E1017}" srcOrd="1" destOrd="0" presId="urn:microsoft.com/office/officeart/2005/8/layout/orgChart1"/>
    <dgm:cxn modelId="{AB02DF14-2E3A-4213-AABE-70C0AB5FA851}" type="presParOf" srcId="{EF339924-E3FE-45FC-BA29-820D255E1017}" destId="{3A988D2B-E8BD-41A8-BFC6-0BE479E355EA}" srcOrd="0" destOrd="0" presId="urn:microsoft.com/office/officeart/2005/8/layout/orgChart1"/>
    <dgm:cxn modelId="{5594A823-33C7-4A62-A9CE-E285C54CA340}" type="presParOf" srcId="{3A988D2B-E8BD-41A8-BFC6-0BE479E355EA}" destId="{354C9D72-4E75-4518-89AD-2C5760B92664}" srcOrd="0" destOrd="0" presId="urn:microsoft.com/office/officeart/2005/8/layout/orgChart1"/>
    <dgm:cxn modelId="{EA707B9A-DB8F-488B-8EBB-A21913DDD58D}" type="presParOf" srcId="{3A988D2B-E8BD-41A8-BFC6-0BE479E355EA}" destId="{844124FC-7585-4766-9F65-6B9661F58531}" srcOrd="1" destOrd="0" presId="urn:microsoft.com/office/officeart/2005/8/layout/orgChart1"/>
    <dgm:cxn modelId="{5E4E6840-D8D3-4D5F-99A1-EEB49E2C5966}" type="presParOf" srcId="{EF339924-E3FE-45FC-BA29-820D255E1017}" destId="{1D24F57B-84E2-4C55-96CF-E942F12542BE}" srcOrd="1" destOrd="0" presId="urn:microsoft.com/office/officeart/2005/8/layout/orgChart1"/>
    <dgm:cxn modelId="{C8BC74E6-808C-40B5-A8B4-3EB129FB092E}" type="presParOf" srcId="{1D24F57B-84E2-4C55-96CF-E942F12542BE}" destId="{1D5EDF2D-9141-45C0-BC14-802C6F09F73F}" srcOrd="0" destOrd="0" presId="urn:microsoft.com/office/officeart/2005/8/layout/orgChart1"/>
    <dgm:cxn modelId="{65239022-B04A-446A-9D98-2571149D3CBC}" type="presParOf" srcId="{1D24F57B-84E2-4C55-96CF-E942F12542BE}" destId="{FA961D10-46F0-458A-B5BA-B8C54D896142}" srcOrd="1" destOrd="0" presId="urn:microsoft.com/office/officeart/2005/8/layout/orgChart1"/>
    <dgm:cxn modelId="{B1D09A67-38F7-45E9-8114-182D0E0D9AD0}" type="presParOf" srcId="{FA961D10-46F0-458A-B5BA-B8C54D896142}" destId="{C9338924-94A8-4F88-B814-D1D1D18B4303}" srcOrd="0" destOrd="0" presId="urn:microsoft.com/office/officeart/2005/8/layout/orgChart1"/>
    <dgm:cxn modelId="{73076CB9-0BFE-477A-ACEB-49E7C341AC5B}" type="presParOf" srcId="{C9338924-94A8-4F88-B814-D1D1D18B4303}" destId="{628B29A9-1258-4FED-B6D5-4D6BF7637F08}" srcOrd="0" destOrd="0" presId="urn:microsoft.com/office/officeart/2005/8/layout/orgChart1"/>
    <dgm:cxn modelId="{D541591E-E7DE-4B80-988E-74B17ACDA782}" type="presParOf" srcId="{C9338924-94A8-4F88-B814-D1D1D18B4303}" destId="{B89FD0FF-4FD9-4CDD-831D-3DEB70560170}" srcOrd="1" destOrd="0" presId="urn:microsoft.com/office/officeart/2005/8/layout/orgChart1"/>
    <dgm:cxn modelId="{B32D27C7-1382-4D0C-AEE3-0DAF9A267EED}" type="presParOf" srcId="{FA961D10-46F0-458A-B5BA-B8C54D896142}" destId="{D60D05AB-37E8-4EB0-B2A5-C207D323C3BA}" srcOrd="1" destOrd="0" presId="urn:microsoft.com/office/officeart/2005/8/layout/orgChart1"/>
    <dgm:cxn modelId="{E69B5E33-DA29-4437-AD52-2AFD86B5988E}" type="presParOf" srcId="{D60D05AB-37E8-4EB0-B2A5-C207D323C3BA}" destId="{76D3530B-6295-49AA-B262-4A9FE2F096A4}" srcOrd="0" destOrd="0" presId="urn:microsoft.com/office/officeart/2005/8/layout/orgChart1"/>
    <dgm:cxn modelId="{7120A2C2-ED79-4F36-AC22-2BA7FDF81E37}" type="presParOf" srcId="{D60D05AB-37E8-4EB0-B2A5-C207D323C3BA}" destId="{FA410E8D-A27E-4E33-8432-B66A40AA7301}" srcOrd="1" destOrd="0" presId="urn:microsoft.com/office/officeart/2005/8/layout/orgChart1"/>
    <dgm:cxn modelId="{F4B4176E-4453-4337-8858-DC2FCBD42611}" type="presParOf" srcId="{FA410E8D-A27E-4E33-8432-B66A40AA7301}" destId="{9EC32E28-FC45-4D92-B221-C939B4F325B3}" srcOrd="0" destOrd="0" presId="urn:microsoft.com/office/officeart/2005/8/layout/orgChart1"/>
    <dgm:cxn modelId="{FDF1395E-F9E0-4CF6-A9F9-AC0C358F127B}" type="presParOf" srcId="{9EC32E28-FC45-4D92-B221-C939B4F325B3}" destId="{F7BE5DB2-86A7-4D36-93A2-9264C2F2B32D}" srcOrd="0" destOrd="0" presId="urn:microsoft.com/office/officeart/2005/8/layout/orgChart1"/>
    <dgm:cxn modelId="{1301E504-9374-49C3-A07C-FD303AA98C88}" type="presParOf" srcId="{9EC32E28-FC45-4D92-B221-C939B4F325B3}" destId="{39737A9A-B1CD-4E6C-9EF7-0CBB9E3B65EF}" srcOrd="1" destOrd="0" presId="urn:microsoft.com/office/officeart/2005/8/layout/orgChart1"/>
    <dgm:cxn modelId="{B7448B17-15EE-4E8B-8591-19A1F9B041EA}" type="presParOf" srcId="{FA410E8D-A27E-4E33-8432-B66A40AA7301}" destId="{4308B846-68A3-45E8-871C-E71934E09106}" srcOrd="1" destOrd="0" presId="urn:microsoft.com/office/officeart/2005/8/layout/orgChart1"/>
    <dgm:cxn modelId="{03370228-AEE6-4C3B-8FA1-D6D2B67C9B6E}" type="presParOf" srcId="{4308B846-68A3-45E8-871C-E71934E09106}" destId="{3E366968-A52B-4964-A083-CD5F61CED7CA}" srcOrd="0" destOrd="0" presId="urn:microsoft.com/office/officeart/2005/8/layout/orgChart1"/>
    <dgm:cxn modelId="{1E3F7D15-14BA-4D67-93F8-FED8E1D24FA4}" type="presParOf" srcId="{4308B846-68A3-45E8-871C-E71934E09106}" destId="{43624496-D71B-4C11-BC3D-5F76CC92A897}" srcOrd="1" destOrd="0" presId="urn:microsoft.com/office/officeart/2005/8/layout/orgChart1"/>
    <dgm:cxn modelId="{173571BB-B124-4795-B4BC-447E3A8C97B6}" type="presParOf" srcId="{43624496-D71B-4C11-BC3D-5F76CC92A897}" destId="{7CB9DD5E-27F2-4222-BF40-BE82A9F02AC7}" srcOrd="0" destOrd="0" presId="urn:microsoft.com/office/officeart/2005/8/layout/orgChart1"/>
    <dgm:cxn modelId="{9F41D6FB-509D-455E-9719-5EFDE92CCA59}" type="presParOf" srcId="{7CB9DD5E-27F2-4222-BF40-BE82A9F02AC7}" destId="{8D2E7B95-339D-46AE-9E0E-AAFF6821F462}" srcOrd="0" destOrd="0" presId="urn:microsoft.com/office/officeart/2005/8/layout/orgChart1"/>
    <dgm:cxn modelId="{3F6819F6-DA5E-4475-8B9F-472183893C83}" type="presParOf" srcId="{7CB9DD5E-27F2-4222-BF40-BE82A9F02AC7}" destId="{C26FA6D9-26AC-4B86-9BCE-6A165175D432}" srcOrd="1" destOrd="0" presId="urn:microsoft.com/office/officeart/2005/8/layout/orgChart1"/>
    <dgm:cxn modelId="{BA2519E1-6455-484F-B33A-732310567A3F}" type="presParOf" srcId="{43624496-D71B-4C11-BC3D-5F76CC92A897}" destId="{F505D9DA-86D7-4710-A356-157FFC8C8A15}" srcOrd="1" destOrd="0" presId="urn:microsoft.com/office/officeart/2005/8/layout/orgChart1"/>
    <dgm:cxn modelId="{5BAA4994-D5E1-46A0-9A04-B465368B82D4}" type="presParOf" srcId="{43624496-D71B-4C11-BC3D-5F76CC92A897}" destId="{9BDE14DA-E516-4738-A8E1-882B5E37716A}" srcOrd="2" destOrd="0" presId="urn:microsoft.com/office/officeart/2005/8/layout/orgChart1"/>
    <dgm:cxn modelId="{9802FF40-12BF-4C2C-8D73-ACC223FD0E47}" type="presParOf" srcId="{FA410E8D-A27E-4E33-8432-B66A40AA7301}" destId="{A9509A5F-264F-4EC1-9556-1CEBE1689426}" srcOrd="2" destOrd="0" presId="urn:microsoft.com/office/officeart/2005/8/layout/orgChart1"/>
    <dgm:cxn modelId="{E72F47EA-B309-49A4-A9B2-B5F4D71BCB84}" type="presParOf" srcId="{D60D05AB-37E8-4EB0-B2A5-C207D323C3BA}" destId="{714D83A9-BCCF-4527-8C14-FCB21694FEED}" srcOrd="2" destOrd="0" presId="urn:microsoft.com/office/officeart/2005/8/layout/orgChart1"/>
    <dgm:cxn modelId="{78260117-C9F7-470B-8897-B01DBAED940F}" type="presParOf" srcId="{D60D05AB-37E8-4EB0-B2A5-C207D323C3BA}" destId="{2BD184BE-41CC-486B-8CBB-18BF758A563A}" srcOrd="3" destOrd="0" presId="urn:microsoft.com/office/officeart/2005/8/layout/orgChart1"/>
    <dgm:cxn modelId="{D14D2F0C-47BB-47F9-A620-A74680A1E5EA}" type="presParOf" srcId="{2BD184BE-41CC-486B-8CBB-18BF758A563A}" destId="{DE223617-12B7-4FF7-A232-3E744F280683}" srcOrd="0" destOrd="0" presId="urn:microsoft.com/office/officeart/2005/8/layout/orgChart1"/>
    <dgm:cxn modelId="{B6899447-E352-4581-901D-46DE3D0E8603}" type="presParOf" srcId="{DE223617-12B7-4FF7-A232-3E744F280683}" destId="{0C28E967-BDE7-457B-95EA-483AE54B1510}" srcOrd="0" destOrd="0" presId="urn:microsoft.com/office/officeart/2005/8/layout/orgChart1"/>
    <dgm:cxn modelId="{1CD3CA89-B8DD-4B7B-B298-C77C8C1197AD}" type="presParOf" srcId="{DE223617-12B7-4FF7-A232-3E744F280683}" destId="{4C8D414F-C269-4231-9FDB-21740F822EBF}" srcOrd="1" destOrd="0" presId="urn:microsoft.com/office/officeart/2005/8/layout/orgChart1"/>
    <dgm:cxn modelId="{3C940971-53C3-4967-A1BB-D9AD5AE0BA26}" type="presParOf" srcId="{2BD184BE-41CC-486B-8CBB-18BF758A563A}" destId="{D75A72A7-CEA0-4727-8C0A-D824DAEE86DC}" srcOrd="1" destOrd="0" presId="urn:microsoft.com/office/officeart/2005/8/layout/orgChart1"/>
    <dgm:cxn modelId="{0C4B8CB5-A81C-455E-8487-F3284AED4263}" type="presParOf" srcId="{D75A72A7-CEA0-4727-8C0A-D824DAEE86DC}" destId="{0FB77A16-6349-41ED-A328-14758A905249}" srcOrd="0" destOrd="0" presId="urn:microsoft.com/office/officeart/2005/8/layout/orgChart1"/>
    <dgm:cxn modelId="{DD3321CA-7960-46AB-9BD0-6296B95DCC2B}" type="presParOf" srcId="{D75A72A7-CEA0-4727-8C0A-D824DAEE86DC}" destId="{59E9CEEB-C67E-4D29-9017-C91C9D32064D}" srcOrd="1" destOrd="0" presId="urn:microsoft.com/office/officeart/2005/8/layout/orgChart1"/>
    <dgm:cxn modelId="{001CCA80-4D83-4E1D-AE4C-CB7B64324C1E}" type="presParOf" srcId="{59E9CEEB-C67E-4D29-9017-C91C9D32064D}" destId="{2EF6DD74-F2C5-483C-B73D-B6E2907CA58E}" srcOrd="0" destOrd="0" presId="urn:microsoft.com/office/officeart/2005/8/layout/orgChart1"/>
    <dgm:cxn modelId="{76E74C4E-0CFF-48C9-A535-4F4659C3EFE2}" type="presParOf" srcId="{2EF6DD74-F2C5-483C-B73D-B6E2907CA58E}" destId="{E93C03B6-312B-4CF9-ADED-DD6CD861E9DB}" srcOrd="0" destOrd="0" presId="urn:microsoft.com/office/officeart/2005/8/layout/orgChart1"/>
    <dgm:cxn modelId="{37327E1D-D089-4E81-A2D8-80B6C38B393A}" type="presParOf" srcId="{2EF6DD74-F2C5-483C-B73D-B6E2907CA58E}" destId="{20EDE05A-3AD7-4B5B-915B-D98AFC0DCD7F}" srcOrd="1" destOrd="0" presId="urn:microsoft.com/office/officeart/2005/8/layout/orgChart1"/>
    <dgm:cxn modelId="{016283C2-C2FB-4C5F-B1F5-5FB677F395D5}" type="presParOf" srcId="{59E9CEEB-C67E-4D29-9017-C91C9D32064D}" destId="{E342548B-4204-44ED-B880-704E8D92FD65}" srcOrd="1" destOrd="0" presId="urn:microsoft.com/office/officeart/2005/8/layout/orgChart1"/>
    <dgm:cxn modelId="{869BBF22-4635-4167-AAE4-3880DC367601}" type="presParOf" srcId="{59E9CEEB-C67E-4D29-9017-C91C9D32064D}" destId="{21B636DD-2DF4-4198-B4FF-DB0F2DD43944}" srcOrd="2" destOrd="0" presId="urn:microsoft.com/office/officeart/2005/8/layout/orgChart1"/>
    <dgm:cxn modelId="{68030B6D-2DA4-4E4F-8429-58558BC8B804}" type="presParOf" srcId="{2BD184BE-41CC-486B-8CBB-18BF758A563A}" destId="{9CB313B8-87B4-48DB-9FBF-AF8C9E7FD9D7}" srcOrd="2" destOrd="0" presId="urn:microsoft.com/office/officeart/2005/8/layout/orgChart1"/>
    <dgm:cxn modelId="{5C0EB1C5-6734-4F4C-88CD-78D3B6E84E69}" type="presParOf" srcId="{FA961D10-46F0-458A-B5BA-B8C54D896142}" destId="{6BDB76C5-3607-43E2-BB1C-961D1137727B}" srcOrd="2" destOrd="0" presId="urn:microsoft.com/office/officeart/2005/8/layout/orgChart1"/>
    <dgm:cxn modelId="{330312B7-E671-4C58-9377-58F2D7D96E8D}" type="presParOf" srcId="{EF339924-E3FE-45FC-BA29-820D255E1017}" destId="{DEF06F7E-4360-433E-A9ED-1E550B6D5318}" srcOrd="2" destOrd="0" presId="urn:microsoft.com/office/officeart/2005/8/layout/orgChart1"/>
    <dgm:cxn modelId="{49A6C3E2-4F98-424F-A74C-544B2DC61C70}" type="presParOf" srcId="{F6891A34-EE9D-4743-B4C8-22BC3F0AF20E}" destId="{5F7A0FDA-E683-4399-B37F-0495B2FE3E7D}" srcOrd="2" destOrd="0" presId="urn:microsoft.com/office/officeart/2005/8/layout/orgChart1"/>
    <dgm:cxn modelId="{3347D906-886F-4276-AC23-34BFAC4AF0F4}" type="presParOf" srcId="{F6891A34-EE9D-4743-B4C8-22BC3F0AF20E}" destId="{9DAB9387-7BE8-4BE5-A9B9-6C4A06D477C9}" srcOrd="3" destOrd="0" presId="urn:microsoft.com/office/officeart/2005/8/layout/orgChart1"/>
    <dgm:cxn modelId="{210F8CED-3698-4898-85DB-B56FE57A2DE9}" type="presParOf" srcId="{9DAB9387-7BE8-4BE5-A9B9-6C4A06D477C9}" destId="{7DDA8866-AB00-46B8-9A22-E32B95D14397}" srcOrd="0" destOrd="0" presId="urn:microsoft.com/office/officeart/2005/8/layout/orgChart1"/>
    <dgm:cxn modelId="{B4F2544A-E997-4DCB-9E0C-AA7CC098CBE7}" type="presParOf" srcId="{7DDA8866-AB00-46B8-9A22-E32B95D14397}" destId="{E581254F-E7E7-4A9E-B5ED-6F6A69A214CD}" srcOrd="0" destOrd="0" presId="urn:microsoft.com/office/officeart/2005/8/layout/orgChart1"/>
    <dgm:cxn modelId="{50324702-5270-428F-8935-EEF0A033CF2B}" type="presParOf" srcId="{7DDA8866-AB00-46B8-9A22-E32B95D14397}" destId="{E388BBA6-6CE5-48E4-82D7-5C0C7910554C}" srcOrd="1" destOrd="0" presId="urn:microsoft.com/office/officeart/2005/8/layout/orgChart1"/>
    <dgm:cxn modelId="{28D1781F-597A-4B91-A07D-DAD0FF68FD2B}" type="presParOf" srcId="{9DAB9387-7BE8-4BE5-A9B9-6C4A06D477C9}" destId="{748AF781-8144-411B-980F-68109CF8E08C}" srcOrd="1" destOrd="0" presId="urn:microsoft.com/office/officeart/2005/8/layout/orgChart1"/>
    <dgm:cxn modelId="{B1982C83-BD65-4845-87E0-0333D53C96F4}" type="presParOf" srcId="{748AF781-8144-411B-980F-68109CF8E08C}" destId="{7394E71D-5466-43D7-BEB7-305A96D5742D}" srcOrd="0" destOrd="0" presId="urn:microsoft.com/office/officeart/2005/8/layout/orgChart1"/>
    <dgm:cxn modelId="{F40250F1-141B-4D8E-8414-22EC275129FC}" type="presParOf" srcId="{748AF781-8144-411B-980F-68109CF8E08C}" destId="{5782EB00-DB96-41B9-8F1D-49EC7FC40D3B}" srcOrd="1" destOrd="0" presId="urn:microsoft.com/office/officeart/2005/8/layout/orgChart1"/>
    <dgm:cxn modelId="{F65EAF2E-24AA-4CD7-8989-0CE72C544E6B}" type="presParOf" srcId="{5782EB00-DB96-41B9-8F1D-49EC7FC40D3B}" destId="{E37D7246-4D23-44B0-A33D-09DEB5446D57}" srcOrd="0" destOrd="0" presId="urn:microsoft.com/office/officeart/2005/8/layout/orgChart1"/>
    <dgm:cxn modelId="{33EDA7F5-D67D-4926-8A73-9EF3D2BB0A3E}" type="presParOf" srcId="{E37D7246-4D23-44B0-A33D-09DEB5446D57}" destId="{DB197121-FE92-49C9-92BC-B173787C1DAE}" srcOrd="0" destOrd="0" presId="urn:microsoft.com/office/officeart/2005/8/layout/orgChart1"/>
    <dgm:cxn modelId="{4A15ACD3-60A7-4E03-A7BC-FA8567B9D85B}" type="presParOf" srcId="{E37D7246-4D23-44B0-A33D-09DEB5446D57}" destId="{801485BB-AC5B-4696-9995-2B0E8B61D22D}" srcOrd="1" destOrd="0" presId="urn:microsoft.com/office/officeart/2005/8/layout/orgChart1"/>
    <dgm:cxn modelId="{C971B000-46E7-4EFD-BAED-38DA7E7E7D76}" type="presParOf" srcId="{5782EB00-DB96-41B9-8F1D-49EC7FC40D3B}" destId="{0748ECF4-EFA4-4B02-A6ED-798C6CDACFC3}" srcOrd="1" destOrd="0" presId="urn:microsoft.com/office/officeart/2005/8/layout/orgChart1"/>
    <dgm:cxn modelId="{5B93DF3E-A889-42A5-AD48-87B48D335EA3}" type="presParOf" srcId="{5782EB00-DB96-41B9-8F1D-49EC7FC40D3B}" destId="{31954832-2761-40BC-A112-06971830616E}" srcOrd="2" destOrd="0" presId="urn:microsoft.com/office/officeart/2005/8/layout/orgChart1"/>
    <dgm:cxn modelId="{D1ABD728-E0F1-4CD5-9E33-51CBB7E60F2C}" type="presParOf" srcId="{9DAB9387-7BE8-4BE5-A9B9-6C4A06D477C9}" destId="{C16581AB-EA60-4263-8A04-0729EF0C5E03}" srcOrd="2" destOrd="0" presId="urn:microsoft.com/office/officeart/2005/8/layout/orgChart1"/>
    <dgm:cxn modelId="{7AEE31EB-DF32-41FB-B947-DADA7C64E95B}" type="presParOf" srcId="{F6891A34-EE9D-4743-B4C8-22BC3F0AF20E}" destId="{D4D52125-75E5-40EB-B96D-FDE281DF3C66}" srcOrd="4" destOrd="0" presId="urn:microsoft.com/office/officeart/2005/8/layout/orgChart1"/>
    <dgm:cxn modelId="{5DCCE94C-EF2A-4825-AB07-E439446AB91C}" type="presParOf" srcId="{F6891A34-EE9D-4743-B4C8-22BC3F0AF20E}" destId="{6D546FB2-4BFB-4D5F-B004-4D96E51C652F}" srcOrd="5" destOrd="0" presId="urn:microsoft.com/office/officeart/2005/8/layout/orgChart1"/>
    <dgm:cxn modelId="{9FDD483B-ADCA-47BA-B20C-D17B31ED8A14}" type="presParOf" srcId="{6D546FB2-4BFB-4D5F-B004-4D96E51C652F}" destId="{5525C282-7D1E-4EC3-8AD8-B2966F6ED3B7}" srcOrd="0" destOrd="0" presId="urn:microsoft.com/office/officeart/2005/8/layout/orgChart1"/>
    <dgm:cxn modelId="{1EA4FEAC-A1D7-4DEF-9DA1-85A39D84AF6E}" type="presParOf" srcId="{5525C282-7D1E-4EC3-8AD8-B2966F6ED3B7}" destId="{1AD5E1C9-BD20-463E-A815-D0748984A7BD}" srcOrd="0" destOrd="0" presId="urn:microsoft.com/office/officeart/2005/8/layout/orgChart1"/>
    <dgm:cxn modelId="{3CA83851-EB7D-4920-A85B-A4A14CE86699}" type="presParOf" srcId="{5525C282-7D1E-4EC3-8AD8-B2966F6ED3B7}" destId="{E0FCAE28-360E-4760-9F05-ED9D68A6051D}" srcOrd="1" destOrd="0" presId="urn:microsoft.com/office/officeart/2005/8/layout/orgChart1"/>
    <dgm:cxn modelId="{13492133-6E01-48F2-B508-9EE3604CB904}" type="presParOf" srcId="{6D546FB2-4BFB-4D5F-B004-4D96E51C652F}" destId="{7B49E62A-5304-476C-8D35-517E0C7861E2}" srcOrd="1" destOrd="0" presId="urn:microsoft.com/office/officeart/2005/8/layout/orgChart1"/>
    <dgm:cxn modelId="{6AE58AA0-9AEB-40B5-8136-D28D57EC81BB}" type="presParOf" srcId="{7B49E62A-5304-476C-8D35-517E0C7861E2}" destId="{38A6377D-2DBB-4694-B42B-192AAD07C7B2}" srcOrd="0" destOrd="0" presId="urn:microsoft.com/office/officeart/2005/8/layout/orgChart1"/>
    <dgm:cxn modelId="{65651B7D-710B-49F2-B64C-FBCDBFC450C6}" type="presParOf" srcId="{7B49E62A-5304-476C-8D35-517E0C7861E2}" destId="{2A25456E-6B27-473C-B533-99D85D0B0A7E}" srcOrd="1" destOrd="0" presId="urn:microsoft.com/office/officeart/2005/8/layout/orgChart1"/>
    <dgm:cxn modelId="{9CA7F8C9-CC4B-4850-A8C7-3E907EB75B78}" type="presParOf" srcId="{2A25456E-6B27-473C-B533-99D85D0B0A7E}" destId="{D4BB2D7C-3A40-46F6-9214-C923ECA1DBC5}" srcOrd="0" destOrd="0" presId="urn:microsoft.com/office/officeart/2005/8/layout/orgChart1"/>
    <dgm:cxn modelId="{A79B30FF-7494-43FF-AE4D-6AE5811FA5CA}" type="presParOf" srcId="{D4BB2D7C-3A40-46F6-9214-C923ECA1DBC5}" destId="{37B3A955-05F0-4A31-AA77-C23072219FBC}" srcOrd="0" destOrd="0" presId="urn:microsoft.com/office/officeart/2005/8/layout/orgChart1"/>
    <dgm:cxn modelId="{017A65F0-884E-4C14-9E8A-061F4861588C}" type="presParOf" srcId="{D4BB2D7C-3A40-46F6-9214-C923ECA1DBC5}" destId="{104A870B-034B-4B83-A47F-F3C3AE6DB381}" srcOrd="1" destOrd="0" presId="urn:microsoft.com/office/officeart/2005/8/layout/orgChart1"/>
    <dgm:cxn modelId="{77648640-2A82-44DA-8010-2470F1FE86CE}" type="presParOf" srcId="{2A25456E-6B27-473C-B533-99D85D0B0A7E}" destId="{0EDCC3A8-5840-4E70-A258-AA8925394962}" srcOrd="1" destOrd="0" presId="urn:microsoft.com/office/officeart/2005/8/layout/orgChart1"/>
    <dgm:cxn modelId="{5F67E505-0763-4E3E-A52A-FABA84D7D036}" type="presParOf" srcId="{0EDCC3A8-5840-4E70-A258-AA8925394962}" destId="{1B82A47C-BBFE-4CA7-96D4-24895A1002FC}" srcOrd="0" destOrd="0" presId="urn:microsoft.com/office/officeart/2005/8/layout/orgChart1"/>
    <dgm:cxn modelId="{E36CB1A3-B998-4393-9A4F-D98BE7C9330F}" type="presParOf" srcId="{0EDCC3A8-5840-4E70-A258-AA8925394962}" destId="{49DA8BCF-CD94-417D-9990-09AB0E013F90}" srcOrd="1" destOrd="0" presId="urn:microsoft.com/office/officeart/2005/8/layout/orgChart1"/>
    <dgm:cxn modelId="{3B10E7A7-FC92-428C-B1D4-2401750AA139}" type="presParOf" srcId="{49DA8BCF-CD94-417D-9990-09AB0E013F90}" destId="{61DD5EF4-863F-4B29-B3E3-7849435A7E8C}" srcOrd="0" destOrd="0" presId="urn:microsoft.com/office/officeart/2005/8/layout/orgChart1"/>
    <dgm:cxn modelId="{FDCA5F33-00F9-4247-B230-59DCC2772DCA}" type="presParOf" srcId="{61DD5EF4-863F-4B29-B3E3-7849435A7E8C}" destId="{A52C1168-12C2-4ECB-A29A-01D8D926E667}" srcOrd="0" destOrd="0" presId="urn:microsoft.com/office/officeart/2005/8/layout/orgChart1"/>
    <dgm:cxn modelId="{BD05705D-0477-41FF-8D63-FB83DB3A039E}" type="presParOf" srcId="{61DD5EF4-863F-4B29-B3E3-7849435A7E8C}" destId="{B4065ED4-AB2C-46B3-B07E-27AB3A35E10E}" srcOrd="1" destOrd="0" presId="urn:microsoft.com/office/officeart/2005/8/layout/orgChart1"/>
    <dgm:cxn modelId="{B0F300E0-FC9C-4A6E-8805-D5C61F15F2D3}" type="presParOf" srcId="{49DA8BCF-CD94-417D-9990-09AB0E013F90}" destId="{25E79D92-4C77-497A-B800-0AC916598CE9}" srcOrd="1" destOrd="0" presId="urn:microsoft.com/office/officeart/2005/8/layout/orgChart1"/>
    <dgm:cxn modelId="{57A3B273-CA56-470B-B506-5F158B7192BA}" type="presParOf" srcId="{25E79D92-4C77-497A-B800-0AC916598CE9}" destId="{67DEC0AA-3CC5-452D-AE78-2E44D4AD93EF}" srcOrd="0" destOrd="0" presId="urn:microsoft.com/office/officeart/2005/8/layout/orgChart1"/>
    <dgm:cxn modelId="{9A8BC7C7-95E4-4975-A103-BF8A8EF5CF19}" type="presParOf" srcId="{25E79D92-4C77-497A-B800-0AC916598CE9}" destId="{F9CD4CE4-1C60-46A6-A3ED-964B18544F8D}" srcOrd="1" destOrd="0" presId="urn:microsoft.com/office/officeart/2005/8/layout/orgChart1"/>
    <dgm:cxn modelId="{728867A8-5302-4697-9D20-9E9D94E37293}" type="presParOf" srcId="{F9CD4CE4-1C60-46A6-A3ED-964B18544F8D}" destId="{8CCDB64B-AE9F-462C-9780-DD00163E42AF}" srcOrd="0" destOrd="0" presId="urn:microsoft.com/office/officeart/2005/8/layout/orgChart1"/>
    <dgm:cxn modelId="{2BFD83EC-B83F-4D35-BC85-9A03D706A3DD}" type="presParOf" srcId="{8CCDB64B-AE9F-462C-9780-DD00163E42AF}" destId="{8A46AB3E-F13F-46B1-B018-15DDCC46D4DF}" srcOrd="0" destOrd="0" presId="urn:microsoft.com/office/officeart/2005/8/layout/orgChart1"/>
    <dgm:cxn modelId="{2C8CEB40-3B7D-4503-B59D-D593C888DE3C}" type="presParOf" srcId="{8CCDB64B-AE9F-462C-9780-DD00163E42AF}" destId="{E8B8CBC5-2925-4C7D-90C9-324631392995}" srcOrd="1" destOrd="0" presId="urn:microsoft.com/office/officeart/2005/8/layout/orgChart1"/>
    <dgm:cxn modelId="{8C644DD6-FB23-4FB4-AEE4-37EFA49BAEF4}" type="presParOf" srcId="{F9CD4CE4-1C60-46A6-A3ED-964B18544F8D}" destId="{E2A95F2E-FE96-4455-AB80-7ACFA02572A7}" srcOrd="1" destOrd="0" presId="urn:microsoft.com/office/officeart/2005/8/layout/orgChart1"/>
    <dgm:cxn modelId="{B5788545-DF69-4647-9B80-05BD279582B3}" type="presParOf" srcId="{F9CD4CE4-1C60-46A6-A3ED-964B18544F8D}" destId="{238A2716-D8AD-401F-B6DA-A34D81F0577A}" srcOrd="2" destOrd="0" presId="urn:microsoft.com/office/officeart/2005/8/layout/orgChart1"/>
    <dgm:cxn modelId="{3C9941A7-D57C-40A2-A221-A1F726DAD7F0}" type="presParOf" srcId="{49DA8BCF-CD94-417D-9990-09AB0E013F90}" destId="{6E72DA1D-3C24-4604-B0FB-D52890A49368}" srcOrd="2" destOrd="0" presId="urn:microsoft.com/office/officeart/2005/8/layout/orgChart1"/>
    <dgm:cxn modelId="{0D44432E-AE45-4EC8-999A-A4E337A0EC5E}" type="presParOf" srcId="{0EDCC3A8-5840-4E70-A258-AA8925394962}" destId="{F8471175-39D1-4BC6-950A-04765B8D3193}" srcOrd="2" destOrd="0" presId="urn:microsoft.com/office/officeart/2005/8/layout/orgChart1"/>
    <dgm:cxn modelId="{F440DE19-3439-49F1-96ED-8571FB54E3F8}" type="presParOf" srcId="{0EDCC3A8-5840-4E70-A258-AA8925394962}" destId="{4DF1038F-19C8-4566-A2EE-EF1FFE44BAE6}" srcOrd="3" destOrd="0" presId="urn:microsoft.com/office/officeart/2005/8/layout/orgChart1"/>
    <dgm:cxn modelId="{05FB2E5D-54C3-4E7D-BB39-F0F0479BEBE8}" type="presParOf" srcId="{4DF1038F-19C8-4566-A2EE-EF1FFE44BAE6}" destId="{3F0F0CFF-A264-433E-ABFC-3ECD74E46B80}" srcOrd="0" destOrd="0" presId="urn:microsoft.com/office/officeart/2005/8/layout/orgChart1"/>
    <dgm:cxn modelId="{1C857614-DA01-4396-A94D-1074161B6249}" type="presParOf" srcId="{3F0F0CFF-A264-433E-ABFC-3ECD74E46B80}" destId="{8CF9F490-F7D0-46E4-8CBA-EF9B19FC59A9}" srcOrd="0" destOrd="0" presId="urn:microsoft.com/office/officeart/2005/8/layout/orgChart1"/>
    <dgm:cxn modelId="{8D8032FE-E4C2-48D5-B236-83D5DBABB495}" type="presParOf" srcId="{3F0F0CFF-A264-433E-ABFC-3ECD74E46B80}" destId="{8983F06D-4BFD-40F2-846C-C4DF4CD65DEA}" srcOrd="1" destOrd="0" presId="urn:microsoft.com/office/officeart/2005/8/layout/orgChart1"/>
    <dgm:cxn modelId="{5587D276-2DBF-4B34-A161-142BA73D66B0}" type="presParOf" srcId="{4DF1038F-19C8-4566-A2EE-EF1FFE44BAE6}" destId="{B19EFE79-0AAC-4CE9-BBDB-4685EFE70B90}" srcOrd="1" destOrd="0" presId="urn:microsoft.com/office/officeart/2005/8/layout/orgChart1"/>
    <dgm:cxn modelId="{3E3493C9-059B-4582-9C6D-B57D76639E95}" type="presParOf" srcId="{B19EFE79-0AAC-4CE9-BBDB-4685EFE70B90}" destId="{81AF9DD2-A87A-4278-9675-22DCA7EE0743}" srcOrd="0" destOrd="0" presId="urn:microsoft.com/office/officeart/2005/8/layout/orgChart1"/>
    <dgm:cxn modelId="{847DF083-046D-4557-B25A-306796CBD999}" type="presParOf" srcId="{B19EFE79-0AAC-4CE9-BBDB-4685EFE70B90}" destId="{F963D1CF-0BDF-46C9-97BD-DB582E248F94}" srcOrd="1" destOrd="0" presId="urn:microsoft.com/office/officeart/2005/8/layout/orgChart1"/>
    <dgm:cxn modelId="{1BBE4753-8AA5-44A7-B232-1A1E64528A0E}" type="presParOf" srcId="{F963D1CF-0BDF-46C9-97BD-DB582E248F94}" destId="{13052F13-024A-4C45-BD45-AEFE32B5E861}" srcOrd="0" destOrd="0" presId="urn:microsoft.com/office/officeart/2005/8/layout/orgChart1"/>
    <dgm:cxn modelId="{4B8710B2-64AE-4C2F-A815-815FD3D93ECA}" type="presParOf" srcId="{13052F13-024A-4C45-BD45-AEFE32B5E861}" destId="{7B8CEEA3-CED9-4F22-AB2E-74947CDC1043}" srcOrd="0" destOrd="0" presId="urn:microsoft.com/office/officeart/2005/8/layout/orgChart1"/>
    <dgm:cxn modelId="{D94E2E1B-9FC6-444A-912A-AFF8512A76EF}" type="presParOf" srcId="{13052F13-024A-4C45-BD45-AEFE32B5E861}" destId="{39C180AB-5079-4058-8A25-B86DA82D4031}" srcOrd="1" destOrd="0" presId="urn:microsoft.com/office/officeart/2005/8/layout/orgChart1"/>
    <dgm:cxn modelId="{6B9D0331-09B5-4309-B425-8575DBA98BFD}" type="presParOf" srcId="{F963D1CF-0BDF-46C9-97BD-DB582E248F94}" destId="{AF7E9E28-8C28-43B1-A20F-FED5AF59FFBB}" srcOrd="1" destOrd="0" presId="urn:microsoft.com/office/officeart/2005/8/layout/orgChart1"/>
    <dgm:cxn modelId="{69114780-04F9-413E-AA1C-5425327C7AB6}" type="presParOf" srcId="{F963D1CF-0BDF-46C9-97BD-DB582E248F94}" destId="{00CAFB39-CFCC-4F83-B656-A06A088C933E}" srcOrd="2" destOrd="0" presId="urn:microsoft.com/office/officeart/2005/8/layout/orgChart1"/>
    <dgm:cxn modelId="{36ACC573-AC84-4600-BAD4-E1AEFF3EE48A}" type="presParOf" srcId="{4DF1038F-19C8-4566-A2EE-EF1FFE44BAE6}" destId="{F5734E9A-0BA0-4E31-A1A1-4C1120BBB248}" srcOrd="2" destOrd="0" presId="urn:microsoft.com/office/officeart/2005/8/layout/orgChart1"/>
    <dgm:cxn modelId="{5A14F2EE-36A6-4057-86CB-BC50B386AE8D}" type="presParOf" srcId="{2A25456E-6B27-473C-B533-99D85D0B0A7E}" destId="{35ACE065-42DF-421A-AD73-10E2088BCFF8}" srcOrd="2" destOrd="0" presId="urn:microsoft.com/office/officeart/2005/8/layout/orgChart1"/>
    <dgm:cxn modelId="{34D730DF-FB93-4E50-B9C8-726F4DD28EA9}" type="presParOf" srcId="{6D546FB2-4BFB-4D5F-B004-4D96E51C652F}" destId="{F678645D-0ACB-4BDC-834F-B8BFA5D8FE7C}" srcOrd="2" destOrd="0" presId="urn:microsoft.com/office/officeart/2005/8/layout/orgChart1"/>
    <dgm:cxn modelId="{1D18D6BE-3265-4B35-9BE1-73889160D3E5}" type="presParOf" srcId="{B459B1FE-5C49-42D5-9E17-0A94B8312A40}" destId="{2B44F9BF-B339-4AC9-A11E-65037D8A0CB1}"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FD5105-BF7A-4C2E-AE5C-58A377E4A6DA}">
      <dsp:nvSpPr>
        <dsp:cNvPr id="0" name=""/>
        <dsp:cNvSpPr/>
      </dsp:nvSpPr>
      <dsp:spPr>
        <a:xfrm>
          <a:off x="4132729" y="1674240"/>
          <a:ext cx="3424484" cy="297166"/>
        </a:xfrm>
        <a:custGeom>
          <a:avLst/>
          <a:gdLst/>
          <a:ahLst/>
          <a:cxnLst/>
          <a:rect l="0" t="0" r="0" b="0"/>
          <a:pathLst>
            <a:path>
              <a:moveTo>
                <a:pt x="0" y="0"/>
              </a:moveTo>
              <a:lnTo>
                <a:pt x="0" y="148583"/>
              </a:lnTo>
              <a:lnTo>
                <a:pt x="3424484" y="148583"/>
              </a:lnTo>
              <a:lnTo>
                <a:pt x="3424484" y="297166"/>
              </a:lnTo>
            </a:path>
          </a:pathLst>
        </a:custGeom>
        <a:noFill/>
        <a:ln w="1270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39CBDF6F-3189-459C-8603-A07B9B4987DE}">
      <dsp:nvSpPr>
        <dsp:cNvPr id="0" name=""/>
        <dsp:cNvSpPr/>
      </dsp:nvSpPr>
      <dsp:spPr>
        <a:xfrm>
          <a:off x="4132729" y="1674240"/>
          <a:ext cx="1712242" cy="297166"/>
        </a:xfrm>
        <a:custGeom>
          <a:avLst/>
          <a:gdLst/>
          <a:ahLst/>
          <a:cxnLst/>
          <a:rect l="0" t="0" r="0" b="0"/>
          <a:pathLst>
            <a:path>
              <a:moveTo>
                <a:pt x="0" y="0"/>
              </a:moveTo>
              <a:lnTo>
                <a:pt x="0" y="148583"/>
              </a:lnTo>
              <a:lnTo>
                <a:pt x="1712242" y="148583"/>
              </a:lnTo>
              <a:lnTo>
                <a:pt x="1712242" y="297166"/>
              </a:lnTo>
            </a:path>
          </a:pathLst>
        </a:custGeom>
        <a:noFill/>
        <a:ln w="1270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CF9392C-F481-49BD-A0FB-D0F45ECBE5DC}">
      <dsp:nvSpPr>
        <dsp:cNvPr id="0" name=""/>
        <dsp:cNvSpPr/>
      </dsp:nvSpPr>
      <dsp:spPr>
        <a:xfrm>
          <a:off x="4087009" y="1674240"/>
          <a:ext cx="91440" cy="297166"/>
        </a:xfrm>
        <a:custGeom>
          <a:avLst/>
          <a:gdLst/>
          <a:ahLst/>
          <a:cxnLst/>
          <a:rect l="0" t="0" r="0" b="0"/>
          <a:pathLst>
            <a:path>
              <a:moveTo>
                <a:pt x="45720" y="0"/>
              </a:moveTo>
              <a:lnTo>
                <a:pt x="45720" y="297166"/>
              </a:lnTo>
            </a:path>
          </a:pathLst>
        </a:custGeom>
        <a:noFill/>
        <a:ln w="1270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0C2D944-AD54-4B1F-88DD-6DECBBECDE92}">
      <dsp:nvSpPr>
        <dsp:cNvPr id="0" name=""/>
        <dsp:cNvSpPr/>
      </dsp:nvSpPr>
      <dsp:spPr>
        <a:xfrm>
          <a:off x="2420486" y="1674240"/>
          <a:ext cx="1712242" cy="297166"/>
        </a:xfrm>
        <a:custGeom>
          <a:avLst/>
          <a:gdLst/>
          <a:ahLst/>
          <a:cxnLst/>
          <a:rect l="0" t="0" r="0" b="0"/>
          <a:pathLst>
            <a:path>
              <a:moveTo>
                <a:pt x="1712242" y="0"/>
              </a:moveTo>
              <a:lnTo>
                <a:pt x="1712242" y="148583"/>
              </a:lnTo>
              <a:lnTo>
                <a:pt x="0" y="148583"/>
              </a:lnTo>
              <a:lnTo>
                <a:pt x="0" y="297166"/>
              </a:lnTo>
            </a:path>
          </a:pathLst>
        </a:custGeom>
        <a:noFill/>
        <a:ln w="1270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B63680C-507D-4291-8417-61130C0515B1}">
      <dsp:nvSpPr>
        <dsp:cNvPr id="0" name=""/>
        <dsp:cNvSpPr/>
      </dsp:nvSpPr>
      <dsp:spPr>
        <a:xfrm>
          <a:off x="708244" y="1674240"/>
          <a:ext cx="3424484" cy="297166"/>
        </a:xfrm>
        <a:custGeom>
          <a:avLst/>
          <a:gdLst/>
          <a:ahLst/>
          <a:cxnLst/>
          <a:rect l="0" t="0" r="0" b="0"/>
          <a:pathLst>
            <a:path>
              <a:moveTo>
                <a:pt x="3424484" y="0"/>
              </a:moveTo>
              <a:lnTo>
                <a:pt x="3424484" y="148583"/>
              </a:lnTo>
              <a:lnTo>
                <a:pt x="0" y="148583"/>
              </a:lnTo>
              <a:lnTo>
                <a:pt x="0" y="297166"/>
              </a:lnTo>
            </a:path>
          </a:pathLst>
        </a:custGeom>
        <a:noFill/>
        <a:ln w="1270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E2126D7B-FC2D-4C64-A415-CFBB4A259197}">
      <dsp:nvSpPr>
        <dsp:cNvPr id="0" name=""/>
        <dsp:cNvSpPr/>
      </dsp:nvSpPr>
      <dsp:spPr>
        <a:xfrm>
          <a:off x="3425190" y="966702"/>
          <a:ext cx="1415076" cy="707538"/>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ES" sz="1600" kern="1200" dirty="0"/>
            <a:t>Métodos de detección de anomalías</a:t>
          </a:r>
        </a:p>
      </dsp:txBody>
      <dsp:txXfrm>
        <a:off x="3425190" y="966702"/>
        <a:ext cx="1415076" cy="707538"/>
      </dsp:txXfrm>
    </dsp:sp>
    <dsp:sp modelId="{0BD0C4C9-A680-4202-80E2-628885934CA4}">
      <dsp:nvSpPr>
        <dsp:cNvPr id="0" name=""/>
        <dsp:cNvSpPr/>
      </dsp:nvSpPr>
      <dsp:spPr>
        <a:xfrm>
          <a:off x="706" y="1971407"/>
          <a:ext cx="1415076" cy="707538"/>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ES" sz="1600" kern="1200" dirty="0"/>
            <a:t>Métodos estadísticos</a:t>
          </a:r>
        </a:p>
      </dsp:txBody>
      <dsp:txXfrm>
        <a:off x="706" y="1971407"/>
        <a:ext cx="1415076" cy="707538"/>
      </dsp:txXfrm>
    </dsp:sp>
    <dsp:sp modelId="{7671C38A-636F-4154-B98B-A54EC16A6589}">
      <dsp:nvSpPr>
        <dsp:cNvPr id="0" name=""/>
        <dsp:cNvSpPr/>
      </dsp:nvSpPr>
      <dsp:spPr>
        <a:xfrm>
          <a:off x="1712948" y="1971407"/>
          <a:ext cx="1415076" cy="707538"/>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ES" sz="1600" kern="1200" dirty="0"/>
            <a:t>Métodos basados en el dominio</a:t>
          </a:r>
        </a:p>
      </dsp:txBody>
      <dsp:txXfrm>
        <a:off x="1712948" y="1971407"/>
        <a:ext cx="1415076" cy="707538"/>
      </dsp:txXfrm>
    </dsp:sp>
    <dsp:sp modelId="{C9CC9A9F-5FC0-4C03-96FF-228F9259C30A}">
      <dsp:nvSpPr>
        <dsp:cNvPr id="0" name=""/>
        <dsp:cNvSpPr/>
      </dsp:nvSpPr>
      <dsp:spPr>
        <a:xfrm>
          <a:off x="3425190" y="1971407"/>
          <a:ext cx="1415076" cy="707538"/>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ES" sz="1600" kern="1200" dirty="0"/>
            <a:t>Métodos basados en la distancia</a:t>
          </a:r>
        </a:p>
      </dsp:txBody>
      <dsp:txXfrm>
        <a:off x="3425190" y="1971407"/>
        <a:ext cx="1415076" cy="707538"/>
      </dsp:txXfrm>
    </dsp:sp>
    <dsp:sp modelId="{7C7114B0-1E2D-4B43-9CE0-61B02D866474}">
      <dsp:nvSpPr>
        <dsp:cNvPr id="0" name=""/>
        <dsp:cNvSpPr/>
      </dsp:nvSpPr>
      <dsp:spPr>
        <a:xfrm>
          <a:off x="5137433" y="1971407"/>
          <a:ext cx="1415076" cy="707538"/>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ES" sz="1600" kern="1200" dirty="0"/>
            <a:t>Métodos basados en arboles</a:t>
          </a:r>
        </a:p>
      </dsp:txBody>
      <dsp:txXfrm>
        <a:off x="5137433" y="1971407"/>
        <a:ext cx="1415076" cy="707538"/>
      </dsp:txXfrm>
    </dsp:sp>
    <dsp:sp modelId="{293BB6BF-E167-4C8E-948B-E01CE429863B}">
      <dsp:nvSpPr>
        <dsp:cNvPr id="0" name=""/>
        <dsp:cNvSpPr/>
      </dsp:nvSpPr>
      <dsp:spPr>
        <a:xfrm>
          <a:off x="6849675" y="1971407"/>
          <a:ext cx="1415076" cy="707538"/>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ES" sz="1600" kern="1200" dirty="0"/>
            <a:t>Métodos basados en reconstrucción</a:t>
          </a:r>
        </a:p>
      </dsp:txBody>
      <dsp:txXfrm>
        <a:off x="6849675" y="1971407"/>
        <a:ext cx="1415076" cy="7075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D52125-75E5-40EB-B96D-FDE281DF3C66}">
      <dsp:nvSpPr>
        <dsp:cNvPr id="0" name=""/>
        <dsp:cNvSpPr/>
      </dsp:nvSpPr>
      <dsp:spPr>
        <a:xfrm>
          <a:off x="1857661" y="796878"/>
          <a:ext cx="1314558" cy="326958"/>
        </a:xfrm>
        <a:custGeom>
          <a:avLst/>
          <a:gdLst/>
          <a:ahLst/>
          <a:cxnLst/>
          <a:rect l="0" t="0" r="0" b="0"/>
          <a:pathLst>
            <a:path>
              <a:moveTo>
                <a:pt x="0" y="0"/>
              </a:moveTo>
              <a:lnTo>
                <a:pt x="0" y="212907"/>
              </a:lnTo>
              <a:lnTo>
                <a:pt x="1314558" y="212907"/>
              </a:lnTo>
              <a:lnTo>
                <a:pt x="1314558" y="326958"/>
              </a:lnTo>
            </a:path>
          </a:pathLst>
        </a:custGeom>
        <a:noFill/>
        <a:ln w="1905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F7A0FDA-E683-4399-B37F-0495B2FE3E7D}">
      <dsp:nvSpPr>
        <dsp:cNvPr id="0" name=""/>
        <dsp:cNvSpPr/>
      </dsp:nvSpPr>
      <dsp:spPr>
        <a:xfrm>
          <a:off x="1805229" y="796878"/>
          <a:ext cx="91440" cy="328865"/>
        </a:xfrm>
        <a:custGeom>
          <a:avLst/>
          <a:gdLst/>
          <a:ahLst/>
          <a:cxnLst/>
          <a:rect l="0" t="0" r="0" b="0"/>
          <a:pathLst>
            <a:path>
              <a:moveTo>
                <a:pt x="52432" y="0"/>
              </a:moveTo>
              <a:lnTo>
                <a:pt x="52432" y="214813"/>
              </a:lnTo>
              <a:lnTo>
                <a:pt x="45720" y="214813"/>
              </a:lnTo>
              <a:lnTo>
                <a:pt x="45720" y="328865"/>
              </a:lnTo>
            </a:path>
          </a:pathLst>
        </a:custGeom>
        <a:noFill/>
        <a:ln w="1905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93499D-2A6C-4FC5-B517-58CB81CA30B0}">
      <dsp:nvSpPr>
        <dsp:cNvPr id="0" name=""/>
        <dsp:cNvSpPr/>
      </dsp:nvSpPr>
      <dsp:spPr>
        <a:xfrm>
          <a:off x="543103" y="796878"/>
          <a:ext cx="1314558" cy="329761"/>
        </a:xfrm>
        <a:custGeom>
          <a:avLst/>
          <a:gdLst/>
          <a:ahLst/>
          <a:cxnLst/>
          <a:rect l="0" t="0" r="0" b="0"/>
          <a:pathLst>
            <a:path>
              <a:moveTo>
                <a:pt x="1314558" y="0"/>
              </a:moveTo>
              <a:lnTo>
                <a:pt x="1314558" y="215709"/>
              </a:lnTo>
              <a:lnTo>
                <a:pt x="0" y="215709"/>
              </a:lnTo>
              <a:lnTo>
                <a:pt x="0" y="329761"/>
              </a:lnTo>
            </a:path>
          </a:pathLst>
        </a:custGeom>
        <a:noFill/>
        <a:ln w="1905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3E74F6-4967-450C-8E8B-CC88DD874680}">
      <dsp:nvSpPr>
        <dsp:cNvPr id="0" name=""/>
        <dsp:cNvSpPr/>
      </dsp:nvSpPr>
      <dsp:spPr>
        <a:xfrm>
          <a:off x="1314558" y="253775"/>
          <a:ext cx="1086206" cy="543103"/>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a:t>Outlook</a:t>
          </a:r>
          <a:endParaRPr lang="es-ES" sz="1400" kern="1200" dirty="0"/>
        </a:p>
      </dsp:txBody>
      <dsp:txXfrm>
        <a:off x="1314558" y="253775"/>
        <a:ext cx="1086206" cy="543103"/>
      </dsp:txXfrm>
    </dsp:sp>
    <dsp:sp modelId="{354C9D72-4E75-4518-89AD-2C5760B92664}">
      <dsp:nvSpPr>
        <dsp:cNvPr id="0" name=""/>
        <dsp:cNvSpPr/>
      </dsp:nvSpPr>
      <dsp:spPr>
        <a:xfrm>
          <a:off x="0" y="1126640"/>
          <a:ext cx="1086206" cy="543103"/>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a:t>Play Golf</a:t>
          </a:r>
        </a:p>
        <a:p>
          <a:pPr marL="0" lvl="0" indent="0" algn="ctr" defTabSz="622300">
            <a:lnSpc>
              <a:spcPct val="90000"/>
            </a:lnSpc>
            <a:spcBef>
              <a:spcPct val="0"/>
            </a:spcBef>
            <a:spcAft>
              <a:spcPct val="35000"/>
            </a:spcAft>
            <a:buNone/>
          </a:pPr>
          <a:r>
            <a:rPr lang="es-ES" sz="1400" kern="1200" dirty="0"/>
            <a:t>Yes: 2 , No: 2 </a:t>
          </a:r>
        </a:p>
      </dsp:txBody>
      <dsp:txXfrm>
        <a:off x="0" y="1126640"/>
        <a:ext cx="1086206" cy="543103"/>
      </dsp:txXfrm>
    </dsp:sp>
    <dsp:sp modelId="{E581254F-E7E7-4A9E-B5ED-6F6A69A214CD}">
      <dsp:nvSpPr>
        <dsp:cNvPr id="0" name=""/>
        <dsp:cNvSpPr/>
      </dsp:nvSpPr>
      <dsp:spPr>
        <a:xfrm>
          <a:off x="1307846" y="1125744"/>
          <a:ext cx="1086206" cy="543103"/>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a:t>Play Golf</a:t>
          </a:r>
        </a:p>
        <a:p>
          <a:pPr marL="0" lvl="0" indent="0" algn="ctr" defTabSz="622300">
            <a:lnSpc>
              <a:spcPct val="90000"/>
            </a:lnSpc>
            <a:spcBef>
              <a:spcPct val="0"/>
            </a:spcBef>
            <a:spcAft>
              <a:spcPct val="35000"/>
            </a:spcAft>
            <a:buNone/>
          </a:pPr>
          <a:r>
            <a:rPr lang="es-ES" sz="1400" kern="1200" dirty="0"/>
            <a:t>Yes: 4 , No: 0 </a:t>
          </a:r>
        </a:p>
      </dsp:txBody>
      <dsp:txXfrm>
        <a:off x="1307846" y="1125744"/>
        <a:ext cx="1086206" cy="543103"/>
      </dsp:txXfrm>
    </dsp:sp>
    <dsp:sp modelId="{1AD5E1C9-BD20-463E-A815-D0748984A7BD}">
      <dsp:nvSpPr>
        <dsp:cNvPr id="0" name=""/>
        <dsp:cNvSpPr/>
      </dsp:nvSpPr>
      <dsp:spPr>
        <a:xfrm>
          <a:off x="2629117" y="1123837"/>
          <a:ext cx="1086206" cy="543103"/>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ES" sz="1500" kern="1200" dirty="0"/>
            <a:t>Play Golf</a:t>
          </a:r>
        </a:p>
        <a:p>
          <a:pPr marL="0" lvl="0" indent="0" algn="ctr" defTabSz="666750">
            <a:lnSpc>
              <a:spcPct val="90000"/>
            </a:lnSpc>
            <a:spcBef>
              <a:spcPct val="0"/>
            </a:spcBef>
            <a:spcAft>
              <a:spcPct val="35000"/>
            </a:spcAft>
            <a:buNone/>
          </a:pPr>
          <a:r>
            <a:rPr lang="es-ES" sz="1500" kern="1200" dirty="0"/>
            <a:t>Yes: 2, No: 3 </a:t>
          </a:r>
        </a:p>
      </dsp:txBody>
      <dsp:txXfrm>
        <a:off x="2629117" y="1123837"/>
        <a:ext cx="1086206" cy="5431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D52125-75E5-40EB-B96D-FDE281DF3C66}">
      <dsp:nvSpPr>
        <dsp:cNvPr id="0" name=""/>
        <dsp:cNvSpPr/>
      </dsp:nvSpPr>
      <dsp:spPr>
        <a:xfrm>
          <a:off x="1857661" y="796878"/>
          <a:ext cx="1314558" cy="326958"/>
        </a:xfrm>
        <a:custGeom>
          <a:avLst/>
          <a:gdLst/>
          <a:ahLst/>
          <a:cxnLst/>
          <a:rect l="0" t="0" r="0" b="0"/>
          <a:pathLst>
            <a:path>
              <a:moveTo>
                <a:pt x="0" y="0"/>
              </a:moveTo>
              <a:lnTo>
                <a:pt x="0" y="212907"/>
              </a:lnTo>
              <a:lnTo>
                <a:pt x="1314558" y="212907"/>
              </a:lnTo>
              <a:lnTo>
                <a:pt x="1314558" y="326958"/>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F7A0FDA-E683-4399-B37F-0495B2FE3E7D}">
      <dsp:nvSpPr>
        <dsp:cNvPr id="0" name=""/>
        <dsp:cNvSpPr/>
      </dsp:nvSpPr>
      <dsp:spPr>
        <a:xfrm>
          <a:off x="1805229" y="796878"/>
          <a:ext cx="91440" cy="328865"/>
        </a:xfrm>
        <a:custGeom>
          <a:avLst/>
          <a:gdLst/>
          <a:ahLst/>
          <a:cxnLst/>
          <a:rect l="0" t="0" r="0" b="0"/>
          <a:pathLst>
            <a:path>
              <a:moveTo>
                <a:pt x="52432" y="0"/>
              </a:moveTo>
              <a:lnTo>
                <a:pt x="52432" y="214813"/>
              </a:lnTo>
              <a:lnTo>
                <a:pt x="45720" y="214813"/>
              </a:lnTo>
              <a:lnTo>
                <a:pt x="45720" y="328865"/>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93499D-2A6C-4FC5-B517-58CB81CA30B0}">
      <dsp:nvSpPr>
        <dsp:cNvPr id="0" name=""/>
        <dsp:cNvSpPr/>
      </dsp:nvSpPr>
      <dsp:spPr>
        <a:xfrm>
          <a:off x="543103" y="796878"/>
          <a:ext cx="1314558" cy="329761"/>
        </a:xfrm>
        <a:custGeom>
          <a:avLst/>
          <a:gdLst/>
          <a:ahLst/>
          <a:cxnLst/>
          <a:rect l="0" t="0" r="0" b="0"/>
          <a:pathLst>
            <a:path>
              <a:moveTo>
                <a:pt x="1314558" y="0"/>
              </a:moveTo>
              <a:lnTo>
                <a:pt x="1314558" y="215709"/>
              </a:lnTo>
              <a:lnTo>
                <a:pt x="0" y="215709"/>
              </a:lnTo>
              <a:lnTo>
                <a:pt x="0" y="329761"/>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3E74F6-4967-450C-8E8B-CC88DD874680}">
      <dsp:nvSpPr>
        <dsp:cNvPr id="0" name=""/>
        <dsp:cNvSpPr/>
      </dsp:nvSpPr>
      <dsp:spPr>
        <a:xfrm>
          <a:off x="1314558" y="253775"/>
          <a:ext cx="1086206" cy="54310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err="1"/>
            <a:t>Temperature</a:t>
          </a:r>
          <a:endParaRPr lang="es-ES" sz="1400" kern="1200" dirty="0"/>
        </a:p>
      </dsp:txBody>
      <dsp:txXfrm>
        <a:off x="1314558" y="253775"/>
        <a:ext cx="1086206" cy="543103"/>
      </dsp:txXfrm>
    </dsp:sp>
    <dsp:sp modelId="{354C9D72-4E75-4518-89AD-2C5760B92664}">
      <dsp:nvSpPr>
        <dsp:cNvPr id="0" name=""/>
        <dsp:cNvSpPr/>
      </dsp:nvSpPr>
      <dsp:spPr>
        <a:xfrm>
          <a:off x="0" y="1126640"/>
          <a:ext cx="1086206" cy="54310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a:t>Play Golf</a:t>
          </a:r>
        </a:p>
        <a:p>
          <a:pPr marL="0" lvl="0" indent="0" algn="ctr" defTabSz="622300">
            <a:lnSpc>
              <a:spcPct val="90000"/>
            </a:lnSpc>
            <a:spcBef>
              <a:spcPct val="0"/>
            </a:spcBef>
            <a:spcAft>
              <a:spcPct val="35000"/>
            </a:spcAft>
            <a:buNone/>
          </a:pPr>
          <a:r>
            <a:rPr lang="es-ES" sz="1400" kern="1200" dirty="0"/>
            <a:t>Yes: 2 , No: 2 </a:t>
          </a:r>
        </a:p>
      </dsp:txBody>
      <dsp:txXfrm>
        <a:off x="0" y="1126640"/>
        <a:ext cx="1086206" cy="543103"/>
      </dsp:txXfrm>
    </dsp:sp>
    <dsp:sp modelId="{E581254F-E7E7-4A9E-B5ED-6F6A69A214CD}">
      <dsp:nvSpPr>
        <dsp:cNvPr id="0" name=""/>
        <dsp:cNvSpPr/>
      </dsp:nvSpPr>
      <dsp:spPr>
        <a:xfrm>
          <a:off x="1307846" y="1125744"/>
          <a:ext cx="1086206" cy="54310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a:t>Play Golf</a:t>
          </a:r>
        </a:p>
        <a:p>
          <a:pPr marL="0" lvl="0" indent="0" algn="ctr" defTabSz="622300">
            <a:lnSpc>
              <a:spcPct val="90000"/>
            </a:lnSpc>
            <a:spcBef>
              <a:spcPct val="0"/>
            </a:spcBef>
            <a:spcAft>
              <a:spcPct val="35000"/>
            </a:spcAft>
            <a:buNone/>
          </a:pPr>
          <a:r>
            <a:rPr lang="es-ES" sz="1400" kern="1200" dirty="0"/>
            <a:t>Yes: 4 , No: 2 </a:t>
          </a:r>
        </a:p>
      </dsp:txBody>
      <dsp:txXfrm>
        <a:off x="1307846" y="1125744"/>
        <a:ext cx="1086206" cy="543103"/>
      </dsp:txXfrm>
    </dsp:sp>
    <dsp:sp modelId="{1AD5E1C9-BD20-463E-A815-D0748984A7BD}">
      <dsp:nvSpPr>
        <dsp:cNvPr id="0" name=""/>
        <dsp:cNvSpPr/>
      </dsp:nvSpPr>
      <dsp:spPr>
        <a:xfrm>
          <a:off x="2629117" y="1123837"/>
          <a:ext cx="1086206" cy="54310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ES" sz="1500" kern="1200" dirty="0"/>
            <a:t>Play Golf</a:t>
          </a:r>
        </a:p>
        <a:p>
          <a:pPr marL="0" lvl="0" indent="0" algn="ctr" defTabSz="666750">
            <a:lnSpc>
              <a:spcPct val="90000"/>
            </a:lnSpc>
            <a:spcBef>
              <a:spcPct val="0"/>
            </a:spcBef>
            <a:spcAft>
              <a:spcPct val="35000"/>
            </a:spcAft>
            <a:buNone/>
          </a:pPr>
          <a:r>
            <a:rPr lang="es-ES" sz="1500" kern="1200" dirty="0"/>
            <a:t>Yes: 3, No: 1 </a:t>
          </a:r>
        </a:p>
      </dsp:txBody>
      <dsp:txXfrm>
        <a:off x="2629117" y="1123837"/>
        <a:ext cx="1086206" cy="5431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7A0FDA-E683-4399-B37F-0495B2FE3E7D}">
      <dsp:nvSpPr>
        <dsp:cNvPr id="0" name=""/>
        <dsp:cNvSpPr/>
      </dsp:nvSpPr>
      <dsp:spPr>
        <a:xfrm>
          <a:off x="1207445" y="843594"/>
          <a:ext cx="654021" cy="330675"/>
        </a:xfrm>
        <a:custGeom>
          <a:avLst/>
          <a:gdLst/>
          <a:ahLst/>
          <a:cxnLst/>
          <a:rect l="0" t="0" r="0" b="0"/>
          <a:pathLst>
            <a:path>
              <a:moveTo>
                <a:pt x="0" y="0"/>
              </a:moveTo>
              <a:lnTo>
                <a:pt x="0" y="215995"/>
              </a:lnTo>
              <a:lnTo>
                <a:pt x="654021" y="215995"/>
              </a:lnTo>
              <a:lnTo>
                <a:pt x="654021" y="330675"/>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93499D-2A6C-4FC5-B517-58CB81CA30B0}">
      <dsp:nvSpPr>
        <dsp:cNvPr id="0" name=""/>
        <dsp:cNvSpPr/>
      </dsp:nvSpPr>
      <dsp:spPr>
        <a:xfrm>
          <a:off x="546095" y="843594"/>
          <a:ext cx="661350" cy="331576"/>
        </a:xfrm>
        <a:custGeom>
          <a:avLst/>
          <a:gdLst/>
          <a:ahLst/>
          <a:cxnLst/>
          <a:rect l="0" t="0" r="0" b="0"/>
          <a:pathLst>
            <a:path>
              <a:moveTo>
                <a:pt x="661350" y="0"/>
              </a:moveTo>
              <a:lnTo>
                <a:pt x="661350" y="216896"/>
              </a:lnTo>
              <a:lnTo>
                <a:pt x="0" y="216896"/>
              </a:lnTo>
              <a:lnTo>
                <a:pt x="0" y="331576"/>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3E74F6-4967-450C-8E8B-CC88DD874680}">
      <dsp:nvSpPr>
        <dsp:cNvPr id="0" name=""/>
        <dsp:cNvSpPr/>
      </dsp:nvSpPr>
      <dsp:spPr>
        <a:xfrm>
          <a:off x="661353" y="297502"/>
          <a:ext cx="1092183" cy="54609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err="1"/>
            <a:t>Humidity</a:t>
          </a:r>
          <a:endParaRPr lang="es-ES" sz="1400" kern="1200" dirty="0"/>
        </a:p>
      </dsp:txBody>
      <dsp:txXfrm>
        <a:off x="661353" y="297502"/>
        <a:ext cx="1092183" cy="546091"/>
      </dsp:txXfrm>
    </dsp:sp>
    <dsp:sp modelId="{354C9D72-4E75-4518-89AD-2C5760B92664}">
      <dsp:nvSpPr>
        <dsp:cNvPr id="0" name=""/>
        <dsp:cNvSpPr/>
      </dsp:nvSpPr>
      <dsp:spPr>
        <a:xfrm>
          <a:off x="3" y="1175170"/>
          <a:ext cx="1092183" cy="546091"/>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a:t>Play Golf</a:t>
          </a:r>
        </a:p>
        <a:p>
          <a:pPr marL="0" lvl="0" indent="0" algn="ctr" defTabSz="622300">
            <a:lnSpc>
              <a:spcPct val="90000"/>
            </a:lnSpc>
            <a:spcBef>
              <a:spcPct val="0"/>
            </a:spcBef>
            <a:spcAft>
              <a:spcPct val="35000"/>
            </a:spcAft>
            <a:buNone/>
          </a:pPr>
          <a:r>
            <a:rPr lang="es-ES" sz="1400" kern="1200" dirty="0"/>
            <a:t>Yes: 6 , No: 1 </a:t>
          </a:r>
        </a:p>
      </dsp:txBody>
      <dsp:txXfrm>
        <a:off x="3" y="1175170"/>
        <a:ext cx="1092183" cy="546091"/>
      </dsp:txXfrm>
    </dsp:sp>
    <dsp:sp modelId="{E581254F-E7E7-4A9E-B5ED-6F6A69A214CD}">
      <dsp:nvSpPr>
        <dsp:cNvPr id="0" name=""/>
        <dsp:cNvSpPr/>
      </dsp:nvSpPr>
      <dsp:spPr>
        <a:xfrm>
          <a:off x="1315375" y="1174269"/>
          <a:ext cx="1092183" cy="546091"/>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a:t>Play Golf</a:t>
          </a:r>
        </a:p>
        <a:p>
          <a:pPr marL="0" lvl="0" indent="0" algn="ctr" defTabSz="622300">
            <a:lnSpc>
              <a:spcPct val="90000"/>
            </a:lnSpc>
            <a:spcBef>
              <a:spcPct val="0"/>
            </a:spcBef>
            <a:spcAft>
              <a:spcPct val="35000"/>
            </a:spcAft>
            <a:buNone/>
          </a:pPr>
          <a:r>
            <a:rPr lang="es-ES" sz="1400" kern="1200" dirty="0"/>
            <a:t>Yes: 3 , No: 4 </a:t>
          </a:r>
        </a:p>
      </dsp:txBody>
      <dsp:txXfrm>
        <a:off x="1315375" y="1174269"/>
        <a:ext cx="1092183" cy="54609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7A0FDA-E683-4399-B37F-0495B2FE3E7D}">
      <dsp:nvSpPr>
        <dsp:cNvPr id="0" name=""/>
        <dsp:cNvSpPr/>
      </dsp:nvSpPr>
      <dsp:spPr>
        <a:xfrm>
          <a:off x="1207445" y="843594"/>
          <a:ext cx="654021" cy="330675"/>
        </a:xfrm>
        <a:custGeom>
          <a:avLst/>
          <a:gdLst/>
          <a:ahLst/>
          <a:cxnLst/>
          <a:rect l="0" t="0" r="0" b="0"/>
          <a:pathLst>
            <a:path>
              <a:moveTo>
                <a:pt x="0" y="0"/>
              </a:moveTo>
              <a:lnTo>
                <a:pt x="0" y="215995"/>
              </a:lnTo>
              <a:lnTo>
                <a:pt x="654021" y="215995"/>
              </a:lnTo>
              <a:lnTo>
                <a:pt x="654021" y="330675"/>
              </a:lnTo>
            </a:path>
          </a:pathLst>
        </a:custGeom>
        <a:noFill/>
        <a:ln w="1905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93499D-2A6C-4FC5-B517-58CB81CA30B0}">
      <dsp:nvSpPr>
        <dsp:cNvPr id="0" name=""/>
        <dsp:cNvSpPr/>
      </dsp:nvSpPr>
      <dsp:spPr>
        <a:xfrm>
          <a:off x="546095" y="843594"/>
          <a:ext cx="661350" cy="331576"/>
        </a:xfrm>
        <a:custGeom>
          <a:avLst/>
          <a:gdLst/>
          <a:ahLst/>
          <a:cxnLst/>
          <a:rect l="0" t="0" r="0" b="0"/>
          <a:pathLst>
            <a:path>
              <a:moveTo>
                <a:pt x="661350" y="0"/>
              </a:moveTo>
              <a:lnTo>
                <a:pt x="661350" y="216896"/>
              </a:lnTo>
              <a:lnTo>
                <a:pt x="0" y="216896"/>
              </a:lnTo>
              <a:lnTo>
                <a:pt x="0" y="331576"/>
              </a:lnTo>
            </a:path>
          </a:pathLst>
        </a:custGeom>
        <a:noFill/>
        <a:ln w="1905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3E74F6-4967-450C-8E8B-CC88DD874680}">
      <dsp:nvSpPr>
        <dsp:cNvPr id="0" name=""/>
        <dsp:cNvSpPr/>
      </dsp:nvSpPr>
      <dsp:spPr>
        <a:xfrm>
          <a:off x="661353" y="297502"/>
          <a:ext cx="1092183" cy="546091"/>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err="1"/>
            <a:t>Windy</a:t>
          </a:r>
          <a:endParaRPr lang="es-ES" sz="1400" kern="1200" dirty="0"/>
        </a:p>
      </dsp:txBody>
      <dsp:txXfrm>
        <a:off x="661353" y="297502"/>
        <a:ext cx="1092183" cy="546091"/>
      </dsp:txXfrm>
    </dsp:sp>
    <dsp:sp modelId="{354C9D72-4E75-4518-89AD-2C5760B92664}">
      <dsp:nvSpPr>
        <dsp:cNvPr id="0" name=""/>
        <dsp:cNvSpPr/>
      </dsp:nvSpPr>
      <dsp:spPr>
        <a:xfrm>
          <a:off x="3" y="1175170"/>
          <a:ext cx="1092183" cy="546091"/>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a:t>Play Golf</a:t>
          </a:r>
        </a:p>
        <a:p>
          <a:pPr marL="0" lvl="0" indent="0" algn="ctr" defTabSz="622300">
            <a:lnSpc>
              <a:spcPct val="90000"/>
            </a:lnSpc>
            <a:spcBef>
              <a:spcPct val="0"/>
            </a:spcBef>
            <a:spcAft>
              <a:spcPct val="35000"/>
            </a:spcAft>
            <a:buNone/>
          </a:pPr>
          <a:r>
            <a:rPr lang="es-ES" sz="1400" kern="1200" dirty="0"/>
            <a:t>Yes: 2 , No: 3 </a:t>
          </a:r>
        </a:p>
      </dsp:txBody>
      <dsp:txXfrm>
        <a:off x="3" y="1175170"/>
        <a:ext cx="1092183" cy="546091"/>
      </dsp:txXfrm>
    </dsp:sp>
    <dsp:sp modelId="{E581254F-E7E7-4A9E-B5ED-6F6A69A214CD}">
      <dsp:nvSpPr>
        <dsp:cNvPr id="0" name=""/>
        <dsp:cNvSpPr/>
      </dsp:nvSpPr>
      <dsp:spPr>
        <a:xfrm>
          <a:off x="1315375" y="1174269"/>
          <a:ext cx="1092183" cy="546091"/>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a:t>Play Golf</a:t>
          </a:r>
        </a:p>
        <a:p>
          <a:pPr marL="0" lvl="0" indent="0" algn="ctr" defTabSz="622300">
            <a:lnSpc>
              <a:spcPct val="90000"/>
            </a:lnSpc>
            <a:spcBef>
              <a:spcPct val="0"/>
            </a:spcBef>
            <a:spcAft>
              <a:spcPct val="35000"/>
            </a:spcAft>
            <a:buNone/>
          </a:pPr>
          <a:r>
            <a:rPr lang="es-ES" sz="1400" kern="1200" dirty="0"/>
            <a:t>Yes: 6 , No: 2 </a:t>
          </a:r>
        </a:p>
      </dsp:txBody>
      <dsp:txXfrm>
        <a:off x="1315375" y="1174269"/>
        <a:ext cx="1092183" cy="54609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AF9DD2-A87A-4278-9675-22DCA7EE0743}">
      <dsp:nvSpPr>
        <dsp:cNvPr id="0" name=""/>
        <dsp:cNvSpPr/>
      </dsp:nvSpPr>
      <dsp:spPr>
        <a:xfrm>
          <a:off x="5359771" y="2939127"/>
          <a:ext cx="91440" cy="234638"/>
        </a:xfrm>
        <a:custGeom>
          <a:avLst/>
          <a:gdLst/>
          <a:ahLst/>
          <a:cxnLst/>
          <a:rect l="0" t="0" r="0" b="0"/>
          <a:pathLst>
            <a:path>
              <a:moveTo>
                <a:pt x="45720" y="0"/>
              </a:moveTo>
              <a:lnTo>
                <a:pt x="45720" y="234638"/>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8471175-39D1-4BC6-950A-04765B8D3193}">
      <dsp:nvSpPr>
        <dsp:cNvPr id="0" name=""/>
        <dsp:cNvSpPr/>
      </dsp:nvSpPr>
      <dsp:spPr>
        <a:xfrm>
          <a:off x="4729508" y="2145825"/>
          <a:ext cx="117319" cy="513970"/>
        </a:xfrm>
        <a:custGeom>
          <a:avLst/>
          <a:gdLst/>
          <a:ahLst/>
          <a:cxnLst/>
          <a:rect l="0" t="0" r="0" b="0"/>
          <a:pathLst>
            <a:path>
              <a:moveTo>
                <a:pt x="0" y="0"/>
              </a:moveTo>
              <a:lnTo>
                <a:pt x="0" y="513970"/>
              </a:lnTo>
              <a:lnTo>
                <a:pt x="117319" y="513970"/>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7DEC0AA-3CC5-452D-AE78-2E44D4AD93EF}">
      <dsp:nvSpPr>
        <dsp:cNvPr id="0" name=""/>
        <dsp:cNvSpPr/>
      </dsp:nvSpPr>
      <dsp:spPr>
        <a:xfrm>
          <a:off x="4007805" y="2939127"/>
          <a:ext cx="91440" cy="234638"/>
        </a:xfrm>
        <a:custGeom>
          <a:avLst/>
          <a:gdLst/>
          <a:ahLst/>
          <a:cxnLst/>
          <a:rect l="0" t="0" r="0" b="0"/>
          <a:pathLst>
            <a:path>
              <a:moveTo>
                <a:pt x="45720" y="0"/>
              </a:moveTo>
              <a:lnTo>
                <a:pt x="45720" y="234638"/>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B82A47C-BBFE-4CA7-96D4-24895A1002FC}">
      <dsp:nvSpPr>
        <dsp:cNvPr id="0" name=""/>
        <dsp:cNvSpPr/>
      </dsp:nvSpPr>
      <dsp:spPr>
        <a:xfrm>
          <a:off x="4612189" y="2145825"/>
          <a:ext cx="117319" cy="513970"/>
        </a:xfrm>
        <a:custGeom>
          <a:avLst/>
          <a:gdLst/>
          <a:ahLst/>
          <a:cxnLst/>
          <a:rect l="0" t="0" r="0" b="0"/>
          <a:pathLst>
            <a:path>
              <a:moveTo>
                <a:pt x="117319" y="0"/>
              </a:moveTo>
              <a:lnTo>
                <a:pt x="117319" y="513970"/>
              </a:lnTo>
              <a:lnTo>
                <a:pt x="0" y="513970"/>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A6377D-2DBB-4694-B42B-192AAD07C7B2}">
      <dsp:nvSpPr>
        <dsp:cNvPr id="0" name=""/>
        <dsp:cNvSpPr/>
      </dsp:nvSpPr>
      <dsp:spPr>
        <a:xfrm>
          <a:off x="4683788" y="1454211"/>
          <a:ext cx="91440" cy="132950"/>
        </a:xfrm>
        <a:custGeom>
          <a:avLst/>
          <a:gdLst/>
          <a:ahLst/>
          <a:cxnLst/>
          <a:rect l="0" t="0" r="0" b="0"/>
          <a:pathLst>
            <a:path>
              <a:moveTo>
                <a:pt x="71139" y="0"/>
              </a:moveTo>
              <a:lnTo>
                <a:pt x="71139" y="15631"/>
              </a:lnTo>
              <a:lnTo>
                <a:pt x="45720" y="15631"/>
              </a:lnTo>
              <a:lnTo>
                <a:pt x="45720" y="132950"/>
              </a:lnTo>
            </a:path>
          </a:pathLst>
        </a:custGeom>
        <a:noFill/>
        <a:ln w="1905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D52125-75E5-40EB-B96D-FDE281DF3C66}">
      <dsp:nvSpPr>
        <dsp:cNvPr id="0" name=""/>
        <dsp:cNvSpPr/>
      </dsp:nvSpPr>
      <dsp:spPr>
        <a:xfrm>
          <a:off x="3377542" y="559221"/>
          <a:ext cx="1377384" cy="336326"/>
        </a:xfrm>
        <a:custGeom>
          <a:avLst/>
          <a:gdLst/>
          <a:ahLst/>
          <a:cxnLst/>
          <a:rect l="0" t="0" r="0" b="0"/>
          <a:pathLst>
            <a:path>
              <a:moveTo>
                <a:pt x="0" y="0"/>
              </a:moveTo>
              <a:lnTo>
                <a:pt x="0" y="219007"/>
              </a:lnTo>
              <a:lnTo>
                <a:pt x="1377384" y="219007"/>
              </a:lnTo>
              <a:lnTo>
                <a:pt x="1377384" y="336326"/>
              </a:lnTo>
            </a:path>
          </a:pathLst>
        </a:custGeom>
        <a:noFill/>
        <a:ln w="1905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394E71D-5466-43D7-BEB7-305A96D5742D}">
      <dsp:nvSpPr>
        <dsp:cNvPr id="0" name=""/>
        <dsp:cNvSpPr/>
      </dsp:nvSpPr>
      <dsp:spPr>
        <a:xfrm>
          <a:off x="3324917" y="1456172"/>
          <a:ext cx="91440" cy="130989"/>
        </a:xfrm>
        <a:custGeom>
          <a:avLst/>
          <a:gdLst/>
          <a:ahLst/>
          <a:cxnLst/>
          <a:rect l="0" t="0" r="0" b="0"/>
          <a:pathLst>
            <a:path>
              <a:moveTo>
                <a:pt x="45720" y="0"/>
              </a:moveTo>
              <a:lnTo>
                <a:pt x="45720" y="13670"/>
              </a:lnTo>
              <a:lnTo>
                <a:pt x="52625" y="13670"/>
              </a:lnTo>
              <a:lnTo>
                <a:pt x="52625" y="130989"/>
              </a:lnTo>
            </a:path>
          </a:pathLst>
        </a:custGeom>
        <a:noFill/>
        <a:ln w="1905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F7A0FDA-E683-4399-B37F-0495B2FE3E7D}">
      <dsp:nvSpPr>
        <dsp:cNvPr id="0" name=""/>
        <dsp:cNvSpPr/>
      </dsp:nvSpPr>
      <dsp:spPr>
        <a:xfrm>
          <a:off x="3324917" y="559221"/>
          <a:ext cx="91440" cy="338287"/>
        </a:xfrm>
        <a:custGeom>
          <a:avLst/>
          <a:gdLst/>
          <a:ahLst/>
          <a:cxnLst/>
          <a:rect l="0" t="0" r="0" b="0"/>
          <a:pathLst>
            <a:path>
              <a:moveTo>
                <a:pt x="52625" y="0"/>
              </a:moveTo>
              <a:lnTo>
                <a:pt x="52625" y="220968"/>
              </a:lnTo>
              <a:lnTo>
                <a:pt x="45720" y="220968"/>
              </a:lnTo>
              <a:lnTo>
                <a:pt x="45720" y="338287"/>
              </a:lnTo>
            </a:path>
          </a:pathLst>
        </a:custGeom>
        <a:noFill/>
        <a:ln w="1905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FB77A16-6349-41ED-A328-14758A905249}">
      <dsp:nvSpPr>
        <dsp:cNvPr id="0" name=""/>
        <dsp:cNvSpPr/>
      </dsp:nvSpPr>
      <dsp:spPr>
        <a:xfrm>
          <a:off x="2655840" y="2939127"/>
          <a:ext cx="91440" cy="234638"/>
        </a:xfrm>
        <a:custGeom>
          <a:avLst/>
          <a:gdLst/>
          <a:ahLst/>
          <a:cxnLst/>
          <a:rect l="0" t="0" r="0" b="0"/>
          <a:pathLst>
            <a:path>
              <a:moveTo>
                <a:pt x="45720" y="0"/>
              </a:moveTo>
              <a:lnTo>
                <a:pt x="45720" y="234638"/>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14D83A9-BCCF-4527-8C14-FCB21694FEED}">
      <dsp:nvSpPr>
        <dsp:cNvPr id="0" name=""/>
        <dsp:cNvSpPr/>
      </dsp:nvSpPr>
      <dsp:spPr>
        <a:xfrm>
          <a:off x="2025577" y="2145825"/>
          <a:ext cx="117319" cy="513970"/>
        </a:xfrm>
        <a:custGeom>
          <a:avLst/>
          <a:gdLst/>
          <a:ahLst/>
          <a:cxnLst/>
          <a:rect l="0" t="0" r="0" b="0"/>
          <a:pathLst>
            <a:path>
              <a:moveTo>
                <a:pt x="0" y="0"/>
              </a:moveTo>
              <a:lnTo>
                <a:pt x="0" y="513970"/>
              </a:lnTo>
              <a:lnTo>
                <a:pt x="117319" y="513970"/>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366968-A52B-4964-A083-CD5F61CED7CA}">
      <dsp:nvSpPr>
        <dsp:cNvPr id="0" name=""/>
        <dsp:cNvSpPr/>
      </dsp:nvSpPr>
      <dsp:spPr>
        <a:xfrm>
          <a:off x="1340947" y="2948865"/>
          <a:ext cx="91440" cy="224901"/>
        </a:xfrm>
        <a:custGeom>
          <a:avLst/>
          <a:gdLst/>
          <a:ahLst/>
          <a:cxnLst/>
          <a:rect l="0" t="0" r="0" b="0"/>
          <a:pathLst>
            <a:path>
              <a:moveTo>
                <a:pt x="47585" y="0"/>
              </a:moveTo>
              <a:lnTo>
                <a:pt x="47585" y="107581"/>
              </a:lnTo>
              <a:lnTo>
                <a:pt x="45720" y="107581"/>
              </a:lnTo>
              <a:lnTo>
                <a:pt x="45720" y="224901"/>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D3530B-6295-49AA-B262-4A9FE2F096A4}">
      <dsp:nvSpPr>
        <dsp:cNvPr id="0" name=""/>
        <dsp:cNvSpPr/>
      </dsp:nvSpPr>
      <dsp:spPr>
        <a:xfrm>
          <a:off x="1901477" y="2145825"/>
          <a:ext cx="91440" cy="523707"/>
        </a:xfrm>
        <a:custGeom>
          <a:avLst/>
          <a:gdLst/>
          <a:ahLst/>
          <a:cxnLst/>
          <a:rect l="0" t="0" r="0" b="0"/>
          <a:pathLst>
            <a:path>
              <a:moveTo>
                <a:pt x="124100" y="0"/>
              </a:moveTo>
              <a:lnTo>
                <a:pt x="124100" y="523707"/>
              </a:lnTo>
              <a:lnTo>
                <a:pt x="45720" y="523707"/>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5EDF2D-9141-45C0-BC14-802C6F09F73F}">
      <dsp:nvSpPr>
        <dsp:cNvPr id="0" name=""/>
        <dsp:cNvSpPr/>
      </dsp:nvSpPr>
      <dsp:spPr>
        <a:xfrm>
          <a:off x="1979265" y="1457094"/>
          <a:ext cx="91440" cy="130068"/>
        </a:xfrm>
        <a:custGeom>
          <a:avLst/>
          <a:gdLst/>
          <a:ahLst/>
          <a:cxnLst/>
          <a:rect l="0" t="0" r="0" b="0"/>
          <a:pathLst>
            <a:path>
              <a:moveTo>
                <a:pt x="45720" y="0"/>
              </a:moveTo>
              <a:lnTo>
                <a:pt x="45720" y="12748"/>
              </a:lnTo>
              <a:lnTo>
                <a:pt x="46312" y="12748"/>
              </a:lnTo>
              <a:lnTo>
                <a:pt x="46312" y="130068"/>
              </a:lnTo>
            </a:path>
          </a:pathLst>
        </a:custGeom>
        <a:noFill/>
        <a:ln w="1905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93499D-2A6C-4FC5-B517-58CB81CA30B0}">
      <dsp:nvSpPr>
        <dsp:cNvPr id="0" name=""/>
        <dsp:cNvSpPr/>
      </dsp:nvSpPr>
      <dsp:spPr>
        <a:xfrm>
          <a:off x="2024985" y="559221"/>
          <a:ext cx="1352557" cy="339209"/>
        </a:xfrm>
        <a:custGeom>
          <a:avLst/>
          <a:gdLst/>
          <a:ahLst/>
          <a:cxnLst/>
          <a:rect l="0" t="0" r="0" b="0"/>
          <a:pathLst>
            <a:path>
              <a:moveTo>
                <a:pt x="1352557" y="0"/>
              </a:moveTo>
              <a:lnTo>
                <a:pt x="1352557" y="221889"/>
              </a:lnTo>
              <a:lnTo>
                <a:pt x="0" y="221889"/>
              </a:lnTo>
              <a:lnTo>
                <a:pt x="0" y="339209"/>
              </a:lnTo>
            </a:path>
          </a:pathLst>
        </a:custGeom>
        <a:noFill/>
        <a:ln w="1905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3E74F6-4967-450C-8E8B-CC88DD874680}">
      <dsp:nvSpPr>
        <dsp:cNvPr id="0" name=""/>
        <dsp:cNvSpPr/>
      </dsp:nvSpPr>
      <dsp:spPr>
        <a:xfrm>
          <a:off x="2818879" y="558"/>
          <a:ext cx="1117326" cy="558663"/>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a:t>Outlook</a:t>
          </a:r>
          <a:endParaRPr lang="es-ES" sz="1400" kern="1200" dirty="0"/>
        </a:p>
      </dsp:txBody>
      <dsp:txXfrm>
        <a:off x="2818879" y="558"/>
        <a:ext cx="1117326" cy="558663"/>
      </dsp:txXfrm>
    </dsp:sp>
    <dsp:sp modelId="{354C9D72-4E75-4518-89AD-2C5760B92664}">
      <dsp:nvSpPr>
        <dsp:cNvPr id="0" name=""/>
        <dsp:cNvSpPr/>
      </dsp:nvSpPr>
      <dsp:spPr>
        <a:xfrm>
          <a:off x="1466321" y="898430"/>
          <a:ext cx="1117326" cy="558663"/>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err="1"/>
            <a:t>Sunny</a:t>
          </a:r>
          <a:endParaRPr lang="es-ES" sz="1400" kern="1200" dirty="0"/>
        </a:p>
      </dsp:txBody>
      <dsp:txXfrm>
        <a:off x="1466321" y="898430"/>
        <a:ext cx="1117326" cy="558663"/>
      </dsp:txXfrm>
    </dsp:sp>
    <dsp:sp modelId="{628B29A9-1258-4FED-B6D5-4D6BF7637F08}">
      <dsp:nvSpPr>
        <dsp:cNvPr id="0" name=""/>
        <dsp:cNvSpPr/>
      </dsp:nvSpPr>
      <dsp:spPr>
        <a:xfrm>
          <a:off x="1466914" y="1587162"/>
          <a:ext cx="1117326" cy="55866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err="1"/>
            <a:t>Windy</a:t>
          </a:r>
          <a:endParaRPr lang="es-ES" sz="1400" kern="1200" dirty="0"/>
        </a:p>
      </dsp:txBody>
      <dsp:txXfrm>
        <a:off x="1466914" y="1587162"/>
        <a:ext cx="1117326" cy="558663"/>
      </dsp:txXfrm>
    </dsp:sp>
    <dsp:sp modelId="{F7BE5DB2-86A7-4D36-93A2-9264C2F2B32D}">
      <dsp:nvSpPr>
        <dsp:cNvPr id="0" name=""/>
        <dsp:cNvSpPr/>
      </dsp:nvSpPr>
      <dsp:spPr>
        <a:xfrm>
          <a:off x="829870" y="2390201"/>
          <a:ext cx="1117326" cy="55866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a:t>False</a:t>
          </a:r>
        </a:p>
      </dsp:txBody>
      <dsp:txXfrm>
        <a:off x="829870" y="2390201"/>
        <a:ext cx="1117326" cy="558663"/>
      </dsp:txXfrm>
    </dsp:sp>
    <dsp:sp modelId="{8D2E7B95-339D-46AE-9E0E-AAFF6821F462}">
      <dsp:nvSpPr>
        <dsp:cNvPr id="0" name=""/>
        <dsp:cNvSpPr/>
      </dsp:nvSpPr>
      <dsp:spPr>
        <a:xfrm>
          <a:off x="828004" y="3173766"/>
          <a:ext cx="1117326" cy="558663"/>
        </a:xfrm>
        <a:prstGeom prst="rect">
          <a:avLst/>
        </a:prstGeom>
        <a:solidFill>
          <a:schemeClr val="accent2">
            <a:lumMod val="60000"/>
            <a:lumOff val="4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a:t>Yes</a:t>
          </a:r>
        </a:p>
      </dsp:txBody>
      <dsp:txXfrm>
        <a:off x="828004" y="3173766"/>
        <a:ext cx="1117326" cy="558663"/>
      </dsp:txXfrm>
    </dsp:sp>
    <dsp:sp modelId="{0C28E967-BDE7-457B-95EA-483AE54B1510}">
      <dsp:nvSpPr>
        <dsp:cNvPr id="0" name=""/>
        <dsp:cNvSpPr/>
      </dsp:nvSpPr>
      <dsp:spPr>
        <a:xfrm>
          <a:off x="2142896" y="2380464"/>
          <a:ext cx="1117326" cy="55866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a:t>True</a:t>
          </a:r>
        </a:p>
      </dsp:txBody>
      <dsp:txXfrm>
        <a:off x="2142896" y="2380464"/>
        <a:ext cx="1117326" cy="558663"/>
      </dsp:txXfrm>
    </dsp:sp>
    <dsp:sp modelId="{E93C03B6-312B-4CF9-ADED-DD6CD861E9DB}">
      <dsp:nvSpPr>
        <dsp:cNvPr id="0" name=""/>
        <dsp:cNvSpPr/>
      </dsp:nvSpPr>
      <dsp:spPr>
        <a:xfrm>
          <a:off x="2142896" y="3173766"/>
          <a:ext cx="1117326" cy="558663"/>
        </a:xfrm>
        <a:prstGeom prst="rect">
          <a:avLst/>
        </a:prstGeom>
        <a:solidFill>
          <a:schemeClr val="accent2">
            <a:lumMod val="60000"/>
            <a:lumOff val="4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a:t>No</a:t>
          </a:r>
        </a:p>
      </dsp:txBody>
      <dsp:txXfrm>
        <a:off x="2142896" y="3173766"/>
        <a:ext cx="1117326" cy="558663"/>
      </dsp:txXfrm>
    </dsp:sp>
    <dsp:sp modelId="{E581254F-E7E7-4A9E-B5ED-6F6A69A214CD}">
      <dsp:nvSpPr>
        <dsp:cNvPr id="0" name=""/>
        <dsp:cNvSpPr/>
      </dsp:nvSpPr>
      <dsp:spPr>
        <a:xfrm>
          <a:off x="2811974" y="897509"/>
          <a:ext cx="1117326" cy="558663"/>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s-ES" sz="1400" kern="1200" dirty="0" err="1"/>
            <a:t>Overcast</a:t>
          </a:r>
          <a:endParaRPr lang="es-ES" sz="1400" kern="1200" dirty="0"/>
        </a:p>
      </dsp:txBody>
      <dsp:txXfrm>
        <a:off x="2811974" y="897509"/>
        <a:ext cx="1117326" cy="558663"/>
      </dsp:txXfrm>
    </dsp:sp>
    <dsp:sp modelId="{DB197121-FE92-49C9-92BC-B173787C1DAE}">
      <dsp:nvSpPr>
        <dsp:cNvPr id="0" name=""/>
        <dsp:cNvSpPr/>
      </dsp:nvSpPr>
      <dsp:spPr>
        <a:xfrm>
          <a:off x="2818879" y="1587162"/>
          <a:ext cx="1117326" cy="558663"/>
        </a:xfrm>
        <a:prstGeom prst="rect">
          <a:avLst/>
        </a:prstGeom>
        <a:solidFill>
          <a:schemeClr val="accent2">
            <a:lumMod val="60000"/>
            <a:lumOff val="4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a:t>Yes</a:t>
          </a:r>
        </a:p>
      </dsp:txBody>
      <dsp:txXfrm>
        <a:off x="2818879" y="1587162"/>
        <a:ext cx="1117326" cy="558663"/>
      </dsp:txXfrm>
    </dsp:sp>
    <dsp:sp modelId="{1AD5E1C9-BD20-463E-A815-D0748984A7BD}">
      <dsp:nvSpPr>
        <dsp:cNvPr id="0" name=""/>
        <dsp:cNvSpPr/>
      </dsp:nvSpPr>
      <dsp:spPr>
        <a:xfrm>
          <a:off x="4196264" y="895548"/>
          <a:ext cx="1117326" cy="558663"/>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err="1"/>
            <a:t>Rainy</a:t>
          </a:r>
          <a:endParaRPr lang="es-ES" sz="1400" kern="1200" dirty="0"/>
        </a:p>
      </dsp:txBody>
      <dsp:txXfrm>
        <a:off x="4196264" y="895548"/>
        <a:ext cx="1117326" cy="558663"/>
      </dsp:txXfrm>
    </dsp:sp>
    <dsp:sp modelId="{37B3A955-05F0-4A31-AA77-C23072219FBC}">
      <dsp:nvSpPr>
        <dsp:cNvPr id="0" name=""/>
        <dsp:cNvSpPr/>
      </dsp:nvSpPr>
      <dsp:spPr>
        <a:xfrm>
          <a:off x="4170845" y="1587162"/>
          <a:ext cx="1117326" cy="55866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err="1"/>
            <a:t>Humidity</a:t>
          </a:r>
          <a:endParaRPr lang="es-ES" sz="1400" kern="1200" dirty="0"/>
        </a:p>
      </dsp:txBody>
      <dsp:txXfrm>
        <a:off x="4170845" y="1587162"/>
        <a:ext cx="1117326" cy="558663"/>
      </dsp:txXfrm>
    </dsp:sp>
    <dsp:sp modelId="{A52C1168-12C2-4ECB-A29A-01D8D926E667}">
      <dsp:nvSpPr>
        <dsp:cNvPr id="0" name=""/>
        <dsp:cNvSpPr/>
      </dsp:nvSpPr>
      <dsp:spPr>
        <a:xfrm>
          <a:off x="3494862" y="2380464"/>
          <a:ext cx="1117326" cy="55866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a:t>High</a:t>
          </a:r>
        </a:p>
      </dsp:txBody>
      <dsp:txXfrm>
        <a:off x="3494862" y="2380464"/>
        <a:ext cx="1117326" cy="558663"/>
      </dsp:txXfrm>
    </dsp:sp>
    <dsp:sp modelId="{8A46AB3E-F13F-46B1-B018-15DDCC46D4DF}">
      <dsp:nvSpPr>
        <dsp:cNvPr id="0" name=""/>
        <dsp:cNvSpPr/>
      </dsp:nvSpPr>
      <dsp:spPr>
        <a:xfrm>
          <a:off x="3494862" y="3173766"/>
          <a:ext cx="1117326" cy="558663"/>
        </a:xfrm>
        <a:prstGeom prst="rect">
          <a:avLst/>
        </a:prstGeom>
        <a:solidFill>
          <a:schemeClr val="accent2">
            <a:lumMod val="60000"/>
            <a:lumOff val="4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a:t>No</a:t>
          </a:r>
        </a:p>
      </dsp:txBody>
      <dsp:txXfrm>
        <a:off x="3494862" y="3173766"/>
        <a:ext cx="1117326" cy="558663"/>
      </dsp:txXfrm>
    </dsp:sp>
    <dsp:sp modelId="{8CF9F490-F7D0-46E4-8CBA-EF9B19FC59A9}">
      <dsp:nvSpPr>
        <dsp:cNvPr id="0" name=""/>
        <dsp:cNvSpPr/>
      </dsp:nvSpPr>
      <dsp:spPr>
        <a:xfrm>
          <a:off x="4846827" y="2380464"/>
          <a:ext cx="1117326" cy="55866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a:t>Normal</a:t>
          </a:r>
        </a:p>
      </dsp:txBody>
      <dsp:txXfrm>
        <a:off x="4846827" y="2380464"/>
        <a:ext cx="1117326" cy="558663"/>
      </dsp:txXfrm>
    </dsp:sp>
    <dsp:sp modelId="{7B8CEEA3-CED9-4F22-AB2E-74947CDC1043}">
      <dsp:nvSpPr>
        <dsp:cNvPr id="0" name=""/>
        <dsp:cNvSpPr/>
      </dsp:nvSpPr>
      <dsp:spPr>
        <a:xfrm>
          <a:off x="4846827" y="3173766"/>
          <a:ext cx="1117326" cy="558663"/>
        </a:xfrm>
        <a:prstGeom prst="rect">
          <a:avLst/>
        </a:prstGeom>
        <a:solidFill>
          <a:schemeClr val="accent2">
            <a:lumMod val="60000"/>
            <a:lumOff val="4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a:t>Yes</a:t>
          </a:r>
        </a:p>
      </dsp:txBody>
      <dsp:txXfrm>
        <a:off x="4846827" y="3173766"/>
        <a:ext cx="1117326" cy="558663"/>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0572DF-CAA2-4473-A796-8FEE5222AF1C}" type="datetimeFigureOut">
              <a:rPr lang="es-CL" smtClean="0"/>
              <a:t>26-07-25</a:t>
            </a:fld>
            <a:endParaRPr lang="es-CL"/>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36251F-A9C2-41E9-89E5-89DA18B114DB}" type="slidenum">
              <a:rPr lang="es-CL" smtClean="0"/>
              <a:t>‹Nº›</a:t>
            </a:fld>
            <a:endParaRPr lang="es-CL"/>
          </a:p>
        </p:txBody>
      </p:sp>
    </p:spTree>
    <p:extLst>
      <p:ext uri="{BB962C8B-B14F-4D97-AF65-F5344CB8AC3E}">
        <p14:creationId xmlns:p14="http://schemas.microsoft.com/office/powerpoint/2010/main" val="1678745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E0B071-C9D2-A647-E09D-7B9F5A00AF0D}"/>
              </a:ext>
            </a:extLst>
          </p:cNvPr>
          <p:cNvSpPr>
            <a:spLocks noGrp="1"/>
          </p:cNvSpPr>
          <p:nvPr>
            <p:ph type="ctrTitle"/>
          </p:nvPr>
        </p:nvSpPr>
        <p:spPr>
          <a:xfrm>
            <a:off x="1143000" y="1122363"/>
            <a:ext cx="6858000" cy="2387600"/>
          </a:xfrm>
        </p:spPr>
        <p:txBody>
          <a:bodyPr anchor="b"/>
          <a:lstStyle>
            <a:lvl1pPr algn="ctr">
              <a:defRPr sz="4500"/>
            </a:lvl1pPr>
          </a:lstStyle>
          <a:p>
            <a:r>
              <a:rPr lang="es-MX"/>
              <a:t>Haz clic para modificar el estilo de título del patrón</a:t>
            </a:r>
            <a:endParaRPr/>
          </a:p>
        </p:txBody>
      </p:sp>
      <p:sp>
        <p:nvSpPr>
          <p:cNvPr id="3" name="Subtítulo 2">
            <a:extLst>
              <a:ext uri="{FF2B5EF4-FFF2-40B4-BE49-F238E27FC236}">
                <a16:creationId xmlns:a16="http://schemas.microsoft.com/office/drawing/2014/main" id="{39EAF440-302F-CDEC-7D87-8E3AFDFA988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MX"/>
              <a:t>Haz clic para editar el estilo de subtítulo del patrón</a:t>
            </a:r>
            <a:endParaRPr/>
          </a:p>
        </p:txBody>
      </p:sp>
      <p:sp>
        <p:nvSpPr>
          <p:cNvPr id="4" name="Marcador de fecha 3">
            <a:extLst>
              <a:ext uri="{FF2B5EF4-FFF2-40B4-BE49-F238E27FC236}">
                <a16:creationId xmlns:a16="http://schemas.microsoft.com/office/drawing/2014/main" id="{864AF7A9-260B-B038-2A10-95E8D102A64C}"/>
              </a:ext>
            </a:extLst>
          </p:cNvPr>
          <p:cNvSpPr>
            <a:spLocks noGrp="1"/>
          </p:cNvSpPr>
          <p:nvPr>
            <p:ph type="dt" sz="half" idx="10"/>
          </p:nvPr>
        </p:nvSpPr>
        <p:spPr/>
        <p:txBody>
          <a:bodyPr/>
          <a:lstStyle/>
          <a:p>
            <a:fld id="{FD72BEB5-8A02-4EC5-A15E-5AFB848998E5}" type="datetimeFigureOut">
              <a:rPr lang="es-ES" smtClean="0"/>
              <a:t>26/7/25</a:t>
            </a:fld>
            <a:endParaRPr lang="es-ES"/>
          </a:p>
        </p:txBody>
      </p:sp>
      <p:sp>
        <p:nvSpPr>
          <p:cNvPr id="5" name="Marcador de pie de página 4">
            <a:extLst>
              <a:ext uri="{FF2B5EF4-FFF2-40B4-BE49-F238E27FC236}">
                <a16:creationId xmlns:a16="http://schemas.microsoft.com/office/drawing/2014/main" id="{2662508C-AFF1-BDD0-FC97-8350C5A9D60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DEE5EC9-F919-1970-96F8-A8A3EEAA0227}"/>
              </a:ext>
            </a:extLst>
          </p:cNvPr>
          <p:cNvSpPr>
            <a:spLocks noGrp="1"/>
          </p:cNvSpPr>
          <p:nvPr>
            <p:ph type="sldNum" sz="quarter" idx="12"/>
          </p:nvPr>
        </p:nvSpPr>
        <p:spPr/>
        <p:txBody>
          <a:bodyPr/>
          <a:lstStyle/>
          <a:p>
            <a:fld id="{385D5D7A-D385-40E3-A6D1-A19B0DEB2D55}" type="slidenum">
              <a:rPr lang="es-ES" smtClean="0"/>
              <a:t>‹Nº›</a:t>
            </a:fld>
            <a:endParaRPr lang="es-ES"/>
          </a:p>
        </p:txBody>
      </p:sp>
    </p:spTree>
    <p:extLst>
      <p:ext uri="{BB962C8B-B14F-4D97-AF65-F5344CB8AC3E}">
        <p14:creationId xmlns:p14="http://schemas.microsoft.com/office/powerpoint/2010/main" val="4210912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219838-5DBC-77A5-FC93-A40052510F65}"/>
              </a:ext>
            </a:extLst>
          </p:cNvPr>
          <p:cNvSpPr>
            <a:spLocks noGrp="1"/>
          </p:cNvSpPr>
          <p:nvPr>
            <p:ph type="title"/>
          </p:nvPr>
        </p:nvSpPr>
        <p:spPr/>
        <p:txBody>
          <a:bodyPr/>
          <a:lstStyle/>
          <a:p>
            <a:r>
              <a:rPr lang="es-MX"/>
              <a:t>Haz clic para modificar el estilo de título del patrón</a:t>
            </a:r>
            <a:endParaRPr/>
          </a:p>
        </p:txBody>
      </p:sp>
      <p:sp>
        <p:nvSpPr>
          <p:cNvPr id="3" name="Marcador de contenido 2">
            <a:extLst>
              <a:ext uri="{FF2B5EF4-FFF2-40B4-BE49-F238E27FC236}">
                <a16:creationId xmlns:a16="http://schemas.microsoft.com/office/drawing/2014/main" id="{538A195B-FAF1-39D2-C3C9-B10D571163E6}"/>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a:p>
        </p:txBody>
      </p:sp>
      <p:sp>
        <p:nvSpPr>
          <p:cNvPr id="4" name="Marcador de fecha 3">
            <a:extLst>
              <a:ext uri="{FF2B5EF4-FFF2-40B4-BE49-F238E27FC236}">
                <a16:creationId xmlns:a16="http://schemas.microsoft.com/office/drawing/2014/main" id="{5CFDEEB9-C03F-2433-0F98-C0E5C9A09006}"/>
              </a:ext>
            </a:extLst>
          </p:cNvPr>
          <p:cNvSpPr>
            <a:spLocks noGrp="1"/>
          </p:cNvSpPr>
          <p:nvPr>
            <p:ph type="dt" sz="half" idx="10"/>
          </p:nvPr>
        </p:nvSpPr>
        <p:spPr/>
        <p:txBody>
          <a:bodyPr/>
          <a:lstStyle/>
          <a:p>
            <a:fld id="{FD72BEB5-8A02-4EC5-A15E-5AFB848998E5}" type="datetimeFigureOut">
              <a:rPr lang="es-ES" smtClean="0"/>
              <a:t>26/7/25</a:t>
            </a:fld>
            <a:endParaRPr lang="es-ES"/>
          </a:p>
        </p:txBody>
      </p:sp>
      <p:sp>
        <p:nvSpPr>
          <p:cNvPr id="5" name="Marcador de pie de página 4">
            <a:extLst>
              <a:ext uri="{FF2B5EF4-FFF2-40B4-BE49-F238E27FC236}">
                <a16:creationId xmlns:a16="http://schemas.microsoft.com/office/drawing/2014/main" id="{55C40BA1-1A1B-8898-9C2E-E388AFC1700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6C928EAA-73F8-E6E3-3CBF-C21E34D97B5D}"/>
              </a:ext>
            </a:extLst>
          </p:cNvPr>
          <p:cNvSpPr>
            <a:spLocks noGrp="1"/>
          </p:cNvSpPr>
          <p:nvPr>
            <p:ph type="sldNum" sz="quarter" idx="12"/>
          </p:nvPr>
        </p:nvSpPr>
        <p:spPr/>
        <p:txBody>
          <a:bodyPr/>
          <a:lstStyle/>
          <a:p>
            <a:fld id="{385D5D7A-D385-40E3-A6D1-A19B0DEB2D55}" type="slidenum">
              <a:rPr lang="es-ES" smtClean="0"/>
              <a:t>‹Nº›</a:t>
            </a:fld>
            <a:endParaRPr lang="es-ES"/>
          </a:p>
        </p:txBody>
      </p:sp>
    </p:spTree>
    <p:extLst>
      <p:ext uri="{BB962C8B-B14F-4D97-AF65-F5344CB8AC3E}">
        <p14:creationId xmlns:p14="http://schemas.microsoft.com/office/powerpoint/2010/main" val="2490537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DB2CE3-41D5-357D-99F5-7AA99C026BBE}"/>
              </a:ext>
            </a:extLst>
          </p:cNvPr>
          <p:cNvSpPr>
            <a:spLocks noGrp="1"/>
          </p:cNvSpPr>
          <p:nvPr>
            <p:ph type="title"/>
          </p:nvPr>
        </p:nvSpPr>
        <p:spPr>
          <a:xfrm>
            <a:off x="623887" y="1709738"/>
            <a:ext cx="7886700" cy="2852737"/>
          </a:xfrm>
        </p:spPr>
        <p:txBody>
          <a:bodyPr anchor="b"/>
          <a:lstStyle>
            <a:lvl1pPr>
              <a:defRPr sz="4500"/>
            </a:lvl1pPr>
          </a:lstStyle>
          <a:p>
            <a:r>
              <a:rPr lang="es-MX"/>
              <a:t>Haz clic para modificar el estilo de título del patrón</a:t>
            </a:r>
            <a:endParaRPr/>
          </a:p>
        </p:txBody>
      </p:sp>
      <p:sp>
        <p:nvSpPr>
          <p:cNvPr id="3" name="Marcador de texto 2">
            <a:extLst>
              <a:ext uri="{FF2B5EF4-FFF2-40B4-BE49-F238E27FC236}">
                <a16:creationId xmlns:a16="http://schemas.microsoft.com/office/drawing/2014/main" id="{E276880F-6D53-2B25-954A-BC9DF86E06AF}"/>
              </a:ext>
            </a:extLst>
          </p:cNvPr>
          <p:cNvSpPr>
            <a:spLocks noGrp="1"/>
          </p:cNvSpPr>
          <p:nvPr>
            <p:ph type="body" idx="1"/>
          </p:nvPr>
        </p:nvSpPr>
        <p:spPr>
          <a:xfrm>
            <a:off x="623887"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9E6244C7-51E0-50C8-D17F-6989FFCBEB28}"/>
              </a:ext>
            </a:extLst>
          </p:cNvPr>
          <p:cNvSpPr>
            <a:spLocks noGrp="1"/>
          </p:cNvSpPr>
          <p:nvPr>
            <p:ph type="dt" sz="half" idx="10"/>
          </p:nvPr>
        </p:nvSpPr>
        <p:spPr/>
        <p:txBody>
          <a:bodyPr/>
          <a:lstStyle/>
          <a:p>
            <a:fld id="{FD72BEB5-8A02-4EC5-A15E-5AFB848998E5}" type="datetimeFigureOut">
              <a:rPr lang="es-ES" smtClean="0"/>
              <a:t>26/7/25</a:t>
            </a:fld>
            <a:endParaRPr lang="es-ES"/>
          </a:p>
        </p:txBody>
      </p:sp>
      <p:sp>
        <p:nvSpPr>
          <p:cNvPr id="5" name="Marcador de pie de página 4">
            <a:extLst>
              <a:ext uri="{FF2B5EF4-FFF2-40B4-BE49-F238E27FC236}">
                <a16:creationId xmlns:a16="http://schemas.microsoft.com/office/drawing/2014/main" id="{8F5EC1DE-A23A-637F-40DD-1223A07AA4D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9816E19-E557-5F79-20B2-07FED8D0E695}"/>
              </a:ext>
            </a:extLst>
          </p:cNvPr>
          <p:cNvSpPr>
            <a:spLocks noGrp="1"/>
          </p:cNvSpPr>
          <p:nvPr>
            <p:ph type="sldNum" sz="quarter" idx="12"/>
          </p:nvPr>
        </p:nvSpPr>
        <p:spPr/>
        <p:txBody>
          <a:bodyPr/>
          <a:lstStyle/>
          <a:p>
            <a:fld id="{385D5D7A-D385-40E3-A6D1-A19B0DEB2D55}" type="slidenum">
              <a:rPr lang="es-ES" smtClean="0"/>
              <a:t>‹Nº›</a:t>
            </a:fld>
            <a:endParaRPr lang="es-ES"/>
          </a:p>
        </p:txBody>
      </p:sp>
    </p:spTree>
    <p:extLst>
      <p:ext uri="{BB962C8B-B14F-4D97-AF65-F5344CB8AC3E}">
        <p14:creationId xmlns:p14="http://schemas.microsoft.com/office/powerpoint/2010/main" val="3637809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741F82-D1CC-AB68-B5E6-D6BF479A9937}"/>
              </a:ext>
            </a:extLst>
          </p:cNvPr>
          <p:cNvSpPr>
            <a:spLocks noGrp="1"/>
          </p:cNvSpPr>
          <p:nvPr>
            <p:ph type="title"/>
          </p:nvPr>
        </p:nvSpPr>
        <p:spPr/>
        <p:txBody>
          <a:bodyPr/>
          <a:lstStyle/>
          <a:p>
            <a:r>
              <a:rPr lang="es-MX"/>
              <a:t>Haz clic para modificar el estilo de título del patrón</a:t>
            </a:r>
            <a:endParaRPr/>
          </a:p>
        </p:txBody>
      </p:sp>
      <p:sp>
        <p:nvSpPr>
          <p:cNvPr id="3" name="Marcador de contenido 2">
            <a:extLst>
              <a:ext uri="{FF2B5EF4-FFF2-40B4-BE49-F238E27FC236}">
                <a16:creationId xmlns:a16="http://schemas.microsoft.com/office/drawing/2014/main" id="{9EE10B18-F214-6D2F-5BC2-0A1D85612E47}"/>
              </a:ext>
            </a:extLst>
          </p:cNvPr>
          <p:cNvSpPr>
            <a:spLocks noGrp="1"/>
          </p:cNvSpPr>
          <p:nvPr>
            <p:ph sz="half" idx="1"/>
          </p:nvPr>
        </p:nvSpPr>
        <p:spPr>
          <a:xfrm>
            <a:off x="628650" y="1825625"/>
            <a:ext cx="38862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a:p>
        </p:txBody>
      </p:sp>
      <p:sp>
        <p:nvSpPr>
          <p:cNvPr id="4" name="Marcador de contenido 3">
            <a:extLst>
              <a:ext uri="{FF2B5EF4-FFF2-40B4-BE49-F238E27FC236}">
                <a16:creationId xmlns:a16="http://schemas.microsoft.com/office/drawing/2014/main" id="{48A933CA-A4FD-3120-162F-A845AC7960A2}"/>
              </a:ext>
            </a:extLst>
          </p:cNvPr>
          <p:cNvSpPr>
            <a:spLocks noGrp="1"/>
          </p:cNvSpPr>
          <p:nvPr>
            <p:ph sz="half" idx="2"/>
          </p:nvPr>
        </p:nvSpPr>
        <p:spPr>
          <a:xfrm>
            <a:off x="4629150" y="1825625"/>
            <a:ext cx="38862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a:p>
        </p:txBody>
      </p:sp>
      <p:sp>
        <p:nvSpPr>
          <p:cNvPr id="5" name="Marcador de fecha 4">
            <a:extLst>
              <a:ext uri="{FF2B5EF4-FFF2-40B4-BE49-F238E27FC236}">
                <a16:creationId xmlns:a16="http://schemas.microsoft.com/office/drawing/2014/main" id="{3316263B-C281-1C42-DADF-FA72C882CE77}"/>
              </a:ext>
            </a:extLst>
          </p:cNvPr>
          <p:cNvSpPr>
            <a:spLocks noGrp="1"/>
          </p:cNvSpPr>
          <p:nvPr>
            <p:ph type="dt" sz="half" idx="10"/>
          </p:nvPr>
        </p:nvSpPr>
        <p:spPr/>
        <p:txBody>
          <a:bodyPr/>
          <a:lstStyle/>
          <a:p>
            <a:fld id="{FD72BEB5-8A02-4EC5-A15E-5AFB848998E5}" type="datetimeFigureOut">
              <a:rPr lang="es-ES" smtClean="0"/>
              <a:t>26/7/25</a:t>
            </a:fld>
            <a:endParaRPr lang="es-ES"/>
          </a:p>
        </p:txBody>
      </p:sp>
      <p:sp>
        <p:nvSpPr>
          <p:cNvPr id="6" name="Marcador de pie de página 5">
            <a:extLst>
              <a:ext uri="{FF2B5EF4-FFF2-40B4-BE49-F238E27FC236}">
                <a16:creationId xmlns:a16="http://schemas.microsoft.com/office/drawing/2014/main" id="{E3557E09-7F7C-4229-5F24-69839760CE8B}"/>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F54D21A9-A2DE-5937-52E5-B4FFB2E53135}"/>
              </a:ext>
            </a:extLst>
          </p:cNvPr>
          <p:cNvSpPr>
            <a:spLocks noGrp="1"/>
          </p:cNvSpPr>
          <p:nvPr>
            <p:ph type="sldNum" sz="quarter" idx="12"/>
          </p:nvPr>
        </p:nvSpPr>
        <p:spPr/>
        <p:txBody>
          <a:bodyPr/>
          <a:lstStyle/>
          <a:p>
            <a:fld id="{385D5D7A-D385-40E3-A6D1-A19B0DEB2D55}" type="slidenum">
              <a:rPr lang="es-ES" smtClean="0"/>
              <a:t>‹Nº›</a:t>
            </a:fld>
            <a:endParaRPr lang="es-ES"/>
          </a:p>
        </p:txBody>
      </p:sp>
    </p:spTree>
    <p:extLst>
      <p:ext uri="{BB962C8B-B14F-4D97-AF65-F5344CB8AC3E}">
        <p14:creationId xmlns:p14="http://schemas.microsoft.com/office/powerpoint/2010/main" val="781929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416A00-7F43-7917-78AA-D6927ADCB4AF}"/>
              </a:ext>
            </a:extLst>
          </p:cNvPr>
          <p:cNvSpPr>
            <a:spLocks noGrp="1"/>
          </p:cNvSpPr>
          <p:nvPr>
            <p:ph type="title"/>
          </p:nvPr>
        </p:nvSpPr>
        <p:spPr>
          <a:xfrm>
            <a:off x="629841" y="365126"/>
            <a:ext cx="7886700" cy="1325563"/>
          </a:xfrm>
        </p:spPr>
        <p:txBody>
          <a:bodyPr/>
          <a:lstStyle/>
          <a:p>
            <a:r>
              <a:rPr lang="es-MX"/>
              <a:t>Haz clic para modificar el estilo de título del patrón</a:t>
            </a:r>
            <a:endParaRPr/>
          </a:p>
        </p:txBody>
      </p:sp>
      <p:sp>
        <p:nvSpPr>
          <p:cNvPr id="3" name="Marcador de texto 2">
            <a:extLst>
              <a:ext uri="{FF2B5EF4-FFF2-40B4-BE49-F238E27FC236}">
                <a16:creationId xmlns:a16="http://schemas.microsoft.com/office/drawing/2014/main" id="{8D9BB765-92DE-458A-0C9A-2D63691F9A55}"/>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4F925ABF-2A00-AC61-16FF-C9D60EEDB6EF}"/>
              </a:ext>
            </a:extLst>
          </p:cNvPr>
          <p:cNvSpPr>
            <a:spLocks noGrp="1"/>
          </p:cNvSpPr>
          <p:nvPr>
            <p:ph sz="half" idx="2"/>
          </p:nvPr>
        </p:nvSpPr>
        <p:spPr>
          <a:xfrm>
            <a:off x="629842" y="2505075"/>
            <a:ext cx="3868340"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a:p>
        </p:txBody>
      </p:sp>
      <p:sp>
        <p:nvSpPr>
          <p:cNvPr id="5" name="Marcador de texto 4">
            <a:extLst>
              <a:ext uri="{FF2B5EF4-FFF2-40B4-BE49-F238E27FC236}">
                <a16:creationId xmlns:a16="http://schemas.microsoft.com/office/drawing/2014/main" id="{C1BC59E5-FF55-7BB3-B69D-A9D679BAC6D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31BBF8FD-25DE-A398-A76B-E24CF7EDEAF4}"/>
              </a:ext>
            </a:extLst>
          </p:cNvPr>
          <p:cNvSpPr>
            <a:spLocks noGrp="1"/>
          </p:cNvSpPr>
          <p:nvPr>
            <p:ph sz="quarter" idx="4"/>
          </p:nvPr>
        </p:nvSpPr>
        <p:spPr>
          <a:xfrm>
            <a:off x="4629150" y="2505075"/>
            <a:ext cx="3887391"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a:p>
        </p:txBody>
      </p:sp>
      <p:sp>
        <p:nvSpPr>
          <p:cNvPr id="7" name="Marcador de fecha 6">
            <a:extLst>
              <a:ext uri="{FF2B5EF4-FFF2-40B4-BE49-F238E27FC236}">
                <a16:creationId xmlns:a16="http://schemas.microsoft.com/office/drawing/2014/main" id="{EC1743FA-7FC4-B583-46C4-D53719483E63}"/>
              </a:ext>
            </a:extLst>
          </p:cNvPr>
          <p:cNvSpPr>
            <a:spLocks noGrp="1"/>
          </p:cNvSpPr>
          <p:nvPr>
            <p:ph type="dt" sz="half" idx="10"/>
          </p:nvPr>
        </p:nvSpPr>
        <p:spPr/>
        <p:txBody>
          <a:bodyPr/>
          <a:lstStyle/>
          <a:p>
            <a:fld id="{FD72BEB5-8A02-4EC5-A15E-5AFB848998E5}" type="datetimeFigureOut">
              <a:rPr lang="es-ES" smtClean="0"/>
              <a:t>26/7/25</a:t>
            </a:fld>
            <a:endParaRPr lang="es-ES"/>
          </a:p>
        </p:txBody>
      </p:sp>
      <p:sp>
        <p:nvSpPr>
          <p:cNvPr id="8" name="Marcador de pie de página 7">
            <a:extLst>
              <a:ext uri="{FF2B5EF4-FFF2-40B4-BE49-F238E27FC236}">
                <a16:creationId xmlns:a16="http://schemas.microsoft.com/office/drawing/2014/main" id="{A734BC37-E01C-43D3-EDA8-B2F07DAE1811}"/>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1255F6F0-FA0E-070B-E449-FA0B6D8EF7E1}"/>
              </a:ext>
            </a:extLst>
          </p:cNvPr>
          <p:cNvSpPr>
            <a:spLocks noGrp="1"/>
          </p:cNvSpPr>
          <p:nvPr>
            <p:ph type="sldNum" sz="quarter" idx="12"/>
          </p:nvPr>
        </p:nvSpPr>
        <p:spPr/>
        <p:txBody>
          <a:bodyPr/>
          <a:lstStyle/>
          <a:p>
            <a:fld id="{385D5D7A-D385-40E3-A6D1-A19B0DEB2D55}" type="slidenum">
              <a:rPr lang="es-ES" smtClean="0"/>
              <a:t>‹Nº›</a:t>
            </a:fld>
            <a:endParaRPr lang="es-ES"/>
          </a:p>
        </p:txBody>
      </p:sp>
    </p:spTree>
    <p:extLst>
      <p:ext uri="{BB962C8B-B14F-4D97-AF65-F5344CB8AC3E}">
        <p14:creationId xmlns:p14="http://schemas.microsoft.com/office/powerpoint/2010/main" val="1086152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0FD2C4-040C-2A5D-D3A4-D0604AD11735}"/>
              </a:ext>
            </a:extLst>
          </p:cNvPr>
          <p:cNvSpPr>
            <a:spLocks noGrp="1"/>
          </p:cNvSpPr>
          <p:nvPr>
            <p:ph type="title"/>
          </p:nvPr>
        </p:nvSpPr>
        <p:spPr/>
        <p:txBody>
          <a:bodyPr/>
          <a:lstStyle/>
          <a:p>
            <a:r>
              <a:rPr lang="es-MX"/>
              <a:t>Haz clic para modificar el estilo de título del patrón</a:t>
            </a:r>
            <a:endParaRPr/>
          </a:p>
        </p:txBody>
      </p:sp>
      <p:sp>
        <p:nvSpPr>
          <p:cNvPr id="3" name="Marcador de fecha 2">
            <a:extLst>
              <a:ext uri="{FF2B5EF4-FFF2-40B4-BE49-F238E27FC236}">
                <a16:creationId xmlns:a16="http://schemas.microsoft.com/office/drawing/2014/main" id="{03450B65-F143-1F5F-0E18-B71AE34C9E0B}"/>
              </a:ext>
            </a:extLst>
          </p:cNvPr>
          <p:cNvSpPr>
            <a:spLocks noGrp="1"/>
          </p:cNvSpPr>
          <p:nvPr>
            <p:ph type="dt" sz="half" idx="10"/>
          </p:nvPr>
        </p:nvSpPr>
        <p:spPr/>
        <p:txBody>
          <a:bodyPr/>
          <a:lstStyle/>
          <a:p>
            <a:fld id="{FD72BEB5-8A02-4EC5-A15E-5AFB848998E5}" type="datetimeFigureOut">
              <a:rPr lang="es-ES" smtClean="0"/>
              <a:t>26/7/25</a:t>
            </a:fld>
            <a:endParaRPr lang="es-ES"/>
          </a:p>
        </p:txBody>
      </p:sp>
      <p:sp>
        <p:nvSpPr>
          <p:cNvPr id="4" name="Marcador de pie de página 3">
            <a:extLst>
              <a:ext uri="{FF2B5EF4-FFF2-40B4-BE49-F238E27FC236}">
                <a16:creationId xmlns:a16="http://schemas.microsoft.com/office/drawing/2014/main" id="{12433A69-5A89-A791-C5DA-D77B4F0D4E7C}"/>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8E0F52AC-8AD4-DC28-87D1-E3FA735D0905}"/>
              </a:ext>
            </a:extLst>
          </p:cNvPr>
          <p:cNvSpPr>
            <a:spLocks noGrp="1"/>
          </p:cNvSpPr>
          <p:nvPr>
            <p:ph type="sldNum" sz="quarter" idx="12"/>
          </p:nvPr>
        </p:nvSpPr>
        <p:spPr/>
        <p:txBody>
          <a:bodyPr/>
          <a:lstStyle/>
          <a:p>
            <a:fld id="{385D5D7A-D385-40E3-A6D1-A19B0DEB2D55}" type="slidenum">
              <a:rPr lang="es-ES" smtClean="0"/>
              <a:t>‹Nº›</a:t>
            </a:fld>
            <a:endParaRPr lang="es-ES"/>
          </a:p>
        </p:txBody>
      </p:sp>
    </p:spTree>
    <p:extLst>
      <p:ext uri="{BB962C8B-B14F-4D97-AF65-F5344CB8AC3E}">
        <p14:creationId xmlns:p14="http://schemas.microsoft.com/office/powerpoint/2010/main" val="647453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387E58F-25CD-A2B6-3EDE-AA2A4EEA2D03}"/>
              </a:ext>
            </a:extLst>
          </p:cNvPr>
          <p:cNvSpPr>
            <a:spLocks noGrp="1"/>
          </p:cNvSpPr>
          <p:nvPr>
            <p:ph type="dt" sz="half" idx="10"/>
          </p:nvPr>
        </p:nvSpPr>
        <p:spPr/>
        <p:txBody>
          <a:bodyPr/>
          <a:lstStyle/>
          <a:p>
            <a:fld id="{FD72BEB5-8A02-4EC5-A15E-5AFB848998E5}" type="datetimeFigureOut">
              <a:rPr lang="es-ES" smtClean="0"/>
              <a:t>26/7/25</a:t>
            </a:fld>
            <a:endParaRPr lang="es-ES"/>
          </a:p>
        </p:txBody>
      </p:sp>
      <p:sp>
        <p:nvSpPr>
          <p:cNvPr id="3" name="Marcador de pie de página 2">
            <a:extLst>
              <a:ext uri="{FF2B5EF4-FFF2-40B4-BE49-F238E27FC236}">
                <a16:creationId xmlns:a16="http://schemas.microsoft.com/office/drawing/2014/main" id="{60C16F0B-5748-AD9C-9B1E-F2FD2725A82D}"/>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E7E901B2-4694-DB68-DB0E-6E2F3CEC2639}"/>
              </a:ext>
            </a:extLst>
          </p:cNvPr>
          <p:cNvSpPr>
            <a:spLocks noGrp="1"/>
          </p:cNvSpPr>
          <p:nvPr>
            <p:ph type="sldNum" sz="quarter" idx="12"/>
          </p:nvPr>
        </p:nvSpPr>
        <p:spPr/>
        <p:txBody>
          <a:bodyPr/>
          <a:lstStyle/>
          <a:p>
            <a:fld id="{385D5D7A-D385-40E3-A6D1-A19B0DEB2D55}" type="slidenum">
              <a:rPr lang="es-ES" smtClean="0"/>
              <a:t>‹Nº›</a:t>
            </a:fld>
            <a:endParaRPr lang="es-ES"/>
          </a:p>
        </p:txBody>
      </p:sp>
    </p:spTree>
    <p:extLst>
      <p:ext uri="{BB962C8B-B14F-4D97-AF65-F5344CB8AC3E}">
        <p14:creationId xmlns:p14="http://schemas.microsoft.com/office/powerpoint/2010/main" val="2414443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F684AB-8275-1660-5992-70722387B2C5}"/>
              </a:ext>
            </a:extLst>
          </p:cNvPr>
          <p:cNvSpPr>
            <a:spLocks noGrp="1"/>
          </p:cNvSpPr>
          <p:nvPr>
            <p:ph type="title"/>
          </p:nvPr>
        </p:nvSpPr>
        <p:spPr>
          <a:xfrm>
            <a:off x="629841" y="457200"/>
            <a:ext cx="2949178" cy="1600200"/>
          </a:xfrm>
        </p:spPr>
        <p:txBody>
          <a:bodyPr anchor="b"/>
          <a:lstStyle>
            <a:lvl1pPr>
              <a:defRPr sz="2400"/>
            </a:lvl1pPr>
          </a:lstStyle>
          <a:p>
            <a:r>
              <a:rPr lang="es-MX"/>
              <a:t>Haz clic para modificar el estilo de título del patrón</a:t>
            </a:r>
            <a:endParaRPr/>
          </a:p>
        </p:txBody>
      </p:sp>
      <p:sp>
        <p:nvSpPr>
          <p:cNvPr id="3" name="Marcador de contenido 2">
            <a:extLst>
              <a:ext uri="{FF2B5EF4-FFF2-40B4-BE49-F238E27FC236}">
                <a16:creationId xmlns:a16="http://schemas.microsoft.com/office/drawing/2014/main" id="{F55EC866-686E-81CE-B567-2FE931302D7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a:p>
        </p:txBody>
      </p:sp>
      <p:sp>
        <p:nvSpPr>
          <p:cNvPr id="4" name="Marcador de texto 3">
            <a:extLst>
              <a:ext uri="{FF2B5EF4-FFF2-40B4-BE49-F238E27FC236}">
                <a16:creationId xmlns:a16="http://schemas.microsoft.com/office/drawing/2014/main" id="{70209DE5-988C-F854-2B78-9A6693C3BED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E94E36C5-9B71-6C35-4F38-B501E24C6990}"/>
              </a:ext>
            </a:extLst>
          </p:cNvPr>
          <p:cNvSpPr>
            <a:spLocks noGrp="1"/>
          </p:cNvSpPr>
          <p:nvPr>
            <p:ph type="dt" sz="half" idx="10"/>
          </p:nvPr>
        </p:nvSpPr>
        <p:spPr/>
        <p:txBody>
          <a:bodyPr/>
          <a:lstStyle/>
          <a:p>
            <a:fld id="{FD72BEB5-8A02-4EC5-A15E-5AFB848998E5}" type="datetimeFigureOut">
              <a:rPr lang="es-ES" smtClean="0"/>
              <a:t>26/7/25</a:t>
            </a:fld>
            <a:endParaRPr lang="es-ES"/>
          </a:p>
        </p:txBody>
      </p:sp>
      <p:sp>
        <p:nvSpPr>
          <p:cNvPr id="6" name="Marcador de pie de página 5">
            <a:extLst>
              <a:ext uri="{FF2B5EF4-FFF2-40B4-BE49-F238E27FC236}">
                <a16:creationId xmlns:a16="http://schemas.microsoft.com/office/drawing/2014/main" id="{52BFEC53-1A0B-E8EE-B597-E5F4B5D3A0A7}"/>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9F3DA3C7-1428-C9DD-63A1-AA5504B95F28}"/>
              </a:ext>
            </a:extLst>
          </p:cNvPr>
          <p:cNvSpPr>
            <a:spLocks noGrp="1"/>
          </p:cNvSpPr>
          <p:nvPr>
            <p:ph type="sldNum" sz="quarter" idx="12"/>
          </p:nvPr>
        </p:nvSpPr>
        <p:spPr/>
        <p:txBody>
          <a:bodyPr/>
          <a:lstStyle/>
          <a:p>
            <a:fld id="{385D5D7A-D385-40E3-A6D1-A19B0DEB2D55}" type="slidenum">
              <a:rPr lang="es-ES" smtClean="0"/>
              <a:t>‹Nº›</a:t>
            </a:fld>
            <a:endParaRPr lang="es-ES"/>
          </a:p>
        </p:txBody>
      </p:sp>
    </p:spTree>
    <p:extLst>
      <p:ext uri="{BB962C8B-B14F-4D97-AF65-F5344CB8AC3E}">
        <p14:creationId xmlns:p14="http://schemas.microsoft.com/office/powerpoint/2010/main" val="1111651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9CA824-5EAF-1A34-CAD4-845D3AF66C52}"/>
              </a:ext>
            </a:extLst>
          </p:cNvPr>
          <p:cNvSpPr>
            <a:spLocks noGrp="1"/>
          </p:cNvSpPr>
          <p:nvPr>
            <p:ph type="title"/>
          </p:nvPr>
        </p:nvSpPr>
        <p:spPr>
          <a:xfrm>
            <a:off x="629841" y="457200"/>
            <a:ext cx="2949178" cy="1600200"/>
          </a:xfrm>
        </p:spPr>
        <p:txBody>
          <a:bodyPr anchor="b"/>
          <a:lstStyle>
            <a:lvl1pPr>
              <a:defRPr sz="2400"/>
            </a:lvl1pPr>
          </a:lstStyle>
          <a:p>
            <a:r>
              <a:rPr lang="es-MX"/>
              <a:t>Haz clic para modificar el estilo de título del patrón</a:t>
            </a:r>
            <a:endParaRPr/>
          </a:p>
        </p:txBody>
      </p:sp>
      <p:sp>
        <p:nvSpPr>
          <p:cNvPr id="3" name="Marcador de posición de imagen 2">
            <a:extLst>
              <a:ext uri="{FF2B5EF4-FFF2-40B4-BE49-F238E27FC236}">
                <a16:creationId xmlns:a16="http://schemas.microsoft.com/office/drawing/2014/main" id="{C3816381-784C-6683-4991-C342DB00676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a:p>
        </p:txBody>
      </p:sp>
      <p:sp>
        <p:nvSpPr>
          <p:cNvPr id="4" name="Marcador de texto 3">
            <a:extLst>
              <a:ext uri="{FF2B5EF4-FFF2-40B4-BE49-F238E27FC236}">
                <a16:creationId xmlns:a16="http://schemas.microsoft.com/office/drawing/2014/main" id="{6FBDE4C7-4280-EA36-4C44-152EF4BACB6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BF171D27-3097-ADD2-03F4-F43FFFED66FA}"/>
              </a:ext>
            </a:extLst>
          </p:cNvPr>
          <p:cNvSpPr>
            <a:spLocks noGrp="1"/>
          </p:cNvSpPr>
          <p:nvPr>
            <p:ph type="dt" sz="half" idx="10"/>
          </p:nvPr>
        </p:nvSpPr>
        <p:spPr/>
        <p:txBody>
          <a:bodyPr/>
          <a:lstStyle/>
          <a:p>
            <a:fld id="{FD72BEB5-8A02-4EC5-A15E-5AFB848998E5}" type="datetimeFigureOut">
              <a:rPr lang="es-ES" smtClean="0"/>
              <a:t>26/7/25</a:t>
            </a:fld>
            <a:endParaRPr lang="es-ES"/>
          </a:p>
        </p:txBody>
      </p:sp>
      <p:sp>
        <p:nvSpPr>
          <p:cNvPr id="6" name="Marcador de pie de página 5">
            <a:extLst>
              <a:ext uri="{FF2B5EF4-FFF2-40B4-BE49-F238E27FC236}">
                <a16:creationId xmlns:a16="http://schemas.microsoft.com/office/drawing/2014/main" id="{45649CAB-32BD-FF03-C8EF-12A53B550DF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03E8E9A8-40B5-B4EC-F018-70D7C7B4F082}"/>
              </a:ext>
            </a:extLst>
          </p:cNvPr>
          <p:cNvSpPr>
            <a:spLocks noGrp="1"/>
          </p:cNvSpPr>
          <p:nvPr>
            <p:ph type="sldNum" sz="quarter" idx="12"/>
          </p:nvPr>
        </p:nvSpPr>
        <p:spPr/>
        <p:txBody>
          <a:bodyPr/>
          <a:lstStyle/>
          <a:p>
            <a:fld id="{385D5D7A-D385-40E3-A6D1-A19B0DEB2D55}" type="slidenum">
              <a:rPr lang="es-ES" smtClean="0"/>
              <a:t>‹Nº›</a:t>
            </a:fld>
            <a:endParaRPr lang="es-ES"/>
          </a:p>
        </p:txBody>
      </p:sp>
    </p:spTree>
    <p:extLst>
      <p:ext uri="{BB962C8B-B14F-4D97-AF65-F5344CB8AC3E}">
        <p14:creationId xmlns:p14="http://schemas.microsoft.com/office/powerpoint/2010/main" val="1140558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701A93-A06A-8B17-56B2-CEBE9CE701C7}"/>
              </a:ext>
            </a:extLst>
          </p:cNvPr>
          <p:cNvSpPr>
            <a:spLocks noGrp="1"/>
          </p:cNvSpPr>
          <p:nvPr>
            <p:ph type="title"/>
          </p:nvPr>
        </p:nvSpPr>
        <p:spPr/>
        <p:txBody>
          <a:bodyPr/>
          <a:lstStyle/>
          <a:p>
            <a:r>
              <a:rPr lang="es-MX"/>
              <a:t>Haz clic para modificar el estilo de título del patrón</a:t>
            </a:r>
            <a:endParaRPr/>
          </a:p>
        </p:txBody>
      </p:sp>
      <p:sp>
        <p:nvSpPr>
          <p:cNvPr id="3" name="Marcador de texto vertical 2">
            <a:extLst>
              <a:ext uri="{FF2B5EF4-FFF2-40B4-BE49-F238E27FC236}">
                <a16:creationId xmlns:a16="http://schemas.microsoft.com/office/drawing/2014/main" id="{25F49B23-0874-4D2B-78CC-616E5A851C6E}"/>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a:p>
        </p:txBody>
      </p:sp>
      <p:sp>
        <p:nvSpPr>
          <p:cNvPr id="4" name="Marcador de fecha 3">
            <a:extLst>
              <a:ext uri="{FF2B5EF4-FFF2-40B4-BE49-F238E27FC236}">
                <a16:creationId xmlns:a16="http://schemas.microsoft.com/office/drawing/2014/main" id="{8DADFD02-6420-A7FB-8C60-53EB4DD9B61F}"/>
              </a:ext>
            </a:extLst>
          </p:cNvPr>
          <p:cNvSpPr>
            <a:spLocks noGrp="1"/>
          </p:cNvSpPr>
          <p:nvPr>
            <p:ph type="dt" sz="half" idx="10"/>
          </p:nvPr>
        </p:nvSpPr>
        <p:spPr/>
        <p:txBody>
          <a:bodyPr/>
          <a:lstStyle/>
          <a:p>
            <a:fld id="{FD72BEB5-8A02-4EC5-A15E-5AFB848998E5}" type="datetimeFigureOut">
              <a:rPr lang="es-ES" smtClean="0"/>
              <a:t>26/7/25</a:t>
            </a:fld>
            <a:endParaRPr lang="es-ES"/>
          </a:p>
        </p:txBody>
      </p:sp>
      <p:sp>
        <p:nvSpPr>
          <p:cNvPr id="5" name="Marcador de pie de página 4">
            <a:extLst>
              <a:ext uri="{FF2B5EF4-FFF2-40B4-BE49-F238E27FC236}">
                <a16:creationId xmlns:a16="http://schemas.microsoft.com/office/drawing/2014/main" id="{5C395C5E-1BDC-3190-BCC0-E9B7F1A74E8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5D6BB59-A5EE-9D9E-4E90-F2DBE84EBB45}"/>
              </a:ext>
            </a:extLst>
          </p:cNvPr>
          <p:cNvSpPr>
            <a:spLocks noGrp="1"/>
          </p:cNvSpPr>
          <p:nvPr>
            <p:ph type="sldNum" sz="quarter" idx="12"/>
          </p:nvPr>
        </p:nvSpPr>
        <p:spPr/>
        <p:txBody>
          <a:bodyPr/>
          <a:lstStyle/>
          <a:p>
            <a:fld id="{385D5D7A-D385-40E3-A6D1-A19B0DEB2D55}" type="slidenum">
              <a:rPr lang="es-ES" smtClean="0"/>
              <a:t>‹Nº›</a:t>
            </a:fld>
            <a:endParaRPr lang="es-ES"/>
          </a:p>
        </p:txBody>
      </p:sp>
    </p:spTree>
    <p:extLst>
      <p:ext uri="{BB962C8B-B14F-4D97-AF65-F5344CB8AC3E}">
        <p14:creationId xmlns:p14="http://schemas.microsoft.com/office/powerpoint/2010/main" val="3544822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D1457E4-A048-F543-60AB-A0DDC7330124}"/>
              </a:ext>
            </a:extLst>
          </p:cNvPr>
          <p:cNvSpPr>
            <a:spLocks noGrp="1"/>
          </p:cNvSpPr>
          <p:nvPr>
            <p:ph type="title" orient="vert"/>
          </p:nvPr>
        </p:nvSpPr>
        <p:spPr>
          <a:xfrm>
            <a:off x="6543675" y="365125"/>
            <a:ext cx="1971675" cy="5811838"/>
          </a:xfrm>
        </p:spPr>
        <p:txBody>
          <a:bodyPr vert="eaVert"/>
          <a:lstStyle/>
          <a:p>
            <a:r>
              <a:rPr lang="es-MX"/>
              <a:t>Haz clic para modificar el estilo de título del patrón</a:t>
            </a:r>
            <a:endParaRPr/>
          </a:p>
        </p:txBody>
      </p:sp>
      <p:sp>
        <p:nvSpPr>
          <p:cNvPr id="3" name="Marcador de texto vertical 2">
            <a:extLst>
              <a:ext uri="{FF2B5EF4-FFF2-40B4-BE49-F238E27FC236}">
                <a16:creationId xmlns:a16="http://schemas.microsoft.com/office/drawing/2014/main" id="{D39886A6-5F1F-C222-E7FA-1B81DB3BCE6D}"/>
              </a:ext>
            </a:extLst>
          </p:cNvPr>
          <p:cNvSpPr>
            <a:spLocks noGrp="1"/>
          </p:cNvSpPr>
          <p:nvPr>
            <p:ph type="body" orient="vert" idx="1"/>
          </p:nvPr>
        </p:nvSpPr>
        <p:spPr>
          <a:xfrm>
            <a:off x="628650" y="365125"/>
            <a:ext cx="5800725"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a:p>
        </p:txBody>
      </p:sp>
      <p:sp>
        <p:nvSpPr>
          <p:cNvPr id="4" name="Marcador de fecha 3">
            <a:extLst>
              <a:ext uri="{FF2B5EF4-FFF2-40B4-BE49-F238E27FC236}">
                <a16:creationId xmlns:a16="http://schemas.microsoft.com/office/drawing/2014/main" id="{28BA0A07-4A76-B4CD-CBEE-05321D34578B}"/>
              </a:ext>
            </a:extLst>
          </p:cNvPr>
          <p:cNvSpPr>
            <a:spLocks noGrp="1"/>
          </p:cNvSpPr>
          <p:nvPr>
            <p:ph type="dt" sz="half" idx="10"/>
          </p:nvPr>
        </p:nvSpPr>
        <p:spPr/>
        <p:txBody>
          <a:bodyPr/>
          <a:lstStyle/>
          <a:p>
            <a:fld id="{FD72BEB5-8A02-4EC5-A15E-5AFB848998E5}" type="datetimeFigureOut">
              <a:rPr lang="es-ES" smtClean="0"/>
              <a:t>26/7/25</a:t>
            </a:fld>
            <a:endParaRPr lang="es-ES"/>
          </a:p>
        </p:txBody>
      </p:sp>
      <p:sp>
        <p:nvSpPr>
          <p:cNvPr id="5" name="Marcador de pie de página 4">
            <a:extLst>
              <a:ext uri="{FF2B5EF4-FFF2-40B4-BE49-F238E27FC236}">
                <a16:creationId xmlns:a16="http://schemas.microsoft.com/office/drawing/2014/main" id="{343F3504-0B5B-6518-0AD8-887507FA82F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478059D-CBEB-2B78-2C68-0805387EAD9B}"/>
              </a:ext>
            </a:extLst>
          </p:cNvPr>
          <p:cNvSpPr>
            <a:spLocks noGrp="1"/>
          </p:cNvSpPr>
          <p:nvPr>
            <p:ph type="sldNum" sz="quarter" idx="12"/>
          </p:nvPr>
        </p:nvSpPr>
        <p:spPr/>
        <p:txBody>
          <a:bodyPr/>
          <a:lstStyle/>
          <a:p>
            <a:fld id="{385D5D7A-D385-40E3-A6D1-A19B0DEB2D55}" type="slidenum">
              <a:rPr lang="es-ES" smtClean="0"/>
              <a:t>‹Nº›</a:t>
            </a:fld>
            <a:endParaRPr lang="es-ES"/>
          </a:p>
        </p:txBody>
      </p:sp>
    </p:spTree>
    <p:extLst>
      <p:ext uri="{BB962C8B-B14F-4D97-AF65-F5344CB8AC3E}">
        <p14:creationId xmlns:p14="http://schemas.microsoft.com/office/powerpoint/2010/main" val="1141022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A7D9F79-5921-8456-65ED-EB72CEB2DA1B}"/>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MX"/>
              <a:t>Haz clic para modificar el estilo de título del patrón</a:t>
            </a:r>
            <a:endParaRPr/>
          </a:p>
        </p:txBody>
      </p:sp>
      <p:sp>
        <p:nvSpPr>
          <p:cNvPr id="3" name="Marcador de texto 2">
            <a:extLst>
              <a:ext uri="{FF2B5EF4-FFF2-40B4-BE49-F238E27FC236}">
                <a16:creationId xmlns:a16="http://schemas.microsoft.com/office/drawing/2014/main" id="{99207E5F-7AC4-98B0-0ED1-BDA5071F8C3B}"/>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a:p>
        </p:txBody>
      </p:sp>
      <p:sp>
        <p:nvSpPr>
          <p:cNvPr id="4" name="Marcador de fecha 3">
            <a:extLst>
              <a:ext uri="{FF2B5EF4-FFF2-40B4-BE49-F238E27FC236}">
                <a16:creationId xmlns:a16="http://schemas.microsoft.com/office/drawing/2014/main" id="{190725C2-FD48-DE93-784E-FDC5C84ECE1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FD72BEB5-8A02-4EC5-A15E-5AFB848998E5}" type="datetimeFigureOut">
              <a:rPr lang="es-ES" smtClean="0"/>
              <a:t>26/7/25</a:t>
            </a:fld>
            <a:endParaRPr lang="es-ES"/>
          </a:p>
        </p:txBody>
      </p:sp>
      <p:sp>
        <p:nvSpPr>
          <p:cNvPr id="5" name="Marcador de pie de página 4">
            <a:extLst>
              <a:ext uri="{FF2B5EF4-FFF2-40B4-BE49-F238E27FC236}">
                <a16:creationId xmlns:a16="http://schemas.microsoft.com/office/drawing/2014/main" id="{559A48B3-DA8A-A0AB-B8D2-3F87EE93E0D6}"/>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08F954E2-4781-107A-F858-A4F17025B4C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385D5D7A-D385-40E3-A6D1-A19B0DEB2D55}" type="slidenum">
              <a:rPr lang="es-ES" smtClean="0"/>
              <a:t>‹Nº›</a:t>
            </a:fld>
            <a:endParaRPr lang="es-ES"/>
          </a:p>
        </p:txBody>
      </p:sp>
    </p:spTree>
    <p:extLst>
      <p:ext uri="{BB962C8B-B14F-4D97-AF65-F5344CB8AC3E}">
        <p14:creationId xmlns:p14="http://schemas.microsoft.com/office/powerpoint/2010/main" val="748251426"/>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C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gi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5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6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8" Type="http://schemas.openxmlformats.org/officeDocument/2006/relationships/diagramLayout" Target="../diagrams/layout3.xml"/><Relationship Id="rId13" Type="http://schemas.openxmlformats.org/officeDocument/2006/relationships/diagramLayout" Target="../diagrams/layout4.xml"/><Relationship Id="rId18" Type="http://schemas.openxmlformats.org/officeDocument/2006/relationships/diagramLayout" Target="../diagrams/layout5.xml"/><Relationship Id="rId3" Type="http://schemas.openxmlformats.org/officeDocument/2006/relationships/diagramLayout" Target="../diagrams/layout2.xml"/><Relationship Id="rId21" Type="http://schemas.microsoft.com/office/2007/relationships/diagramDrawing" Target="../diagrams/drawing5.xml"/><Relationship Id="rId7" Type="http://schemas.openxmlformats.org/officeDocument/2006/relationships/diagramData" Target="../diagrams/data3.xml"/><Relationship Id="rId12" Type="http://schemas.openxmlformats.org/officeDocument/2006/relationships/diagramData" Target="../diagrams/data4.xml"/><Relationship Id="rId17" Type="http://schemas.openxmlformats.org/officeDocument/2006/relationships/diagramData" Target="../diagrams/data5.xml"/><Relationship Id="rId2" Type="http://schemas.openxmlformats.org/officeDocument/2006/relationships/diagramData" Target="../diagrams/data2.xml"/><Relationship Id="rId16" Type="http://schemas.microsoft.com/office/2007/relationships/diagramDrawing" Target="../diagrams/drawing4.xml"/><Relationship Id="rId20" Type="http://schemas.openxmlformats.org/officeDocument/2006/relationships/diagramColors" Target="../diagrams/colors5.xml"/><Relationship Id="rId1" Type="http://schemas.openxmlformats.org/officeDocument/2006/relationships/slideLayout" Target="../slideLayouts/slideLayout2.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5" Type="http://schemas.openxmlformats.org/officeDocument/2006/relationships/diagramColors" Target="../diagrams/colors4.xml"/><Relationship Id="rId10" Type="http://schemas.openxmlformats.org/officeDocument/2006/relationships/diagramColors" Target="../diagrams/colors3.xml"/><Relationship Id="rId19" Type="http://schemas.openxmlformats.org/officeDocument/2006/relationships/diagramQuickStyle" Target="../diagrams/quickStyle5.xml"/><Relationship Id="rId4" Type="http://schemas.openxmlformats.org/officeDocument/2006/relationships/diagramQuickStyle" Target="../diagrams/quickStyle2.xml"/><Relationship Id="rId9" Type="http://schemas.openxmlformats.org/officeDocument/2006/relationships/diagramQuickStyle" Target="../diagrams/quickStyle3.xml"/><Relationship Id="rId14" Type="http://schemas.openxmlformats.org/officeDocument/2006/relationships/diagramQuickStyle" Target="../diagrams/quickStyle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20.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8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6.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oleObject" Target="../embeddings/oleObject3.bin"/></Relationships>
</file>

<file path=ppt/slides/_rels/slide8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oleObject" Target="../embeddings/oleObject3.bin"/></Relationships>
</file>

<file path=ppt/slides/_rels/slide8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11.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10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s-CL" sz="4800" dirty="0"/>
              <a:t>Procesamiento de señales y aprendizaje de máquinas en mantenimiento predictivo</a:t>
            </a:r>
            <a:endParaRPr lang="es-ES" sz="4800" dirty="0"/>
          </a:p>
        </p:txBody>
      </p:sp>
      <p:sp>
        <p:nvSpPr>
          <p:cNvPr id="3" name="Subtitle 2"/>
          <p:cNvSpPr>
            <a:spLocks noGrp="1"/>
          </p:cNvSpPr>
          <p:nvPr>
            <p:ph type="subTitle" idx="1"/>
          </p:nvPr>
        </p:nvSpPr>
        <p:spPr/>
        <p:txBody>
          <a:bodyPr>
            <a:normAutofit/>
          </a:bodyPr>
          <a:lstStyle/>
          <a:p>
            <a:r>
              <a:rPr lang="es-ES" dirty="0"/>
              <a:t>Profesor: Dr. (c) Raymi Vásquez</a:t>
            </a:r>
          </a:p>
          <a:p>
            <a:r>
              <a:rPr lang="es-ES" dirty="0"/>
              <a:t>Apuntes: Dra. Viviana </a:t>
            </a:r>
            <a:r>
              <a:rPr lang="es-ES" dirty="0" err="1"/>
              <a:t>Meruane</a:t>
            </a:r>
            <a:r>
              <a:rPr lang="es-ES" dirty="0"/>
              <a:t> N.</a:t>
            </a:r>
          </a:p>
          <a:p>
            <a:endParaRPr lang="es-ES" dirty="0"/>
          </a:p>
          <a:p>
            <a:r>
              <a:rPr lang="es-ES" dirty="0"/>
              <a:t>Fundamentos de aprendizaje de maquinas</a:t>
            </a:r>
          </a:p>
        </p:txBody>
      </p:sp>
    </p:spTree>
    <p:extLst>
      <p:ext uri="{BB962C8B-B14F-4D97-AF65-F5344CB8AC3E}">
        <p14:creationId xmlns:p14="http://schemas.microsoft.com/office/powerpoint/2010/main" val="1293303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Aprendizaje de máquinas</a:t>
            </a:r>
            <a:endParaRPr lang="en-US" dirty="0"/>
          </a:p>
        </p:txBody>
      </p:sp>
      <p:sp>
        <p:nvSpPr>
          <p:cNvPr id="4" name="Marcador de número de diapositiva 3"/>
          <p:cNvSpPr>
            <a:spLocks noGrp="1"/>
          </p:cNvSpPr>
          <p:nvPr>
            <p:ph type="sldNum" sz="quarter" idx="12"/>
          </p:nvPr>
        </p:nvSpPr>
        <p:spPr/>
        <p:txBody>
          <a:bodyPr/>
          <a:lstStyle/>
          <a:p>
            <a:fld id="{ED3C9F24-97CD-894E-963C-61E4D5D33747}" type="slidenum">
              <a:rPr lang="es-ES_tradnl" smtClean="0"/>
              <a:t>2</a:t>
            </a:fld>
            <a:endParaRPr lang="es-ES_tradnl"/>
          </a:p>
        </p:txBody>
      </p:sp>
      <p:sp>
        <p:nvSpPr>
          <p:cNvPr id="6" name="Rectángulo redondeado 5"/>
          <p:cNvSpPr/>
          <p:nvPr/>
        </p:nvSpPr>
        <p:spPr>
          <a:xfrm>
            <a:off x="2967643" y="1928553"/>
            <a:ext cx="5045825" cy="3624349"/>
          </a:xfrm>
          <a:prstGeom prst="roundRect">
            <a:avLst/>
          </a:prstGeom>
          <a:solidFill>
            <a:srgbClr val="164193"/>
          </a:solidFill>
          <a:ln>
            <a:solidFill>
              <a:srgbClr val="164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dirty="0">
                <a:solidFill>
                  <a:srgbClr val="FAFAFA"/>
                </a:solidFill>
              </a:rPr>
              <a:t>El </a:t>
            </a:r>
            <a:r>
              <a:rPr lang="es-ES" b="1" dirty="0">
                <a:solidFill>
                  <a:srgbClr val="FAFAFA"/>
                </a:solidFill>
              </a:rPr>
              <a:t>Aprendizaje de máquinas </a:t>
            </a:r>
            <a:r>
              <a:rPr lang="es-ES" dirty="0">
                <a:solidFill>
                  <a:srgbClr val="FAFAFA"/>
                </a:solidFill>
              </a:rPr>
              <a:t>(en ingles, machine </a:t>
            </a:r>
            <a:r>
              <a:rPr lang="es-ES" dirty="0" err="1">
                <a:solidFill>
                  <a:srgbClr val="FAFAFA"/>
                </a:solidFill>
              </a:rPr>
              <a:t>learning</a:t>
            </a:r>
            <a:r>
              <a:rPr lang="es-ES" dirty="0">
                <a:solidFill>
                  <a:srgbClr val="FAFAFA"/>
                </a:solidFill>
              </a:rPr>
              <a:t>) es la rama de la Inteligencia Artificial que tiene como objetivo desarrollar técnicas que permitan a las computadoras aprender. </a:t>
            </a:r>
          </a:p>
          <a:p>
            <a:pPr algn="just"/>
            <a:endParaRPr lang="es-ES" dirty="0">
              <a:solidFill>
                <a:srgbClr val="FAFAFA"/>
              </a:solidFill>
            </a:endParaRPr>
          </a:p>
          <a:p>
            <a:pPr algn="just"/>
            <a:r>
              <a:rPr lang="es-ES" dirty="0">
                <a:solidFill>
                  <a:srgbClr val="FAFAFA"/>
                </a:solidFill>
              </a:rPr>
              <a:t>De forma más concreta, se trata de crear algoritmos capaces de generalizar comportamientos y reconocer patrones a partir de una información suministrada en forma de ejemplos.</a:t>
            </a:r>
            <a:endParaRPr lang="en-US" dirty="0">
              <a:solidFill>
                <a:srgbClr val="FAFAFA"/>
              </a:solidFill>
            </a:endParaRPr>
          </a:p>
        </p:txBody>
      </p:sp>
      <p:pic>
        <p:nvPicPr>
          <p:cNvPr id="14338" name="Picture 2" descr="http://3.bp.blogspot.com/-u7Fkk8haI40/TuOkKrTbbWI/AAAAAAAADUU/Hsib8G7daYA/s1600/ml-robot.png"/>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3526" b="99244" l="2326" r="98547"/>
                    </a14:imgEffect>
                  </a14:imgLayer>
                </a14:imgProps>
              </a:ext>
              <a:ext uri="{28A0092B-C50C-407E-A947-70E740481C1C}">
                <a14:useLocalDpi xmlns:a14="http://schemas.microsoft.com/office/drawing/2010/main" val="0"/>
              </a:ext>
            </a:extLst>
          </a:blip>
          <a:srcRect/>
          <a:stretch>
            <a:fillRect/>
          </a:stretch>
        </p:blipFill>
        <p:spPr bwMode="auto">
          <a:xfrm>
            <a:off x="628650" y="2373962"/>
            <a:ext cx="2039735" cy="2353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340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Aprendizaje de máquinas</a:t>
            </a:r>
            <a:endParaRPr lang="en-US" dirty="0"/>
          </a:p>
        </p:txBody>
      </p:sp>
      <p:sp>
        <p:nvSpPr>
          <p:cNvPr id="3" name="Marcador de contenido 2"/>
          <p:cNvSpPr>
            <a:spLocks noGrp="1"/>
          </p:cNvSpPr>
          <p:nvPr>
            <p:ph idx="1"/>
          </p:nvPr>
        </p:nvSpPr>
        <p:spPr/>
        <p:txBody>
          <a:bodyPr/>
          <a:lstStyle/>
          <a:p>
            <a:pPr marL="0" indent="0" algn="just">
              <a:buNone/>
            </a:pPr>
            <a:r>
              <a:rPr lang="es-CL" dirty="0"/>
              <a:t>Los algoritmos de aprendizaje de máquinas se clasifican según el tipo:</a:t>
            </a:r>
          </a:p>
          <a:p>
            <a:pPr lvl="1"/>
            <a:r>
              <a:rPr lang="es-CL" sz="2400" dirty="0"/>
              <a:t>Algoritmos para detección de anomalías y/o novedades</a:t>
            </a:r>
          </a:p>
          <a:p>
            <a:pPr lvl="1"/>
            <a:r>
              <a:rPr lang="es-CL" sz="2400" dirty="0"/>
              <a:t>Algoritmos de clasificación</a:t>
            </a:r>
          </a:p>
          <a:p>
            <a:pPr lvl="1"/>
            <a:r>
              <a:rPr lang="es-CL" sz="2400" dirty="0"/>
              <a:t>Algoritmos de regresión</a:t>
            </a:r>
          </a:p>
          <a:p>
            <a:pPr lvl="1"/>
            <a:r>
              <a:rPr lang="es-CL" sz="2400" dirty="0"/>
              <a:t>Algoritmos de </a:t>
            </a:r>
            <a:r>
              <a:rPr lang="es-ES" sz="2400" dirty="0"/>
              <a:t>agrupamiento</a:t>
            </a:r>
            <a:endParaRPr lang="es-CL" sz="2400" dirty="0"/>
          </a:p>
          <a:p>
            <a:pPr algn="just"/>
            <a:endParaRPr lang="en-US" dirty="0"/>
          </a:p>
        </p:txBody>
      </p:sp>
      <p:sp>
        <p:nvSpPr>
          <p:cNvPr id="4" name="Marcador de número de diapositiva 3"/>
          <p:cNvSpPr>
            <a:spLocks noGrp="1"/>
          </p:cNvSpPr>
          <p:nvPr>
            <p:ph type="sldNum" sz="quarter" idx="12"/>
          </p:nvPr>
        </p:nvSpPr>
        <p:spPr/>
        <p:txBody>
          <a:bodyPr/>
          <a:lstStyle/>
          <a:p>
            <a:fld id="{ED3C9F24-97CD-894E-963C-61E4D5D33747}" type="slidenum">
              <a:rPr lang="es-ES_tradnl" smtClean="0"/>
              <a:t>3</a:t>
            </a:fld>
            <a:endParaRPr lang="es-ES_tradnl"/>
          </a:p>
        </p:txBody>
      </p:sp>
      <p:pic>
        <p:nvPicPr>
          <p:cNvPr id="5" name="Picture 2" descr="Resultado de imagen para machine learning">
            <a:extLst>
              <a:ext uri="{FF2B5EF4-FFF2-40B4-BE49-F238E27FC236}">
                <a16:creationId xmlns:a16="http://schemas.microsoft.com/office/drawing/2014/main" id="{DDE544AE-5794-4452-B59B-FF33A3B9563F}"/>
              </a:ext>
            </a:extLst>
          </p:cNvPr>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ackgroundRemoval t="12007" b="86621" l="13387" r="88101"/>
                    </a14:imgEffect>
                  </a14:imgLayer>
                </a14:imgProps>
              </a:ext>
              <a:ext uri="{28A0092B-C50C-407E-A947-70E740481C1C}">
                <a14:useLocalDpi xmlns:a14="http://schemas.microsoft.com/office/drawing/2010/main" val="0"/>
              </a:ext>
            </a:extLst>
          </a:blip>
          <a:srcRect l="13327" t="11201" r="4353" b="11504"/>
          <a:stretch/>
        </p:blipFill>
        <p:spPr bwMode="auto">
          <a:xfrm>
            <a:off x="3523250" y="4167051"/>
            <a:ext cx="2528760" cy="1584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3373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Detección de anomalías y/o novedades</a:t>
            </a:r>
            <a:endParaRPr lang="en-US" dirty="0"/>
          </a:p>
        </p:txBody>
      </p:sp>
      <p:sp>
        <p:nvSpPr>
          <p:cNvPr id="3" name="Marcador de contenido 2"/>
          <p:cNvSpPr>
            <a:spLocks noGrp="1"/>
          </p:cNvSpPr>
          <p:nvPr>
            <p:ph idx="1"/>
          </p:nvPr>
        </p:nvSpPr>
        <p:spPr/>
        <p:txBody>
          <a:bodyPr/>
          <a:lstStyle/>
          <a:p>
            <a:pPr marL="0" indent="0" algn="just">
              <a:spcBef>
                <a:spcPts val="600"/>
              </a:spcBef>
              <a:buNone/>
            </a:pPr>
            <a:r>
              <a:rPr lang="es-ES" dirty="0"/>
              <a:t>Un grupo de técnicas utilizadas para identificar comportamientos inusuales que no cumplen con el patrón esperado:</a:t>
            </a:r>
          </a:p>
          <a:p>
            <a:pPr algn="just">
              <a:spcBef>
                <a:spcPts val="600"/>
              </a:spcBef>
            </a:pPr>
            <a:r>
              <a:rPr lang="es-ES" dirty="0"/>
              <a:t>Detección de anomalías: Datos están contaminados con anomalías.</a:t>
            </a:r>
          </a:p>
          <a:p>
            <a:pPr>
              <a:spcBef>
                <a:spcPts val="600"/>
              </a:spcBef>
            </a:pPr>
            <a:r>
              <a:rPr lang="es-ES" dirty="0"/>
              <a:t>Detección de novedades: Solo se cuenta con datos normales para entrenar.</a:t>
            </a:r>
          </a:p>
          <a:p>
            <a:pPr marL="0" indent="0" algn="just">
              <a:buNone/>
            </a:pPr>
            <a:endParaRPr lang="en-US" dirty="0"/>
          </a:p>
        </p:txBody>
      </p:sp>
      <p:sp>
        <p:nvSpPr>
          <p:cNvPr id="4" name="Marcador de número de diapositiva 3"/>
          <p:cNvSpPr>
            <a:spLocks noGrp="1"/>
          </p:cNvSpPr>
          <p:nvPr>
            <p:ph type="sldNum" sz="quarter" idx="12"/>
          </p:nvPr>
        </p:nvSpPr>
        <p:spPr/>
        <p:txBody>
          <a:bodyPr/>
          <a:lstStyle/>
          <a:p>
            <a:fld id="{ED3C9F24-97CD-894E-963C-61E4D5D33747}" type="slidenum">
              <a:rPr lang="es-ES_tradnl" smtClean="0"/>
              <a:t>4</a:t>
            </a:fld>
            <a:endParaRPr lang="es-ES_tradnl"/>
          </a:p>
        </p:txBody>
      </p:sp>
      <p:grpSp>
        <p:nvGrpSpPr>
          <p:cNvPr id="7" name="Grupo 6"/>
          <p:cNvGrpSpPr/>
          <p:nvPr/>
        </p:nvGrpSpPr>
        <p:grpSpPr>
          <a:xfrm>
            <a:off x="792000" y="4217335"/>
            <a:ext cx="7560000" cy="1717496"/>
            <a:chOff x="711780" y="4594403"/>
            <a:chExt cx="7560000" cy="1717496"/>
          </a:xfrm>
        </p:grpSpPr>
        <p:pic>
          <p:nvPicPr>
            <p:cNvPr id="15362" name="Picture 2" descr="http://amid.fish/images/simple_anomaly.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1780" y="4594404"/>
              <a:ext cx="2520000" cy="1717495"/>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http://amid.fish/images/harder_anomaly.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31780" y="4594403"/>
              <a:ext cx="2520000" cy="1717496"/>
            </a:xfrm>
            <a:prstGeom prst="rect">
              <a:avLst/>
            </a:prstGeom>
            <a:noFill/>
            <a:extLst>
              <a:ext uri="{909E8E84-426E-40DD-AFC4-6F175D3DCCD1}">
                <a14:hiddenFill xmlns:a14="http://schemas.microsoft.com/office/drawing/2010/main">
                  <a:solidFill>
                    <a:srgbClr val="FFFFFF"/>
                  </a:solidFill>
                </a14:hiddenFill>
              </a:ext>
            </a:extLst>
          </p:spPr>
        </p:pic>
        <p:pic>
          <p:nvPicPr>
            <p:cNvPr id="15366" name="Picture 6" descr="http://amid.fish/images/really_hard_anomaly.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51780" y="4594404"/>
              <a:ext cx="2520000" cy="171749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010830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Algoritmos de clasificación</a:t>
            </a:r>
            <a:endParaRPr lang="en-US" dirty="0"/>
          </a:p>
        </p:txBody>
      </p:sp>
      <p:sp>
        <p:nvSpPr>
          <p:cNvPr id="3" name="Marcador de contenido 2"/>
          <p:cNvSpPr>
            <a:spLocks noGrp="1"/>
          </p:cNvSpPr>
          <p:nvPr>
            <p:ph idx="1"/>
          </p:nvPr>
        </p:nvSpPr>
        <p:spPr/>
        <p:txBody>
          <a:bodyPr/>
          <a:lstStyle/>
          <a:p>
            <a:pPr marL="0" indent="0" algn="just">
              <a:buNone/>
            </a:pPr>
            <a:r>
              <a:rPr lang="es-CL" dirty="0"/>
              <a:t>Un problema de clasificación busca encontrar un </a:t>
            </a:r>
            <a:r>
              <a:rPr lang="es-CL" b="1" dirty="0"/>
              <a:t>modelo </a:t>
            </a:r>
            <a:r>
              <a:rPr lang="es-CL" dirty="0"/>
              <a:t>capaz de </a:t>
            </a:r>
            <a:r>
              <a:rPr lang="es-CL" b="1" dirty="0"/>
              <a:t>identificar</a:t>
            </a:r>
            <a:r>
              <a:rPr lang="es-CL" dirty="0"/>
              <a:t> automáticamente para cada </a:t>
            </a:r>
            <a:r>
              <a:rPr lang="es-CL" b="1" dirty="0"/>
              <a:t>objeto</a:t>
            </a:r>
            <a:r>
              <a:rPr lang="es-CL" dirty="0"/>
              <a:t> la </a:t>
            </a:r>
            <a:r>
              <a:rPr lang="es-CL" b="1" dirty="0"/>
              <a:t>clase</a:t>
            </a:r>
            <a:r>
              <a:rPr lang="es-CL" dirty="0"/>
              <a:t> a la cual pertenecen.</a:t>
            </a:r>
          </a:p>
        </p:txBody>
      </p:sp>
      <p:sp>
        <p:nvSpPr>
          <p:cNvPr id="4" name="Marcador de número de diapositiva 3"/>
          <p:cNvSpPr>
            <a:spLocks noGrp="1"/>
          </p:cNvSpPr>
          <p:nvPr>
            <p:ph type="sldNum" sz="quarter" idx="12"/>
          </p:nvPr>
        </p:nvSpPr>
        <p:spPr/>
        <p:txBody>
          <a:bodyPr/>
          <a:lstStyle/>
          <a:p>
            <a:fld id="{ED3C9F24-97CD-894E-963C-61E4D5D33747}" type="slidenum">
              <a:rPr lang="es-ES_tradnl" smtClean="0"/>
              <a:t>5</a:t>
            </a:fld>
            <a:endParaRPr lang="es-ES_tradnl"/>
          </a:p>
        </p:txBody>
      </p:sp>
      <p:grpSp>
        <p:nvGrpSpPr>
          <p:cNvPr id="13" name="Grupo 12"/>
          <p:cNvGrpSpPr/>
          <p:nvPr/>
        </p:nvGrpSpPr>
        <p:grpSpPr>
          <a:xfrm>
            <a:off x="2751513" y="2719754"/>
            <a:ext cx="3640974" cy="3063184"/>
            <a:chOff x="1005841" y="3475729"/>
            <a:chExt cx="3640974" cy="3063184"/>
          </a:xfrm>
        </p:grpSpPr>
        <p:pic>
          <p:nvPicPr>
            <p:cNvPr id="14" name="Picture 2" descr="Resultado de imagen para manzanas podridas"/>
            <p:cNvPicPr>
              <a:picLocks noChangeAspect="1" noChangeArrowheads="1"/>
            </p:cNvPicPr>
            <p:nvPr/>
          </p:nvPicPr>
          <p:blipFill rotWithShape="1">
            <a:blip r:embed="rId2">
              <a:extLst>
                <a:ext uri="{28A0092B-C50C-407E-A947-70E740481C1C}">
                  <a14:useLocalDpi xmlns:a14="http://schemas.microsoft.com/office/drawing/2010/main" val="0"/>
                </a:ext>
              </a:extLst>
            </a:blip>
            <a:srcRect l="51502" t="-954" b="16123"/>
            <a:stretch/>
          </p:blipFill>
          <p:spPr bwMode="auto">
            <a:xfrm>
              <a:off x="1005841" y="3475729"/>
              <a:ext cx="1270346" cy="147865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Resultado de imagen para manzanas podridas"/>
            <p:cNvPicPr>
              <a:picLocks noChangeAspect="1" noChangeArrowheads="1"/>
            </p:cNvPicPr>
            <p:nvPr/>
          </p:nvPicPr>
          <p:blipFill rotWithShape="1">
            <a:blip r:embed="rId2">
              <a:extLst>
                <a:ext uri="{28A0092B-C50C-407E-A947-70E740481C1C}">
                  <a14:useLocalDpi xmlns:a14="http://schemas.microsoft.com/office/drawing/2010/main" val="0"/>
                </a:ext>
              </a:extLst>
            </a:blip>
            <a:srcRect l="4110" r="48922" b="13250"/>
            <a:stretch/>
          </p:blipFill>
          <p:spPr bwMode="auto">
            <a:xfrm>
              <a:off x="1005841" y="5026805"/>
              <a:ext cx="1230284" cy="1512108"/>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p:cNvSpPr/>
            <p:nvPr/>
          </p:nvSpPr>
          <p:spPr>
            <a:xfrm>
              <a:off x="3084022" y="3990613"/>
              <a:ext cx="1562793" cy="44888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a:solidFill>
                    <a:schemeClr val="tx1"/>
                  </a:solidFill>
                </a:rPr>
                <a:t>Buen estado</a:t>
              </a:r>
              <a:endParaRPr lang="en-US" dirty="0">
                <a:solidFill>
                  <a:schemeClr val="tx1"/>
                </a:solidFill>
              </a:endParaRPr>
            </a:p>
          </p:txBody>
        </p:sp>
        <p:sp>
          <p:nvSpPr>
            <p:cNvPr id="17" name="Rectángulo 16"/>
            <p:cNvSpPr/>
            <p:nvPr/>
          </p:nvSpPr>
          <p:spPr>
            <a:xfrm>
              <a:off x="3084022" y="5558415"/>
              <a:ext cx="1562793" cy="44888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a:solidFill>
                    <a:schemeClr val="tx1"/>
                  </a:solidFill>
                </a:rPr>
                <a:t>Mal estado</a:t>
              </a:r>
              <a:endParaRPr lang="en-US" dirty="0">
                <a:solidFill>
                  <a:schemeClr val="tx1"/>
                </a:solidFill>
              </a:endParaRPr>
            </a:p>
          </p:txBody>
        </p:sp>
        <p:cxnSp>
          <p:nvCxnSpPr>
            <p:cNvPr id="18" name="Conector recto de flecha 17"/>
            <p:cNvCxnSpPr/>
            <p:nvPr/>
          </p:nvCxnSpPr>
          <p:spPr>
            <a:xfrm>
              <a:off x="2377440" y="4215056"/>
              <a:ext cx="631767"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p:cNvCxnSpPr/>
            <p:nvPr/>
          </p:nvCxnSpPr>
          <p:spPr>
            <a:xfrm>
              <a:off x="2377439" y="5782858"/>
              <a:ext cx="631767"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20032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Algoritmos de regresión</a:t>
            </a:r>
            <a:endParaRPr lang="en-US" dirty="0"/>
          </a:p>
        </p:txBody>
      </p:sp>
      <p:sp>
        <p:nvSpPr>
          <p:cNvPr id="3" name="Marcador de contenido 2"/>
          <p:cNvSpPr>
            <a:spLocks noGrp="1"/>
          </p:cNvSpPr>
          <p:nvPr>
            <p:ph idx="1"/>
          </p:nvPr>
        </p:nvSpPr>
        <p:spPr/>
        <p:txBody>
          <a:bodyPr/>
          <a:lstStyle/>
          <a:p>
            <a:pPr marL="0" indent="0" algn="just">
              <a:buNone/>
            </a:pPr>
            <a:r>
              <a:rPr lang="es-ES" dirty="0"/>
              <a:t>Los algoritmos de regresión consisten en un conjunto de métodos que nos permiten </a:t>
            </a:r>
            <a:r>
              <a:rPr lang="es-ES" b="1" dirty="0"/>
              <a:t>predecir</a:t>
            </a:r>
            <a:r>
              <a:rPr lang="es-ES" dirty="0"/>
              <a:t> el valor de una o varias </a:t>
            </a:r>
            <a:r>
              <a:rPr lang="es-ES" b="1" dirty="0"/>
              <a:t>variables continuas </a:t>
            </a:r>
            <a:r>
              <a:rPr lang="es-ES" dirty="0"/>
              <a:t>basada en el valor de una o varias variables </a:t>
            </a:r>
            <a:r>
              <a:rPr lang="es-ES" dirty="0" err="1"/>
              <a:t>predictoras</a:t>
            </a:r>
            <a:r>
              <a:rPr lang="es-ES" dirty="0"/>
              <a:t>.</a:t>
            </a:r>
            <a:endParaRPr lang="en-US" dirty="0"/>
          </a:p>
        </p:txBody>
      </p:sp>
      <p:sp>
        <p:nvSpPr>
          <p:cNvPr id="4" name="Marcador de número de diapositiva 3"/>
          <p:cNvSpPr>
            <a:spLocks noGrp="1"/>
          </p:cNvSpPr>
          <p:nvPr>
            <p:ph type="sldNum" sz="quarter" idx="12"/>
          </p:nvPr>
        </p:nvSpPr>
        <p:spPr/>
        <p:txBody>
          <a:bodyPr/>
          <a:lstStyle/>
          <a:p>
            <a:fld id="{ED3C9F24-97CD-894E-963C-61E4D5D33747}" type="slidenum">
              <a:rPr lang="es-ES_tradnl" smtClean="0"/>
              <a:t>6</a:t>
            </a:fld>
            <a:endParaRPr lang="es-ES_tradnl"/>
          </a:p>
        </p:txBody>
      </p:sp>
      <p:pic>
        <p:nvPicPr>
          <p:cNvPr id="19458" name="Picture 2" descr="Resultado de imagen para regression"/>
          <p:cNvPicPr>
            <a:picLocks noChangeAspect="1" noChangeArrowheads="1"/>
          </p:cNvPicPr>
          <p:nvPr/>
        </p:nvPicPr>
        <p:blipFill rotWithShape="1">
          <a:blip r:embed="rId2">
            <a:extLst>
              <a:ext uri="{28A0092B-C50C-407E-A947-70E740481C1C}">
                <a14:useLocalDpi xmlns:a14="http://schemas.microsoft.com/office/drawing/2010/main" val="0"/>
              </a:ext>
            </a:extLst>
          </a:blip>
          <a:srcRect t="10732" b="10526"/>
          <a:stretch/>
        </p:blipFill>
        <p:spPr bwMode="auto">
          <a:xfrm>
            <a:off x="1103225" y="3599411"/>
            <a:ext cx="6553200" cy="19950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4350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Algoritmos de </a:t>
            </a:r>
            <a:r>
              <a:rPr lang="es-ES" dirty="0"/>
              <a:t>agrupamiento</a:t>
            </a:r>
            <a:endParaRPr lang="en-US" dirty="0"/>
          </a:p>
        </p:txBody>
      </p:sp>
      <p:sp>
        <p:nvSpPr>
          <p:cNvPr id="3" name="Marcador de contenido 2"/>
          <p:cNvSpPr>
            <a:spLocks noGrp="1"/>
          </p:cNvSpPr>
          <p:nvPr>
            <p:ph idx="1"/>
          </p:nvPr>
        </p:nvSpPr>
        <p:spPr/>
        <p:txBody>
          <a:bodyPr/>
          <a:lstStyle/>
          <a:p>
            <a:pPr marL="0" indent="0" algn="just">
              <a:buNone/>
            </a:pPr>
            <a:r>
              <a:rPr lang="es-ES" dirty="0"/>
              <a:t>Un algoritmo de agrupamiento (en inglés, </a:t>
            </a:r>
            <a:r>
              <a:rPr lang="es-ES" dirty="0" err="1"/>
              <a:t>clustering</a:t>
            </a:r>
            <a:r>
              <a:rPr lang="es-ES" dirty="0"/>
              <a:t>) es un </a:t>
            </a:r>
            <a:r>
              <a:rPr lang="es-ES" b="1" dirty="0"/>
              <a:t>procedimiento de agrupación </a:t>
            </a:r>
            <a:r>
              <a:rPr lang="es-ES" dirty="0"/>
              <a:t>de una serie de datos de acuerdo con un </a:t>
            </a:r>
            <a:r>
              <a:rPr lang="es-ES" b="1" dirty="0"/>
              <a:t>criterio</a:t>
            </a:r>
            <a:r>
              <a:rPr lang="es-ES" dirty="0"/>
              <a:t> usualmente de </a:t>
            </a:r>
            <a:r>
              <a:rPr lang="es-ES" b="1" dirty="0"/>
              <a:t>distancia o similitud</a:t>
            </a:r>
            <a:r>
              <a:rPr lang="es-ES" dirty="0"/>
              <a:t>.</a:t>
            </a:r>
            <a:endParaRPr lang="en-US" dirty="0"/>
          </a:p>
        </p:txBody>
      </p:sp>
      <p:sp>
        <p:nvSpPr>
          <p:cNvPr id="4" name="Marcador de número de diapositiva 3"/>
          <p:cNvSpPr>
            <a:spLocks noGrp="1"/>
          </p:cNvSpPr>
          <p:nvPr>
            <p:ph type="sldNum" sz="quarter" idx="12"/>
          </p:nvPr>
        </p:nvSpPr>
        <p:spPr/>
        <p:txBody>
          <a:bodyPr/>
          <a:lstStyle/>
          <a:p>
            <a:fld id="{ED3C9F24-97CD-894E-963C-61E4D5D33747}" type="slidenum">
              <a:rPr lang="es-ES_tradnl" smtClean="0"/>
              <a:t>7</a:t>
            </a:fld>
            <a:endParaRPr lang="es-ES_tradnl"/>
          </a:p>
        </p:txBody>
      </p:sp>
      <p:pic>
        <p:nvPicPr>
          <p:cNvPr id="7" name="Imagen 6"/>
          <p:cNvPicPr>
            <a:picLocks noChangeAspect="1"/>
          </p:cNvPicPr>
          <p:nvPr/>
        </p:nvPicPr>
        <p:blipFill>
          <a:blip r:embed="rId2"/>
          <a:stretch>
            <a:fillRect/>
          </a:stretch>
        </p:blipFill>
        <p:spPr>
          <a:xfrm>
            <a:off x="2615093" y="2666846"/>
            <a:ext cx="3913813" cy="3112740"/>
          </a:xfrm>
          <a:prstGeom prst="rect">
            <a:avLst/>
          </a:prstGeom>
        </p:spPr>
      </p:pic>
    </p:spTree>
    <p:extLst>
      <p:ext uri="{BB962C8B-B14F-4D97-AF65-F5344CB8AC3E}">
        <p14:creationId xmlns:p14="http://schemas.microsoft.com/office/powerpoint/2010/main" val="2799913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Método de aprendizaje</a:t>
            </a:r>
            <a:endParaRPr lang="en-US" dirty="0"/>
          </a:p>
        </p:txBody>
      </p:sp>
      <p:sp>
        <p:nvSpPr>
          <p:cNvPr id="3" name="Marcador de contenido 2"/>
          <p:cNvSpPr>
            <a:spLocks noGrp="1"/>
          </p:cNvSpPr>
          <p:nvPr>
            <p:ph idx="1"/>
          </p:nvPr>
        </p:nvSpPr>
        <p:spPr/>
        <p:txBody>
          <a:bodyPr/>
          <a:lstStyle/>
          <a:p>
            <a:pPr marL="0" indent="0" algn="just">
              <a:buNone/>
            </a:pPr>
            <a:r>
              <a:rPr lang="es-CL" dirty="0"/>
              <a:t>Los algoritmos de aprendizaje automático también se pueden dividir según el método de aprendizaje:</a:t>
            </a:r>
          </a:p>
          <a:p>
            <a:pPr marL="0" indent="0" algn="just">
              <a:buNone/>
            </a:pPr>
            <a:endParaRPr lang="es-CL" dirty="0"/>
          </a:p>
          <a:p>
            <a:pPr lvl="1" algn="just"/>
            <a:r>
              <a:rPr lang="es-ES" sz="2400" dirty="0"/>
              <a:t>Aprendizaje supervisado</a:t>
            </a:r>
          </a:p>
          <a:p>
            <a:pPr lvl="1" algn="just"/>
            <a:r>
              <a:rPr lang="es-ES" sz="2400" dirty="0"/>
              <a:t>Aprendizaje no supervisado</a:t>
            </a:r>
          </a:p>
          <a:p>
            <a:pPr lvl="1" algn="just"/>
            <a:r>
              <a:rPr lang="es-ES" sz="2400" dirty="0"/>
              <a:t>Aprendizaje </a:t>
            </a:r>
            <a:r>
              <a:rPr lang="es-ES" sz="2400" dirty="0" err="1"/>
              <a:t>semi</a:t>
            </a:r>
            <a:r>
              <a:rPr lang="es-ES" sz="2400" dirty="0"/>
              <a:t>-supervisado </a:t>
            </a:r>
          </a:p>
          <a:p>
            <a:pPr lvl="1" algn="just"/>
            <a:r>
              <a:rPr lang="es-ES" sz="2400" dirty="0"/>
              <a:t>Aprendizaje por refuerzo</a:t>
            </a:r>
            <a:endParaRPr lang="en-US" dirty="0"/>
          </a:p>
        </p:txBody>
      </p:sp>
      <p:sp>
        <p:nvSpPr>
          <p:cNvPr id="4" name="Marcador de número de diapositiva 3"/>
          <p:cNvSpPr>
            <a:spLocks noGrp="1"/>
          </p:cNvSpPr>
          <p:nvPr>
            <p:ph type="sldNum" sz="quarter" idx="12"/>
          </p:nvPr>
        </p:nvSpPr>
        <p:spPr/>
        <p:txBody>
          <a:bodyPr/>
          <a:lstStyle/>
          <a:p>
            <a:fld id="{ED3C9F24-97CD-894E-963C-61E4D5D33747}" type="slidenum">
              <a:rPr lang="es-ES_tradnl" smtClean="0"/>
              <a:t>8</a:t>
            </a:fld>
            <a:endParaRPr lang="es-ES_tradnl"/>
          </a:p>
        </p:txBody>
      </p:sp>
    </p:spTree>
    <p:extLst>
      <p:ext uri="{BB962C8B-B14F-4D97-AF65-F5344CB8AC3E}">
        <p14:creationId xmlns:p14="http://schemas.microsoft.com/office/powerpoint/2010/main" val="2570835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Aprendizaje supervisado</a:t>
            </a:r>
            <a:endParaRPr lang="en-US" dirty="0"/>
          </a:p>
        </p:txBody>
      </p:sp>
      <p:sp>
        <p:nvSpPr>
          <p:cNvPr id="3" name="Marcador de contenido 2"/>
          <p:cNvSpPr>
            <a:spLocks noGrp="1"/>
          </p:cNvSpPr>
          <p:nvPr>
            <p:ph idx="1"/>
          </p:nvPr>
        </p:nvSpPr>
        <p:spPr>
          <a:xfrm>
            <a:off x="628650" y="1471353"/>
            <a:ext cx="7886700" cy="4567499"/>
          </a:xfrm>
        </p:spPr>
        <p:txBody>
          <a:bodyPr>
            <a:normAutofit/>
          </a:bodyPr>
          <a:lstStyle/>
          <a:p>
            <a:pPr marL="0" indent="0" algn="just">
              <a:spcBef>
                <a:spcPts val="600"/>
              </a:spcBef>
              <a:buNone/>
            </a:pPr>
            <a:r>
              <a:rPr lang="es-ES" sz="2000" dirty="0"/>
              <a:t>En el aprendizaje supervisado, los algoritmos trabajan con datos “etiquetados” (</a:t>
            </a:r>
            <a:r>
              <a:rPr lang="es-ES" sz="2000" dirty="0" err="1"/>
              <a:t>labeled</a:t>
            </a:r>
            <a:r>
              <a:rPr lang="es-ES" sz="2000" dirty="0"/>
              <a:t> data), intentado encontrar una función que, dadas las variables de entrada (input data), les asigne la etiqueta de salida adecuada. </a:t>
            </a:r>
          </a:p>
          <a:p>
            <a:pPr marL="0" indent="0" algn="just">
              <a:spcBef>
                <a:spcPts val="600"/>
              </a:spcBef>
              <a:buNone/>
            </a:pPr>
            <a:r>
              <a:rPr lang="es-ES" sz="2000" dirty="0"/>
              <a:t>El algoritmo se entrena con un “histórico” de datos y así “aprende” a asignar la etiqueta de salida adecuada a un nuevo valor, es decir, predice el valor de salida (métodos de clasificación o regresión).</a:t>
            </a:r>
            <a:endParaRPr lang="en-US" sz="2000" dirty="0"/>
          </a:p>
        </p:txBody>
      </p:sp>
      <p:sp>
        <p:nvSpPr>
          <p:cNvPr id="4" name="Marcador de número de diapositiva 3"/>
          <p:cNvSpPr>
            <a:spLocks noGrp="1"/>
          </p:cNvSpPr>
          <p:nvPr>
            <p:ph type="sldNum" sz="quarter" idx="12"/>
          </p:nvPr>
        </p:nvSpPr>
        <p:spPr/>
        <p:txBody>
          <a:bodyPr/>
          <a:lstStyle/>
          <a:p>
            <a:fld id="{ED3C9F24-97CD-894E-963C-61E4D5D33747}" type="slidenum">
              <a:rPr lang="es-ES_tradnl" smtClean="0"/>
              <a:t>9</a:t>
            </a:fld>
            <a:endParaRPr lang="es-ES_tradnl"/>
          </a:p>
        </p:txBody>
      </p:sp>
      <p:pic>
        <p:nvPicPr>
          <p:cNvPr id="21506" name="Picture 2" descr="https://cdn-images-1.medium.com/max/1200/1*DjUEt5--t6lCjYG_MuZlLg.png"/>
          <p:cNvPicPr>
            <a:picLocks noChangeAspect="1" noChangeArrowheads="1"/>
          </p:cNvPicPr>
          <p:nvPr/>
        </p:nvPicPr>
        <p:blipFill rotWithShape="1">
          <a:blip r:embed="rId2">
            <a:extLst>
              <a:ext uri="{28A0092B-C50C-407E-A947-70E740481C1C}">
                <a14:useLocalDpi xmlns:a14="http://schemas.microsoft.com/office/drawing/2010/main" val="0"/>
              </a:ext>
            </a:extLst>
          </a:blip>
          <a:srcRect l="3777" t="37482" r="4394" b="7094"/>
          <a:stretch/>
        </p:blipFill>
        <p:spPr bwMode="auto">
          <a:xfrm>
            <a:off x="1332000" y="3637536"/>
            <a:ext cx="6480000" cy="22377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9866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Aprendizaje no-supervisado</a:t>
            </a:r>
            <a:endParaRPr lang="en-US" dirty="0"/>
          </a:p>
        </p:txBody>
      </p:sp>
      <p:sp>
        <p:nvSpPr>
          <p:cNvPr id="3" name="Marcador de contenido 2"/>
          <p:cNvSpPr>
            <a:spLocks noGrp="1"/>
          </p:cNvSpPr>
          <p:nvPr>
            <p:ph idx="1"/>
          </p:nvPr>
        </p:nvSpPr>
        <p:spPr>
          <a:xfrm>
            <a:off x="628650" y="1286097"/>
            <a:ext cx="7886700" cy="2211186"/>
          </a:xfrm>
        </p:spPr>
        <p:txBody>
          <a:bodyPr>
            <a:noAutofit/>
          </a:bodyPr>
          <a:lstStyle/>
          <a:p>
            <a:pPr marL="0" indent="0" algn="just">
              <a:buNone/>
            </a:pPr>
            <a:r>
              <a:rPr lang="es-ES" sz="2000" dirty="0"/>
              <a:t>El aprendizaje no supervisado tiene lugar cuando no se dispone de datos “etiquetados” para el entrenamiento. Sólo conocemos los datos de entrada, pero no existen datos de salida que correspondan a un determinado input. </a:t>
            </a:r>
          </a:p>
          <a:p>
            <a:pPr marL="0" indent="0" algn="just">
              <a:buNone/>
            </a:pPr>
            <a:r>
              <a:rPr lang="es-ES" sz="2000" dirty="0"/>
              <a:t>Por tanto, sólo podemos describir la estructura de los datos, para intentar encontrar algún tipo de organización que simplifique el análisis. Por ello, tienen un carácter exploratorio (métodos de reducción de dimensión, métodos de agrupamiento).</a:t>
            </a:r>
            <a:endParaRPr lang="en-US" sz="2000" dirty="0"/>
          </a:p>
        </p:txBody>
      </p:sp>
      <p:sp>
        <p:nvSpPr>
          <p:cNvPr id="4" name="Marcador de número de diapositiva 3"/>
          <p:cNvSpPr>
            <a:spLocks noGrp="1"/>
          </p:cNvSpPr>
          <p:nvPr>
            <p:ph type="sldNum" sz="quarter" idx="12"/>
          </p:nvPr>
        </p:nvSpPr>
        <p:spPr/>
        <p:txBody>
          <a:bodyPr/>
          <a:lstStyle/>
          <a:p>
            <a:fld id="{ED3C9F24-97CD-894E-963C-61E4D5D33747}" type="slidenum">
              <a:rPr lang="es-ES_tradnl" smtClean="0"/>
              <a:t>10</a:t>
            </a:fld>
            <a:endParaRPr lang="es-ES_tradnl"/>
          </a:p>
        </p:txBody>
      </p:sp>
      <p:pic>
        <p:nvPicPr>
          <p:cNvPr id="22530" name="Picture 2" descr="Imagen relacionada"/>
          <p:cNvPicPr>
            <a:picLocks noChangeAspect="1" noChangeArrowheads="1"/>
          </p:cNvPicPr>
          <p:nvPr/>
        </p:nvPicPr>
        <p:blipFill rotWithShape="1">
          <a:blip r:embed="rId2">
            <a:extLst>
              <a:ext uri="{28A0092B-C50C-407E-A947-70E740481C1C}">
                <a14:useLocalDpi xmlns:a14="http://schemas.microsoft.com/office/drawing/2010/main" val="0"/>
              </a:ext>
            </a:extLst>
          </a:blip>
          <a:srcRect l="2794" t="39200" r="2875" b="6626"/>
          <a:stretch/>
        </p:blipFill>
        <p:spPr bwMode="auto">
          <a:xfrm>
            <a:off x="1332000" y="3770717"/>
            <a:ext cx="6480000" cy="21293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4994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Aprendizaje por refuerzo</a:t>
            </a:r>
            <a:endParaRPr lang="en-US" dirty="0"/>
          </a:p>
        </p:txBody>
      </p:sp>
      <p:sp>
        <p:nvSpPr>
          <p:cNvPr id="3" name="Marcador de contenido 2"/>
          <p:cNvSpPr>
            <a:spLocks noGrp="1"/>
          </p:cNvSpPr>
          <p:nvPr>
            <p:ph idx="1"/>
          </p:nvPr>
        </p:nvSpPr>
        <p:spPr>
          <a:xfrm>
            <a:off x="628650" y="1308358"/>
            <a:ext cx="7886700" cy="4722236"/>
          </a:xfrm>
        </p:spPr>
        <p:txBody>
          <a:bodyPr>
            <a:normAutofit/>
          </a:bodyPr>
          <a:lstStyle/>
          <a:p>
            <a:pPr marL="0" indent="0" algn="just">
              <a:spcBef>
                <a:spcPts val="600"/>
              </a:spcBef>
              <a:buNone/>
            </a:pPr>
            <a:r>
              <a:rPr lang="es-ES" sz="2000" dirty="0"/>
              <a:t>Este tipo aprendizaje se basa en mejorar la respuesta del modelo usando un proceso de retroalimentación. Se basan en los estudios sobre cómo fomentar el aprendizaje en humanos y ratas basándose en </a:t>
            </a:r>
            <a:r>
              <a:rPr lang="es-ES" sz="2000" b="1" dirty="0"/>
              <a:t>recompensas</a:t>
            </a:r>
            <a:r>
              <a:rPr lang="es-ES" sz="2000" dirty="0"/>
              <a:t> y </a:t>
            </a:r>
            <a:r>
              <a:rPr lang="es-ES" sz="2000" b="1" dirty="0"/>
              <a:t>castigos</a:t>
            </a:r>
            <a:r>
              <a:rPr lang="es-ES" sz="2000" dirty="0"/>
              <a:t>.</a:t>
            </a:r>
          </a:p>
          <a:p>
            <a:pPr marL="0" indent="0" algn="just">
              <a:spcBef>
                <a:spcPts val="600"/>
              </a:spcBef>
              <a:buNone/>
            </a:pPr>
            <a:r>
              <a:rPr lang="es-ES" sz="2000" dirty="0"/>
              <a:t>El algoritmo aprende observando el mundo que le rodea. Su información de entrada es la retroalimentación que obtiene del mundo exterior como respuesta a sus acciones. Por lo tanto, el sistema aprende a base de ensayo-error.</a:t>
            </a:r>
            <a:endParaRPr lang="en-US" sz="2000" dirty="0"/>
          </a:p>
        </p:txBody>
      </p:sp>
      <p:sp>
        <p:nvSpPr>
          <p:cNvPr id="4" name="Marcador de número de diapositiva 3"/>
          <p:cNvSpPr>
            <a:spLocks noGrp="1"/>
          </p:cNvSpPr>
          <p:nvPr>
            <p:ph type="sldNum" sz="quarter" idx="12"/>
          </p:nvPr>
        </p:nvSpPr>
        <p:spPr/>
        <p:txBody>
          <a:bodyPr/>
          <a:lstStyle/>
          <a:p>
            <a:fld id="{ED3C9F24-97CD-894E-963C-61E4D5D33747}" type="slidenum">
              <a:rPr lang="es-ES_tradnl" smtClean="0"/>
              <a:t>11</a:t>
            </a:fld>
            <a:endParaRPr lang="es-ES_tradnl"/>
          </a:p>
        </p:txBody>
      </p:sp>
      <p:pic>
        <p:nvPicPr>
          <p:cNvPr id="23554" name="Picture 2" descr="Resultado de imagen para supervised learning"/>
          <p:cNvPicPr>
            <a:picLocks noChangeAspect="1" noChangeArrowheads="1"/>
          </p:cNvPicPr>
          <p:nvPr/>
        </p:nvPicPr>
        <p:blipFill rotWithShape="1">
          <a:blip r:embed="rId2">
            <a:extLst>
              <a:ext uri="{28A0092B-C50C-407E-A947-70E740481C1C}">
                <a14:useLocalDpi xmlns:a14="http://schemas.microsoft.com/office/drawing/2010/main" val="0"/>
              </a:ext>
            </a:extLst>
          </a:blip>
          <a:srcRect l="4135" t="38732" r="4305" b="6469"/>
          <a:stretch/>
        </p:blipFill>
        <p:spPr bwMode="auto">
          <a:xfrm>
            <a:off x="1332000" y="3669476"/>
            <a:ext cx="6480000" cy="2219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849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L" dirty="0" err="1"/>
              <a:t>Prognostics</a:t>
            </a:r>
            <a:r>
              <a:rPr lang="es-CL" dirty="0"/>
              <a:t> and </a:t>
            </a:r>
            <a:r>
              <a:rPr lang="es-CL" dirty="0" err="1"/>
              <a:t>Health</a:t>
            </a:r>
            <a:r>
              <a:rPr lang="es-CL" dirty="0"/>
              <a:t> </a:t>
            </a:r>
            <a:r>
              <a:rPr lang="es-CL" dirty="0" err="1"/>
              <a:t>Monitoring</a:t>
            </a:r>
            <a:r>
              <a:rPr lang="es-CL" dirty="0"/>
              <a:t> (PHM)</a:t>
            </a:r>
          </a:p>
        </p:txBody>
      </p:sp>
      <p:sp>
        <p:nvSpPr>
          <p:cNvPr id="3" name="2 Marcador de contenido"/>
          <p:cNvSpPr>
            <a:spLocks noGrp="1"/>
          </p:cNvSpPr>
          <p:nvPr>
            <p:ph idx="1"/>
          </p:nvPr>
        </p:nvSpPr>
        <p:spPr/>
        <p:txBody>
          <a:bodyPr>
            <a:normAutofit/>
          </a:bodyPr>
          <a:lstStyle/>
          <a:p>
            <a:pPr marL="0" indent="0" algn="just">
              <a:buNone/>
            </a:pPr>
            <a:r>
              <a:rPr lang="es-CL" sz="2400" dirty="0"/>
              <a:t>Una estrategia de PHM está compuesta de tres etapas principales:</a:t>
            </a:r>
          </a:p>
          <a:p>
            <a:pPr marL="514350" indent="-514350" algn="just">
              <a:buFont typeface="+mj-lt"/>
              <a:buAutoNum type="arabicPeriod"/>
            </a:pPr>
            <a:r>
              <a:rPr lang="es-CL" sz="2400" dirty="0"/>
              <a:t>Detección: Trata de identificar el modo de operación del sistema y su estado.</a:t>
            </a:r>
          </a:p>
          <a:p>
            <a:pPr marL="514350" indent="-514350" algn="just">
              <a:buFont typeface="+mj-lt"/>
              <a:buAutoNum type="arabicPeriod"/>
            </a:pPr>
            <a:r>
              <a:rPr lang="es-CL" sz="2400" dirty="0"/>
              <a:t>Diagnóstico: Cuando se detecta una anomalía, el diagnóstico identifica el componente que tiene la anomalía y su severidad.</a:t>
            </a:r>
          </a:p>
          <a:p>
            <a:pPr marL="514350" indent="-514350" algn="just">
              <a:buFont typeface="+mj-lt"/>
              <a:buAutoNum type="arabicPeriod"/>
            </a:pPr>
            <a:r>
              <a:rPr lang="es-CL" sz="2400" dirty="0"/>
              <a:t>Pronóstico: El pronóstico trata de predecir el estado futuro del sistema y su vida útil remanente.</a:t>
            </a:r>
          </a:p>
        </p:txBody>
      </p:sp>
      <p:sp>
        <p:nvSpPr>
          <p:cNvPr id="4" name="3 Marcador de número de diapositiva"/>
          <p:cNvSpPr>
            <a:spLocks noGrp="1"/>
          </p:cNvSpPr>
          <p:nvPr>
            <p:ph type="sldNum" sz="quarter" idx="12"/>
          </p:nvPr>
        </p:nvSpPr>
        <p:spPr/>
        <p:txBody>
          <a:bodyPr/>
          <a:lstStyle/>
          <a:p>
            <a:fld id="{ED3C9F24-97CD-894E-963C-61E4D5D33747}" type="slidenum">
              <a:rPr lang="es-ES_tradnl" smtClean="0"/>
              <a:t>12</a:t>
            </a:fld>
            <a:endParaRPr lang="es-ES_tradnl"/>
          </a:p>
        </p:txBody>
      </p:sp>
    </p:spTree>
    <p:extLst>
      <p:ext uri="{BB962C8B-B14F-4D97-AF65-F5344CB8AC3E}">
        <p14:creationId xmlns:p14="http://schemas.microsoft.com/office/powerpoint/2010/main" val="36527262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L" dirty="0" err="1"/>
              <a:t>Prognostics</a:t>
            </a:r>
            <a:r>
              <a:rPr lang="es-CL" dirty="0"/>
              <a:t> and </a:t>
            </a:r>
            <a:r>
              <a:rPr lang="es-CL" dirty="0" err="1"/>
              <a:t>Health</a:t>
            </a:r>
            <a:r>
              <a:rPr lang="es-CL" dirty="0"/>
              <a:t> </a:t>
            </a:r>
            <a:r>
              <a:rPr lang="es-CL" dirty="0" err="1"/>
              <a:t>Monitoring</a:t>
            </a:r>
            <a:r>
              <a:rPr lang="es-CL" dirty="0"/>
              <a:t> (PHM)</a:t>
            </a:r>
          </a:p>
        </p:txBody>
      </p:sp>
      <p:sp>
        <p:nvSpPr>
          <p:cNvPr id="3" name="2 Marcador de contenido"/>
          <p:cNvSpPr>
            <a:spLocks noGrp="1"/>
          </p:cNvSpPr>
          <p:nvPr>
            <p:ph idx="1"/>
          </p:nvPr>
        </p:nvSpPr>
        <p:spPr/>
        <p:txBody>
          <a:bodyPr>
            <a:normAutofit/>
          </a:bodyPr>
          <a:lstStyle/>
          <a:p>
            <a:pPr marL="0" indent="0" algn="just">
              <a:buNone/>
            </a:pPr>
            <a:r>
              <a:rPr lang="es-CL" sz="2400" dirty="0"/>
              <a:t>El objetivo de este curso es conocer y aprender a utilizar las distintas herramientas de aprendizaje de maquinas que nos permiten realizar las primeras dos etapas: detección y diagnostico, a partir de monitoreo de variables físicas y/o operacionales.</a:t>
            </a:r>
          </a:p>
        </p:txBody>
      </p:sp>
      <p:sp>
        <p:nvSpPr>
          <p:cNvPr id="4" name="3 Marcador de número de diapositiva"/>
          <p:cNvSpPr>
            <a:spLocks noGrp="1"/>
          </p:cNvSpPr>
          <p:nvPr>
            <p:ph type="sldNum" sz="quarter" idx="12"/>
          </p:nvPr>
        </p:nvSpPr>
        <p:spPr/>
        <p:txBody>
          <a:bodyPr/>
          <a:lstStyle/>
          <a:p>
            <a:fld id="{ED3C9F24-97CD-894E-963C-61E4D5D33747}" type="slidenum">
              <a:rPr lang="es-ES_tradnl" smtClean="0"/>
              <a:t>13</a:t>
            </a:fld>
            <a:endParaRPr lang="es-ES_tradnl"/>
          </a:p>
        </p:txBody>
      </p:sp>
    </p:spTree>
    <p:extLst>
      <p:ext uri="{BB962C8B-B14F-4D97-AF65-F5344CB8AC3E}">
        <p14:creationId xmlns:p14="http://schemas.microsoft.com/office/powerpoint/2010/main" val="1909023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Detección de daño</a:t>
            </a:r>
          </a:p>
        </p:txBody>
      </p:sp>
      <p:sp>
        <p:nvSpPr>
          <p:cNvPr id="3" name="Content Placeholder 2"/>
          <p:cNvSpPr>
            <a:spLocks noGrp="1"/>
          </p:cNvSpPr>
          <p:nvPr>
            <p:ph idx="1"/>
          </p:nvPr>
        </p:nvSpPr>
        <p:spPr/>
        <p:txBody>
          <a:bodyPr/>
          <a:lstStyle/>
          <a:p>
            <a:pPr marL="0" indent="0">
              <a:buNone/>
            </a:pPr>
            <a:r>
              <a:rPr lang="es-ES" dirty="0"/>
              <a:t>Existen tres familias de algoritmos que se pueden utilizar para detectar el estado de salud de un sistema:</a:t>
            </a:r>
          </a:p>
          <a:p>
            <a:pPr algn="just"/>
            <a:r>
              <a:rPr lang="es-ES" dirty="0"/>
              <a:t>No supervisado (detección de anomalías): Datos están contaminados con anomalías y no se saben las etiquetas.</a:t>
            </a:r>
          </a:p>
          <a:p>
            <a:r>
              <a:rPr lang="es-ES" dirty="0" err="1"/>
              <a:t>Semi</a:t>
            </a:r>
            <a:r>
              <a:rPr lang="es-ES" dirty="0"/>
              <a:t>-supervisado (detección de novedades): Solo se cuenta con datos normales para entrenar.</a:t>
            </a:r>
          </a:p>
          <a:p>
            <a:r>
              <a:rPr lang="es-ES" dirty="0"/>
              <a:t>Supervisado (clasificación): Se cuenta con las etiquetas de los datos normales y con fallas.</a:t>
            </a:r>
          </a:p>
        </p:txBody>
      </p:sp>
      <p:sp>
        <p:nvSpPr>
          <p:cNvPr id="4" name="Slide Number Placeholder 3"/>
          <p:cNvSpPr>
            <a:spLocks noGrp="1"/>
          </p:cNvSpPr>
          <p:nvPr>
            <p:ph type="sldNum" sz="quarter" idx="12"/>
          </p:nvPr>
        </p:nvSpPr>
        <p:spPr/>
        <p:txBody>
          <a:bodyPr/>
          <a:lstStyle/>
          <a:p>
            <a:fld id="{ED3C9F24-97CD-894E-963C-61E4D5D33747}" type="slidenum">
              <a:rPr lang="es-ES_tradnl" smtClean="0"/>
              <a:t>14</a:t>
            </a:fld>
            <a:endParaRPr lang="es-ES_tradnl"/>
          </a:p>
        </p:txBody>
      </p:sp>
    </p:spTree>
    <p:extLst>
      <p:ext uri="{BB962C8B-B14F-4D97-AF65-F5344CB8AC3E}">
        <p14:creationId xmlns:p14="http://schemas.microsoft.com/office/powerpoint/2010/main" val="2291860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L" dirty="0"/>
              <a:t>Métricas de evaluación</a:t>
            </a:r>
          </a:p>
        </p:txBody>
      </p:sp>
      <p:sp>
        <p:nvSpPr>
          <p:cNvPr id="3" name="2 Marcador de contenido"/>
          <p:cNvSpPr>
            <a:spLocks noGrp="1"/>
          </p:cNvSpPr>
          <p:nvPr>
            <p:ph idx="1"/>
          </p:nvPr>
        </p:nvSpPr>
        <p:spPr/>
        <p:txBody>
          <a:bodyPr>
            <a:normAutofit/>
          </a:bodyPr>
          <a:lstStyle/>
          <a:p>
            <a:pPr marL="0" indent="0" algn="just">
              <a:buNone/>
            </a:pPr>
            <a:r>
              <a:rPr lang="es-CL" sz="2400" dirty="0"/>
              <a:t>Supongamos que se tiene un conjunto de datos con daño y un conjunto de datos sin daño. Por medio de un algoritmo se determina cual grupo de datos posee daño. </a:t>
            </a:r>
          </a:p>
        </p:txBody>
      </p:sp>
      <p:sp>
        <p:nvSpPr>
          <p:cNvPr id="4" name="3 Marcador de número de diapositiva"/>
          <p:cNvSpPr>
            <a:spLocks noGrp="1"/>
          </p:cNvSpPr>
          <p:nvPr>
            <p:ph type="sldNum" sz="quarter" idx="12"/>
          </p:nvPr>
        </p:nvSpPr>
        <p:spPr/>
        <p:txBody>
          <a:bodyPr/>
          <a:lstStyle/>
          <a:p>
            <a:fld id="{ED3C9F24-97CD-894E-963C-61E4D5D33747}" type="slidenum">
              <a:rPr lang="es-ES_tradnl" smtClean="0"/>
              <a:t>15</a:t>
            </a:fld>
            <a:endParaRPr lang="es-ES_tradnl" dirty="0"/>
          </a:p>
        </p:txBody>
      </p:sp>
      <p:grpSp>
        <p:nvGrpSpPr>
          <p:cNvPr id="11" name="10 Grupo"/>
          <p:cNvGrpSpPr/>
          <p:nvPr/>
        </p:nvGrpSpPr>
        <p:grpSpPr>
          <a:xfrm>
            <a:off x="2671230" y="2779011"/>
            <a:ext cx="4830793" cy="2996178"/>
            <a:chOff x="2527539" y="3360173"/>
            <a:chExt cx="4830793" cy="2996178"/>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7539" y="3360173"/>
              <a:ext cx="4675517" cy="29961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4 Rectángulo"/>
            <p:cNvSpPr/>
            <p:nvPr/>
          </p:nvSpPr>
          <p:spPr>
            <a:xfrm>
              <a:off x="2587926" y="3424686"/>
              <a:ext cx="1479600" cy="310551"/>
            </a:xfrm>
            <a:prstGeom prst="rect">
              <a:avLst/>
            </a:prstGeom>
            <a:solidFill>
              <a:srgbClr val="FF99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100" b="1" dirty="0">
                  <a:solidFill>
                    <a:schemeClr val="tx1"/>
                  </a:solidFill>
                </a:rPr>
                <a:t>Falsos Negativos</a:t>
              </a:r>
            </a:p>
          </p:txBody>
        </p:sp>
        <p:sp>
          <p:nvSpPr>
            <p:cNvPr id="7" name="6 Rectángulo"/>
            <p:cNvSpPr/>
            <p:nvPr/>
          </p:nvSpPr>
          <p:spPr>
            <a:xfrm>
              <a:off x="4162243" y="3424683"/>
              <a:ext cx="1479432" cy="310551"/>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CL" sz="1100" b="1" dirty="0">
                  <a:solidFill>
                    <a:schemeClr val="tx1"/>
                  </a:solidFill>
                </a:rPr>
                <a:t>Verdaderos Negativos</a:t>
              </a:r>
            </a:p>
          </p:txBody>
        </p:sp>
        <p:sp>
          <p:nvSpPr>
            <p:cNvPr id="8" name="7 Rectángulo"/>
            <p:cNvSpPr/>
            <p:nvPr/>
          </p:nvSpPr>
          <p:spPr>
            <a:xfrm>
              <a:off x="3244969" y="4684143"/>
              <a:ext cx="822557" cy="393939"/>
            </a:xfrm>
            <a:prstGeom prst="rect">
              <a:avLst/>
            </a:prstGeom>
            <a:solidFill>
              <a:srgbClr val="FFFF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CL" sz="1100" b="1" dirty="0">
                  <a:solidFill>
                    <a:schemeClr val="tx1"/>
                  </a:solidFill>
                </a:rPr>
                <a:t>Verdaderos Positivos</a:t>
              </a:r>
            </a:p>
          </p:txBody>
        </p:sp>
        <p:sp>
          <p:nvSpPr>
            <p:cNvPr id="9" name="8 Rectángulo"/>
            <p:cNvSpPr/>
            <p:nvPr/>
          </p:nvSpPr>
          <p:spPr>
            <a:xfrm>
              <a:off x="4162243" y="4689892"/>
              <a:ext cx="822557" cy="393939"/>
            </a:xfrm>
            <a:prstGeom prst="rect">
              <a:avLst/>
            </a:prstGeom>
            <a:solidFill>
              <a:srgbClr val="FFFF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CL" sz="1100" b="1" dirty="0">
                  <a:solidFill>
                    <a:schemeClr val="tx1"/>
                  </a:solidFill>
                </a:rPr>
                <a:t>Falsos</a:t>
              </a:r>
            </a:p>
            <a:p>
              <a:pPr algn="ctr"/>
              <a:r>
                <a:rPr lang="es-CL" sz="1100" b="1" dirty="0">
                  <a:solidFill>
                    <a:schemeClr val="tx1"/>
                  </a:solidFill>
                </a:rPr>
                <a:t>Positivos</a:t>
              </a:r>
            </a:p>
          </p:txBody>
        </p:sp>
        <p:sp>
          <p:nvSpPr>
            <p:cNvPr id="6" name="5 Rectángulo"/>
            <p:cNvSpPr/>
            <p:nvPr/>
          </p:nvSpPr>
          <p:spPr>
            <a:xfrm>
              <a:off x="5926347" y="5161468"/>
              <a:ext cx="1431985" cy="47732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100" b="1" dirty="0">
                  <a:solidFill>
                    <a:schemeClr val="tx1"/>
                  </a:solidFill>
                </a:rPr>
                <a:t>Elementos detectados con daño </a:t>
              </a:r>
            </a:p>
          </p:txBody>
        </p:sp>
        <p:sp>
          <p:nvSpPr>
            <p:cNvPr id="10" name="9 CuadroTexto"/>
            <p:cNvSpPr txBox="1"/>
            <p:nvPr/>
          </p:nvSpPr>
          <p:spPr>
            <a:xfrm>
              <a:off x="6121700" y="3929416"/>
              <a:ext cx="1072730" cy="261610"/>
            </a:xfrm>
            <a:prstGeom prst="rect">
              <a:avLst/>
            </a:prstGeom>
            <a:solidFill>
              <a:schemeClr val="bg1"/>
            </a:solidFill>
          </p:spPr>
          <p:txBody>
            <a:bodyPr wrap="none" rtlCol="0">
              <a:spAutoFit/>
            </a:bodyPr>
            <a:lstStyle/>
            <a:p>
              <a:r>
                <a:rPr lang="es-CL" sz="1100" dirty="0"/>
                <a:t>Datos con daño</a:t>
              </a:r>
            </a:p>
          </p:txBody>
        </p:sp>
        <p:sp>
          <p:nvSpPr>
            <p:cNvPr id="12" name="11 CuadroTexto"/>
            <p:cNvSpPr txBox="1"/>
            <p:nvPr/>
          </p:nvSpPr>
          <p:spPr>
            <a:xfrm>
              <a:off x="6111965" y="4216961"/>
              <a:ext cx="1026243" cy="261610"/>
            </a:xfrm>
            <a:prstGeom prst="rect">
              <a:avLst/>
            </a:prstGeom>
            <a:solidFill>
              <a:schemeClr val="bg1"/>
            </a:solidFill>
          </p:spPr>
          <p:txBody>
            <a:bodyPr wrap="none" rtlCol="0">
              <a:spAutoFit/>
            </a:bodyPr>
            <a:lstStyle/>
            <a:p>
              <a:r>
                <a:rPr lang="es-CL" sz="1100" dirty="0"/>
                <a:t>Datos sin daño</a:t>
              </a:r>
            </a:p>
          </p:txBody>
        </p:sp>
      </p:grpSp>
    </p:spTree>
    <p:extLst>
      <p:ext uri="{BB962C8B-B14F-4D97-AF65-F5344CB8AC3E}">
        <p14:creationId xmlns:p14="http://schemas.microsoft.com/office/powerpoint/2010/main" val="2604549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L" dirty="0"/>
              <a:t>Métricas de evaluación</a:t>
            </a:r>
          </a:p>
        </p:txBody>
      </p:sp>
      <mc:AlternateContent xmlns:mc="http://schemas.openxmlformats.org/markup-compatibility/2006" xmlns:a14="http://schemas.microsoft.com/office/drawing/2010/main">
        <mc:Choice Requires="a14">
          <p:sp>
            <p:nvSpPr>
              <p:cNvPr id="3" name="2 Marcador de contenido"/>
              <p:cNvSpPr>
                <a:spLocks noGrp="1"/>
              </p:cNvSpPr>
              <p:nvPr>
                <p:ph idx="1"/>
              </p:nvPr>
            </p:nvSpPr>
            <p:spPr/>
            <p:txBody>
              <a:bodyPr>
                <a:normAutofit/>
              </a:bodyPr>
              <a:lstStyle/>
              <a:p>
                <a:pPr marL="0" indent="0" algn="just">
                  <a:buNone/>
                </a:pPr>
                <a:r>
                  <a:rPr lang="es-CL" sz="2400" dirty="0"/>
                  <a:t>Se define la exactitud como el porcentaje de elementos clasificados correctamente y la precisión como el porcentaje de daño detectados que correspondían efectivamente a daño.</a:t>
                </a:r>
              </a:p>
              <a:p>
                <a:pPr marL="0" indent="0" algn="just">
                  <a:buNone/>
                </a:pPr>
                <a:endParaRPr lang="es-CL" sz="2400" dirty="0"/>
              </a:p>
              <a:p>
                <a:pPr marL="0" indent="0" algn="just">
                  <a:buNone/>
                </a:pPr>
                <a14:m>
                  <m:oMathPara xmlns:m="http://schemas.openxmlformats.org/officeDocument/2006/math">
                    <m:oMathParaPr>
                      <m:jc m:val="left"/>
                    </m:oMathParaPr>
                    <m:oMath xmlns:m="http://schemas.openxmlformats.org/officeDocument/2006/math">
                      <m:r>
                        <m:rPr>
                          <m:sty m:val="p"/>
                        </m:rPr>
                        <a:rPr lang="es-CL" sz="2000" b="0" i="0" smtClean="0">
                          <a:latin typeface="Cambria Math"/>
                        </a:rPr>
                        <m:t>Exactitud</m:t>
                      </m:r>
                      <m:r>
                        <a:rPr lang="es-ES" sz="2000" b="0" i="0" smtClean="0">
                          <a:latin typeface="Cambria Math" panose="02040503050406030204" pitchFamily="18" charset="0"/>
                        </a:rPr>
                        <m:t> </m:t>
                      </m:r>
                      <m:r>
                        <a:rPr lang="es-ES" sz="2000" b="0" i="1" smtClean="0">
                          <a:latin typeface="Cambria Math" panose="02040503050406030204" pitchFamily="18" charset="0"/>
                        </a:rPr>
                        <m:t>(</m:t>
                      </m:r>
                      <m:r>
                        <m:rPr>
                          <m:sty m:val="p"/>
                        </m:rPr>
                        <a:rPr lang="es-ES" sz="2000" b="0" i="0" smtClean="0">
                          <a:latin typeface="Cambria Math" panose="02040503050406030204" pitchFamily="18" charset="0"/>
                        </a:rPr>
                        <m:t>accuracy</m:t>
                      </m:r>
                      <m:r>
                        <a:rPr lang="es-ES" sz="2000" b="0" i="1" smtClean="0">
                          <a:latin typeface="Cambria Math" panose="02040503050406030204" pitchFamily="18" charset="0"/>
                        </a:rPr>
                        <m:t>)</m:t>
                      </m:r>
                      <m:r>
                        <a:rPr lang="es-CL" sz="2000" b="0" i="1" smtClean="0">
                          <a:latin typeface="Cambria Math"/>
                        </a:rPr>
                        <m:t>=</m:t>
                      </m:r>
                      <m:f>
                        <m:fPr>
                          <m:ctrlPr>
                            <a:rPr lang="es-CL" sz="2000" b="0" i="1" smtClean="0">
                              <a:latin typeface="Cambria Math" panose="02040503050406030204" pitchFamily="18" charset="0"/>
                            </a:rPr>
                          </m:ctrlPr>
                        </m:fPr>
                        <m:num>
                          <m:r>
                            <a:rPr lang="es-CL" sz="2000" b="0" i="1" smtClean="0">
                              <a:latin typeface="Cambria Math"/>
                            </a:rPr>
                            <m:t>𝑉𝑃</m:t>
                          </m:r>
                          <m:r>
                            <a:rPr lang="es-CL" sz="2000" b="0" i="1" smtClean="0">
                              <a:latin typeface="Cambria Math"/>
                            </a:rPr>
                            <m:t>+</m:t>
                          </m:r>
                          <m:r>
                            <a:rPr lang="es-CL" sz="2000" b="0" i="1" smtClean="0">
                              <a:latin typeface="Cambria Math"/>
                            </a:rPr>
                            <m:t>𝑉𝑁</m:t>
                          </m:r>
                        </m:num>
                        <m:den>
                          <m:r>
                            <a:rPr lang="es-CL" sz="2000" b="0" i="1" smtClean="0">
                              <a:latin typeface="Cambria Math"/>
                            </a:rPr>
                            <m:t>𝑉𝑃</m:t>
                          </m:r>
                          <m:r>
                            <a:rPr lang="es-CL" sz="2000" b="0" i="1" smtClean="0">
                              <a:latin typeface="Cambria Math"/>
                            </a:rPr>
                            <m:t>+</m:t>
                          </m:r>
                          <m:r>
                            <a:rPr lang="es-CL" sz="2000" b="0" i="1" smtClean="0">
                              <a:latin typeface="Cambria Math"/>
                            </a:rPr>
                            <m:t>𝐹𝑁</m:t>
                          </m:r>
                          <m:r>
                            <a:rPr lang="es-CL" sz="2000" b="0" i="1" smtClean="0">
                              <a:latin typeface="Cambria Math"/>
                            </a:rPr>
                            <m:t>+</m:t>
                          </m:r>
                          <m:r>
                            <a:rPr lang="es-CL" sz="2000" b="0" i="1" smtClean="0">
                              <a:latin typeface="Cambria Math"/>
                            </a:rPr>
                            <m:t>𝐹𝑃</m:t>
                          </m:r>
                          <m:r>
                            <a:rPr lang="es-CL" sz="2000" b="0" i="1" smtClean="0">
                              <a:latin typeface="Cambria Math"/>
                            </a:rPr>
                            <m:t>+</m:t>
                          </m:r>
                          <m:r>
                            <a:rPr lang="es-CL" sz="2000" b="0" i="1" smtClean="0">
                              <a:latin typeface="Cambria Math"/>
                            </a:rPr>
                            <m:t>𝑉𝑁</m:t>
                          </m:r>
                        </m:den>
                      </m:f>
                    </m:oMath>
                  </m:oMathPara>
                </a14:m>
                <a:endParaRPr lang="es-CL" sz="2000" dirty="0"/>
              </a:p>
              <a:p>
                <a:pPr marL="0" indent="0" algn="just">
                  <a:buNone/>
                </a:pPr>
                <a:endParaRPr lang="es-CL" sz="2000" dirty="0"/>
              </a:p>
              <a:p>
                <a:pPr marL="0" indent="0" algn="just">
                  <a:buNone/>
                </a:pPr>
                <a14:m>
                  <m:oMathPara xmlns:m="http://schemas.openxmlformats.org/officeDocument/2006/math">
                    <m:oMathParaPr>
                      <m:jc m:val="left"/>
                    </m:oMathParaPr>
                    <m:oMath xmlns:m="http://schemas.openxmlformats.org/officeDocument/2006/math">
                      <m:r>
                        <m:rPr>
                          <m:nor/>
                        </m:rPr>
                        <a:rPr lang="es-CL" sz="2000">
                          <a:latin typeface="Cambria Math"/>
                        </a:rPr>
                        <m:t>P</m:t>
                      </m:r>
                      <m:r>
                        <m:rPr>
                          <m:nor/>
                        </m:rPr>
                        <a:rPr lang="es-CL" sz="2000" b="0" i="0" smtClean="0">
                          <a:latin typeface="Cambria Math"/>
                        </a:rPr>
                        <m:t>recisi</m:t>
                      </m:r>
                      <m:r>
                        <m:rPr>
                          <m:nor/>
                        </m:rPr>
                        <a:rPr lang="es-ES" sz="2000" b="0" i="0" smtClean="0">
                          <a:latin typeface="Cambria Math"/>
                        </a:rPr>
                        <m:t>ó</m:t>
                      </m:r>
                      <m:r>
                        <m:rPr>
                          <m:nor/>
                        </m:rPr>
                        <a:rPr lang="es-CL" sz="2000" b="0" i="0" smtClean="0">
                          <a:latin typeface="Cambria Math"/>
                        </a:rPr>
                        <m:t>n</m:t>
                      </m:r>
                      <m:r>
                        <m:rPr>
                          <m:nor/>
                        </m:rPr>
                        <a:rPr lang="es-ES" sz="2000" b="0" i="0" smtClean="0">
                          <a:latin typeface="Cambria Math"/>
                        </a:rPr>
                        <m:t> (</m:t>
                      </m:r>
                      <m:r>
                        <m:rPr>
                          <m:nor/>
                        </m:rPr>
                        <a:rPr lang="es-ES" sz="2000" b="0" i="0" smtClean="0">
                          <a:latin typeface="Cambria Math"/>
                        </a:rPr>
                        <m:t>precision</m:t>
                      </m:r>
                      <m:r>
                        <m:rPr>
                          <m:nor/>
                        </m:rPr>
                        <a:rPr lang="es-ES" sz="2000" b="0" i="0" smtClean="0">
                          <a:latin typeface="Cambria Math"/>
                        </a:rPr>
                        <m:t>)</m:t>
                      </m:r>
                      <m:r>
                        <a:rPr lang="es-CL" sz="2000" i="1">
                          <a:latin typeface="Cambria Math"/>
                        </a:rPr>
                        <m:t>=</m:t>
                      </m:r>
                      <m:f>
                        <m:fPr>
                          <m:ctrlPr>
                            <a:rPr lang="es-CL" sz="2000" i="1">
                              <a:latin typeface="Cambria Math" panose="02040503050406030204" pitchFamily="18" charset="0"/>
                            </a:rPr>
                          </m:ctrlPr>
                        </m:fPr>
                        <m:num>
                          <m:r>
                            <a:rPr lang="es-CL" sz="2000" i="1">
                              <a:latin typeface="Cambria Math"/>
                            </a:rPr>
                            <m:t>𝑉</m:t>
                          </m:r>
                          <m:r>
                            <a:rPr lang="es-CL" sz="2000" b="0" i="1" smtClean="0">
                              <a:latin typeface="Cambria Math"/>
                            </a:rPr>
                            <m:t>𝑃</m:t>
                          </m:r>
                        </m:num>
                        <m:den>
                          <m:r>
                            <a:rPr lang="es-CL" sz="2000" i="1">
                              <a:latin typeface="Cambria Math"/>
                            </a:rPr>
                            <m:t>𝑉</m:t>
                          </m:r>
                          <m:r>
                            <a:rPr lang="es-CL" sz="2000" b="0" i="1" smtClean="0">
                              <a:latin typeface="Cambria Math"/>
                            </a:rPr>
                            <m:t>𝑃</m:t>
                          </m:r>
                          <m:r>
                            <a:rPr lang="es-CL" sz="2000" i="1">
                              <a:latin typeface="Cambria Math"/>
                            </a:rPr>
                            <m:t>+</m:t>
                          </m:r>
                          <m:r>
                            <a:rPr lang="es-CL" sz="2000" i="1">
                              <a:latin typeface="Cambria Math"/>
                            </a:rPr>
                            <m:t>𝐹𝑃</m:t>
                          </m:r>
                        </m:den>
                      </m:f>
                    </m:oMath>
                  </m:oMathPara>
                </a14:m>
                <a:endParaRPr lang="es-CL" sz="2000" dirty="0"/>
              </a:p>
              <a:p>
                <a:pPr marL="0" indent="0" algn="just">
                  <a:buNone/>
                </a:pPr>
                <a:endParaRPr lang="es-CL" sz="2000" dirty="0"/>
              </a:p>
              <a:p>
                <a:pPr marL="0" indent="0" algn="just">
                  <a:buNone/>
                </a:pPr>
                <a14:m>
                  <m:oMathPara xmlns:m="http://schemas.openxmlformats.org/officeDocument/2006/math">
                    <m:oMathParaPr>
                      <m:jc m:val="left"/>
                    </m:oMathParaPr>
                    <m:oMath xmlns:m="http://schemas.openxmlformats.org/officeDocument/2006/math">
                      <m:r>
                        <m:rPr>
                          <m:sty m:val="p"/>
                        </m:rPr>
                        <a:rPr lang="es-CL" sz="2000">
                          <a:latin typeface="Cambria Math"/>
                        </a:rPr>
                        <m:t>Sensibilidad</m:t>
                      </m:r>
                      <m:r>
                        <a:rPr lang="es-ES" sz="2000" b="0" i="0" smtClean="0">
                          <a:latin typeface="Cambria Math" panose="02040503050406030204" pitchFamily="18" charset="0"/>
                        </a:rPr>
                        <m:t> (</m:t>
                      </m:r>
                      <m:r>
                        <m:rPr>
                          <m:sty m:val="p"/>
                        </m:rPr>
                        <a:rPr lang="es-ES" sz="2000" b="0" i="0" smtClean="0">
                          <a:latin typeface="Cambria Math" panose="02040503050406030204" pitchFamily="18" charset="0"/>
                        </a:rPr>
                        <m:t>recall</m:t>
                      </m:r>
                      <m:r>
                        <a:rPr lang="es-ES" sz="2000" b="0" i="0" smtClean="0">
                          <a:latin typeface="Cambria Math" panose="02040503050406030204" pitchFamily="18" charset="0"/>
                        </a:rPr>
                        <m:t>)</m:t>
                      </m:r>
                      <m:r>
                        <a:rPr lang="es-CL" sz="2000" i="1">
                          <a:latin typeface="Cambria Math"/>
                        </a:rPr>
                        <m:t>=</m:t>
                      </m:r>
                      <m:f>
                        <m:fPr>
                          <m:ctrlPr>
                            <a:rPr lang="es-CL" sz="2000" i="1">
                              <a:latin typeface="Cambria Math" panose="02040503050406030204" pitchFamily="18" charset="0"/>
                            </a:rPr>
                          </m:ctrlPr>
                        </m:fPr>
                        <m:num>
                          <m:r>
                            <a:rPr lang="es-CL" sz="2000" i="1">
                              <a:latin typeface="Cambria Math"/>
                            </a:rPr>
                            <m:t>𝑉𝑃</m:t>
                          </m:r>
                        </m:num>
                        <m:den>
                          <m:r>
                            <a:rPr lang="es-CL" sz="2000" i="1">
                              <a:latin typeface="Cambria Math"/>
                            </a:rPr>
                            <m:t>𝑉𝑃</m:t>
                          </m:r>
                          <m:r>
                            <a:rPr lang="es-CL" sz="2000" i="1">
                              <a:latin typeface="Cambria Math"/>
                            </a:rPr>
                            <m:t>+</m:t>
                          </m:r>
                          <m:r>
                            <a:rPr lang="es-CL" sz="2000" i="1">
                              <a:latin typeface="Cambria Math"/>
                            </a:rPr>
                            <m:t>𝐹𝑁</m:t>
                          </m:r>
                        </m:den>
                      </m:f>
                    </m:oMath>
                  </m:oMathPara>
                </a14:m>
                <a:endParaRPr lang="es-CL" sz="2400" dirty="0"/>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blipFill rotWithShape="0">
                <a:blip r:embed="rId2"/>
                <a:stretch>
                  <a:fillRect l="-1159" t="-1961" r="-1236"/>
                </a:stretch>
              </a:blipFill>
            </p:spPr>
            <p:txBody>
              <a:bodyPr/>
              <a:lstStyle/>
              <a:p>
                <a:r>
                  <a:rPr lang="es-ES">
                    <a:noFill/>
                  </a:rPr>
                  <a:t> </a:t>
                </a:r>
              </a:p>
            </p:txBody>
          </p:sp>
        </mc:Fallback>
      </mc:AlternateContent>
      <p:sp>
        <p:nvSpPr>
          <p:cNvPr id="4" name="3 Marcador de número de diapositiva"/>
          <p:cNvSpPr>
            <a:spLocks noGrp="1"/>
          </p:cNvSpPr>
          <p:nvPr>
            <p:ph type="sldNum" sz="quarter" idx="12"/>
          </p:nvPr>
        </p:nvSpPr>
        <p:spPr/>
        <p:txBody>
          <a:bodyPr/>
          <a:lstStyle/>
          <a:p>
            <a:fld id="{ED3C9F24-97CD-894E-963C-61E4D5D33747}" type="slidenum">
              <a:rPr lang="es-ES_tradnl" smtClean="0"/>
              <a:t>16</a:t>
            </a:fld>
            <a:endParaRPr lang="es-ES_tradnl" dirty="0"/>
          </a:p>
        </p:txBody>
      </p:sp>
      <p:pic>
        <p:nvPicPr>
          <p:cNvPr id="10" name="Imagen 9"/>
          <p:cNvPicPr>
            <a:picLocks noChangeAspect="1"/>
          </p:cNvPicPr>
          <p:nvPr/>
        </p:nvPicPr>
        <p:blipFill>
          <a:blip r:embed="rId3"/>
          <a:stretch>
            <a:fillRect/>
          </a:stretch>
        </p:blipFill>
        <p:spPr>
          <a:xfrm>
            <a:off x="5753694" y="2999895"/>
            <a:ext cx="2611932" cy="2456817"/>
          </a:xfrm>
          <a:prstGeom prst="rect">
            <a:avLst/>
          </a:prstGeom>
        </p:spPr>
      </p:pic>
    </p:spTree>
    <p:extLst>
      <p:ext uri="{BB962C8B-B14F-4D97-AF65-F5344CB8AC3E}">
        <p14:creationId xmlns:p14="http://schemas.microsoft.com/office/powerpoint/2010/main" val="2567635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Métricas de evaluación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r>
                  <a:rPr lang="es-ES" dirty="0"/>
                  <a:t>F1-score: media aritmética entre la precisión y la sensibilidad:</a:t>
                </a:r>
              </a:p>
              <a:p>
                <a:pPr algn="just"/>
                <a:endParaRPr lang="es-ES" dirty="0"/>
              </a:p>
              <a:p>
                <a:pPr marL="0" indent="0" algn="just">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s-ES" i="1" smtClean="0">
                              <a:latin typeface="Cambria Math" panose="02040503050406030204" pitchFamily="18" charset="0"/>
                            </a:rPr>
                          </m:ctrlPr>
                        </m:mPr>
                        <m:mr>
                          <m:e>
                            <m:sSub>
                              <m:sSubPr>
                                <m:ctrlPr>
                                  <a:rPr lang="es-ES" i="1">
                                    <a:latin typeface="Cambria Math" panose="02040503050406030204" pitchFamily="18" charset="0"/>
                                  </a:rPr>
                                </m:ctrlPr>
                              </m:sSubPr>
                              <m:e>
                                <m:r>
                                  <a:rPr lang="es-ES" i="1">
                                    <a:latin typeface="Cambria Math" panose="02040503050406030204" pitchFamily="18" charset="0"/>
                                  </a:rPr>
                                  <m:t>𝐹</m:t>
                                </m:r>
                              </m:e>
                              <m:sub>
                                <m:r>
                                  <a:rPr lang="es-ES" i="1">
                                    <a:latin typeface="Cambria Math" panose="02040503050406030204" pitchFamily="18" charset="0"/>
                                  </a:rPr>
                                  <m:t>1</m:t>
                                </m:r>
                              </m:sub>
                            </m:sSub>
                            <m:r>
                              <a:rPr lang="es-ES" i="1">
                                <a:latin typeface="Cambria Math" panose="02040503050406030204" pitchFamily="18" charset="0"/>
                              </a:rPr>
                              <m:t>−</m:t>
                            </m:r>
                            <m:r>
                              <m:rPr>
                                <m:sty m:val="p"/>
                              </m:rPr>
                              <a:rPr lang="es-ES">
                                <a:latin typeface="Cambria Math" panose="02040503050406030204" pitchFamily="18" charset="0"/>
                              </a:rPr>
                              <m:t>score</m:t>
                            </m:r>
                            <m:r>
                              <a:rPr lang="es-ES"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2</m:t>
                                </m:r>
                              </m:num>
                              <m:den>
                                <m:f>
                                  <m:fPr>
                                    <m:ctrlPr>
                                      <a:rPr lang="es-ES" i="1">
                                        <a:latin typeface="Cambria Math" panose="02040503050406030204" pitchFamily="18" charset="0"/>
                                      </a:rPr>
                                    </m:ctrlPr>
                                  </m:fPr>
                                  <m:num>
                                    <m:r>
                                      <a:rPr lang="es-ES" i="1">
                                        <a:latin typeface="Cambria Math" panose="02040503050406030204" pitchFamily="18" charset="0"/>
                                      </a:rPr>
                                      <m:t>1</m:t>
                                    </m:r>
                                  </m:num>
                                  <m:den>
                                    <m:r>
                                      <m:rPr>
                                        <m:sty m:val="p"/>
                                      </m:rPr>
                                      <a:rPr lang="es-ES">
                                        <a:latin typeface="Cambria Math" panose="02040503050406030204" pitchFamily="18" charset="0"/>
                                      </a:rPr>
                                      <m:t>pre</m:t>
                                    </m:r>
                                    <m:r>
                                      <m:rPr>
                                        <m:sty m:val="p"/>
                                      </m:rPr>
                                      <a:rPr lang="es-ES" b="0" i="0" smtClean="0">
                                        <a:latin typeface="Cambria Math" panose="02040503050406030204" pitchFamily="18" charset="0"/>
                                      </a:rPr>
                                      <m:t>c</m:t>
                                    </m:r>
                                    <m:r>
                                      <m:rPr>
                                        <m:sty m:val="p"/>
                                      </m:rPr>
                                      <a:rPr lang="es-ES">
                                        <a:latin typeface="Cambria Math" panose="02040503050406030204" pitchFamily="18" charset="0"/>
                                      </a:rPr>
                                      <m:t>i</m:t>
                                    </m:r>
                                    <m:r>
                                      <m:rPr>
                                        <m:sty m:val="p"/>
                                      </m:rPr>
                                      <a:rPr lang="es-ES" b="0" i="0" smtClean="0">
                                        <a:latin typeface="Cambria Math" panose="02040503050406030204" pitchFamily="18" charset="0"/>
                                      </a:rPr>
                                      <m:t>s</m:t>
                                    </m:r>
                                    <m:r>
                                      <m:rPr>
                                        <m:sty m:val="p"/>
                                      </m:rPr>
                                      <a:rPr lang="es-ES">
                                        <a:latin typeface="Cambria Math" panose="02040503050406030204" pitchFamily="18" charset="0"/>
                                      </a:rPr>
                                      <m:t>i</m:t>
                                    </m:r>
                                    <m:r>
                                      <a:rPr lang="es-ES">
                                        <a:latin typeface="Cambria Math" panose="02040503050406030204" pitchFamily="18" charset="0"/>
                                      </a:rPr>
                                      <m:t>ó</m:t>
                                    </m:r>
                                    <m:r>
                                      <m:rPr>
                                        <m:sty m:val="p"/>
                                      </m:rPr>
                                      <a:rPr lang="es-ES">
                                        <a:latin typeface="Cambria Math" panose="02040503050406030204" pitchFamily="18" charset="0"/>
                                      </a:rPr>
                                      <m:t>n</m:t>
                                    </m:r>
                                  </m:den>
                                </m:f>
                                <m:r>
                                  <a:rPr lang="es-ES"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1</m:t>
                                    </m:r>
                                  </m:num>
                                  <m:den>
                                    <m:r>
                                      <m:rPr>
                                        <m:sty m:val="p"/>
                                      </m:rPr>
                                      <a:rPr lang="es-ES">
                                        <a:latin typeface="Cambria Math" panose="02040503050406030204" pitchFamily="18" charset="0"/>
                                      </a:rPr>
                                      <m:t>sensibilidad</m:t>
                                    </m:r>
                                  </m:den>
                                </m:f>
                              </m:den>
                            </m:f>
                          </m:e>
                        </m:mr>
                        <m:mr>
                          <m:e>
                            <m:r>
                              <a:rPr lang="es-ES" b="0" i="1" smtClean="0">
                                <a:latin typeface="Cambria Math" panose="02040503050406030204" pitchFamily="18" charset="0"/>
                              </a:rPr>
                              <m:t>=2</m:t>
                            </m:r>
                            <m:f>
                              <m:fPr>
                                <m:ctrlPr>
                                  <a:rPr lang="es-ES" b="0" i="1" smtClean="0">
                                    <a:latin typeface="Cambria Math" panose="02040503050406030204" pitchFamily="18" charset="0"/>
                                  </a:rPr>
                                </m:ctrlPr>
                              </m:fPr>
                              <m:num>
                                <m:r>
                                  <m:rPr>
                                    <m:sty m:val="p"/>
                                  </m:rPr>
                                  <a:rPr lang="es-ES">
                                    <a:latin typeface="Cambria Math" panose="02040503050406030204" pitchFamily="18" charset="0"/>
                                  </a:rPr>
                                  <m:t>pre</m:t>
                                </m:r>
                                <m:r>
                                  <m:rPr>
                                    <m:sty m:val="p"/>
                                  </m:rPr>
                                  <a:rPr lang="es-ES" b="0" i="0" smtClean="0">
                                    <a:latin typeface="Cambria Math" panose="02040503050406030204" pitchFamily="18" charset="0"/>
                                  </a:rPr>
                                  <m:t>c</m:t>
                                </m:r>
                                <m:r>
                                  <m:rPr>
                                    <m:sty m:val="p"/>
                                  </m:rPr>
                                  <a:rPr lang="es-ES">
                                    <a:latin typeface="Cambria Math" panose="02040503050406030204" pitchFamily="18" charset="0"/>
                                  </a:rPr>
                                  <m:t>i</m:t>
                                </m:r>
                                <m:r>
                                  <m:rPr>
                                    <m:sty m:val="p"/>
                                  </m:rPr>
                                  <a:rPr lang="es-ES" b="0" i="0" smtClean="0">
                                    <a:latin typeface="Cambria Math" panose="02040503050406030204" pitchFamily="18" charset="0"/>
                                  </a:rPr>
                                  <m:t>s</m:t>
                                </m:r>
                                <m:r>
                                  <m:rPr>
                                    <m:sty m:val="p"/>
                                  </m:rPr>
                                  <a:rPr lang="es-ES">
                                    <a:latin typeface="Cambria Math" panose="02040503050406030204" pitchFamily="18" charset="0"/>
                                  </a:rPr>
                                  <m:t>i</m:t>
                                </m:r>
                                <m:r>
                                  <a:rPr lang="es-ES">
                                    <a:latin typeface="Cambria Math" panose="02040503050406030204" pitchFamily="18" charset="0"/>
                                  </a:rPr>
                                  <m:t>ó</m:t>
                                </m:r>
                                <m:r>
                                  <m:rPr>
                                    <m:sty m:val="p"/>
                                  </m:rPr>
                                  <a:rPr lang="es-ES">
                                    <a:latin typeface="Cambria Math" panose="02040503050406030204" pitchFamily="18" charset="0"/>
                                  </a:rPr>
                                  <m:t>n</m:t>
                                </m:r>
                                <m:r>
                                  <a:rPr lang="es-ES" i="1" smtClean="0">
                                    <a:latin typeface="Cambria Math" panose="02040503050406030204" pitchFamily="18" charset="0"/>
                                    <a:ea typeface="Cambria Math" panose="02040503050406030204" pitchFamily="18" charset="0"/>
                                  </a:rPr>
                                  <m:t>×</m:t>
                                </m:r>
                                <m:r>
                                  <m:rPr>
                                    <m:sty m:val="p"/>
                                  </m:rPr>
                                  <a:rPr lang="es-ES">
                                    <a:latin typeface="Cambria Math" panose="02040503050406030204" pitchFamily="18" charset="0"/>
                                  </a:rPr>
                                  <m:t>sensibilidad</m:t>
                                </m:r>
                              </m:num>
                              <m:den>
                                <m:r>
                                  <m:rPr>
                                    <m:sty m:val="p"/>
                                  </m:rPr>
                                  <a:rPr lang="es-ES">
                                    <a:latin typeface="Cambria Math" panose="02040503050406030204" pitchFamily="18" charset="0"/>
                                  </a:rPr>
                                  <m:t>precisi</m:t>
                                </m:r>
                                <m:r>
                                  <a:rPr lang="es-ES">
                                    <a:latin typeface="Cambria Math" panose="02040503050406030204" pitchFamily="18" charset="0"/>
                                  </a:rPr>
                                  <m:t>ó</m:t>
                                </m:r>
                                <m:r>
                                  <m:rPr>
                                    <m:sty m:val="p"/>
                                  </m:rPr>
                                  <a:rPr lang="es-ES">
                                    <a:latin typeface="Cambria Math" panose="02040503050406030204" pitchFamily="18" charset="0"/>
                                  </a:rPr>
                                  <m:t>n</m:t>
                                </m:r>
                                <m:r>
                                  <a:rPr lang="es-ES" b="0" i="1" smtClean="0">
                                    <a:latin typeface="Cambria Math" panose="02040503050406030204" pitchFamily="18" charset="0"/>
                                  </a:rPr>
                                  <m:t>+</m:t>
                                </m:r>
                                <m:r>
                                  <m:rPr>
                                    <m:sty m:val="p"/>
                                  </m:rPr>
                                  <a:rPr lang="es-ES">
                                    <a:latin typeface="Cambria Math" panose="02040503050406030204" pitchFamily="18" charset="0"/>
                                  </a:rPr>
                                  <m:t>sensibilidad</m:t>
                                </m:r>
                              </m:den>
                            </m:f>
                          </m:e>
                        </m:mr>
                      </m:m>
                    </m:oMath>
                  </m:oMathPara>
                </a14:m>
                <a:endParaRPr lang="es-E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005" t="-1961" r="-1236"/>
                </a:stretch>
              </a:blipFill>
            </p:spPr>
            <p:txBody>
              <a:bodyPr/>
              <a:lstStyle/>
              <a:p>
                <a:r>
                  <a:rPr lang="es-ES">
                    <a:noFill/>
                  </a:rPr>
                  <a:t> </a:t>
                </a:r>
              </a:p>
            </p:txBody>
          </p:sp>
        </mc:Fallback>
      </mc:AlternateContent>
      <p:sp>
        <p:nvSpPr>
          <p:cNvPr id="4" name="Slide Number Placeholder 3"/>
          <p:cNvSpPr>
            <a:spLocks noGrp="1"/>
          </p:cNvSpPr>
          <p:nvPr>
            <p:ph type="sldNum" sz="quarter" idx="12"/>
          </p:nvPr>
        </p:nvSpPr>
        <p:spPr/>
        <p:txBody>
          <a:bodyPr/>
          <a:lstStyle/>
          <a:p>
            <a:fld id="{ED3C9F24-97CD-894E-963C-61E4D5D33747}" type="slidenum">
              <a:rPr lang="es-ES_tradnl" smtClean="0"/>
              <a:t>17</a:t>
            </a:fld>
            <a:endParaRPr lang="es-ES_tradnl"/>
          </a:p>
        </p:txBody>
      </p:sp>
    </p:spTree>
    <p:extLst>
      <p:ext uri="{BB962C8B-B14F-4D97-AF65-F5344CB8AC3E}">
        <p14:creationId xmlns:p14="http://schemas.microsoft.com/office/powerpoint/2010/main" val="2726294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Detección de anomalías</a:t>
            </a:r>
          </a:p>
        </p:txBody>
      </p:sp>
      <p:sp>
        <p:nvSpPr>
          <p:cNvPr id="3" name="Content Placeholder 2"/>
          <p:cNvSpPr>
            <a:spLocks noGrp="1"/>
          </p:cNvSpPr>
          <p:nvPr>
            <p:ph idx="1"/>
          </p:nvPr>
        </p:nvSpPr>
        <p:spPr/>
        <p:txBody>
          <a:bodyPr/>
          <a:lstStyle/>
          <a:p>
            <a:pPr marL="0" indent="0" algn="just">
              <a:buNone/>
            </a:pPr>
            <a:r>
              <a:rPr lang="es-ES" dirty="0"/>
              <a:t>Los datos de entrenamiento contienen valores anómalos (</a:t>
            </a:r>
            <a:r>
              <a:rPr lang="es-ES" dirty="0" err="1"/>
              <a:t>outliers</a:t>
            </a:r>
            <a:r>
              <a:rPr lang="es-ES" dirty="0"/>
              <a:t>) que se definen como observaciones que están lejos de los demás. </a:t>
            </a:r>
          </a:p>
          <a:p>
            <a:pPr marL="0" indent="0" algn="just">
              <a:buNone/>
            </a:pPr>
            <a:r>
              <a:rPr lang="es-ES" dirty="0"/>
              <a:t>Los estimadores de detección de valores anómalos intentan ajustarse a las regiones donde los datos de entrenamiento son los más concentrados, ignorando las observaciones desviadas.</a:t>
            </a:r>
          </a:p>
        </p:txBody>
      </p:sp>
      <p:sp>
        <p:nvSpPr>
          <p:cNvPr id="4" name="Slide Number Placeholder 3"/>
          <p:cNvSpPr>
            <a:spLocks noGrp="1"/>
          </p:cNvSpPr>
          <p:nvPr>
            <p:ph type="sldNum" sz="quarter" idx="12"/>
          </p:nvPr>
        </p:nvSpPr>
        <p:spPr/>
        <p:txBody>
          <a:bodyPr/>
          <a:lstStyle/>
          <a:p>
            <a:fld id="{ED3C9F24-97CD-894E-963C-61E4D5D33747}" type="slidenum">
              <a:rPr lang="es-ES_tradnl" smtClean="0"/>
              <a:t>18</a:t>
            </a:fld>
            <a:endParaRPr lang="es-ES_tradnl"/>
          </a:p>
        </p:txBody>
      </p:sp>
    </p:spTree>
    <p:extLst>
      <p:ext uri="{BB962C8B-B14F-4D97-AF65-F5344CB8AC3E}">
        <p14:creationId xmlns:p14="http://schemas.microsoft.com/office/powerpoint/2010/main" val="430249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Detección de anomalías</a:t>
            </a:r>
          </a:p>
        </p:txBody>
      </p:sp>
      <p:sp>
        <p:nvSpPr>
          <p:cNvPr id="3" name="Content Placeholder 2"/>
          <p:cNvSpPr>
            <a:spLocks noGrp="1"/>
          </p:cNvSpPr>
          <p:nvPr>
            <p:ph idx="1"/>
          </p:nvPr>
        </p:nvSpPr>
        <p:spPr/>
        <p:txBody>
          <a:bodyPr/>
          <a:lstStyle/>
          <a:p>
            <a:pPr marL="0" indent="0" algn="just">
              <a:buNone/>
            </a:pPr>
            <a:r>
              <a:rPr lang="es-ES" dirty="0"/>
              <a:t>La mayoría de los métodos de detección de anomalías crean un modelo para el comportamiento “normal” de los datos. </a:t>
            </a:r>
          </a:p>
          <a:p>
            <a:pPr marL="0" indent="0" algn="just">
              <a:buNone/>
            </a:pPr>
            <a:r>
              <a:rPr lang="es-ES" dirty="0"/>
              <a:t>Luego, ven que tanto se ajusta un dato particular a este modelo y se le asigna “puntaje de anormalidad”.</a:t>
            </a:r>
          </a:p>
          <a:p>
            <a:pPr marL="0" indent="0" algn="just">
              <a:buNone/>
            </a:pPr>
            <a:r>
              <a:rPr lang="es-ES" dirty="0"/>
              <a:t>Es por tanto, muy relevante la selección de un modelo adecuado.</a:t>
            </a:r>
          </a:p>
          <a:p>
            <a:pPr marL="0" indent="0" algn="just">
              <a:buNone/>
            </a:pPr>
            <a:endParaRPr lang="es-ES" dirty="0"/>
          </a:p>
        </p:txBody>
      </p:sp>
      <p:sp>
        <p:nvSpPr>
          <p:cNvPr id="4" name="Slide Number Placeholder 3"/>
          <p:cNvSpPr>
            <a:spLocks noGrp="1"/>
          </p:cNvSpPr>
          <p:nvPr>
            <p:ph type="sldNum" sz="quarter" idx="12"/>
          </p:nvPr>
        </p:nvSpPr>
        <p:spPr/>
        <p:txBody>
          <a:bodyPr/>
          <a:lstStyle/>
          <a:p>
            <a:fld id="{ED3C9F24-97CD-894E-963C-61E4D5D33747}" type="slidenum">
              <a:rPr lang="es-ES_tradnl" smtClean="0"/>
              <a:t>19</a:t>
            </a:fld>
            <a:endParaRPr lang="es-ES_tradnl"/>
          </a:p>
        </p:txBody>
      </p:sp>
    </p:spTree>
    <p:extLst>
      <p:ext uri="{BB962C8B-B14F-4D97-AF65-F5344CB8AC3E}">
        <p14:creationId xmlns:p14="http://schemas.microsoft.com/office/powerpoint/2010/main" val="22677908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Detección de anomalías</a:t>
            </a:r>
          </a:p>
        </p:txBody>
      </p:sp>
      <p:sp>
        <p:nvSpPr>
          <p:cNvPr id="4" name="Slide Number Placeholder 3"/>
          <p:cNvSpPr>
            <a:spLocks noGrp="1"/>
          </p:cNvSpPr>
          <p:nvPr>
            <p:ph type="sldNum" sz="quarter" idx="12"/>
          </p:nvPr>
        </p:nvSpPr>
        <p:spPr/>
        <p:txBody>
          <a:bodyPr/>
          <a:lstStyle/>
          <a:p>
            <a:fld id="{ED3C9F24-97CD-894E-963C-61E4D5D33747}" type="slidenum">
              <a:rPr lang="es-ES_tradnl" smtClean="0"/>
              <a:t>20</a:t>
            </a:fld>
            <a:endParaRPr lang="es-ES_tradnl"/>
          </a:p>
        </p:txBody>
      </p:sp>
      <p:graphicFrame>
        <p:nvGraphicFramePr>
          <p:cNvPr id="7" name="Diagrama 6"/>
          <p:cNvGraphicFramePr/>
          <p:nvPr>
            <p:extLst>
              <p:ext uri="{D42A27DB-BD31-4B8C-83A1-F6EECF244321}">
                <p14:modId xmlns:p14="http://schemas.microsoft.com/office/powerpoint/2010/main" val="1034663793"/>
              </p:ext>
            </p:extLst>
          </p:nvPr>
        </p:nvGraphicFramePr>
        <p:xfrm>
          <a:off x="528918" y="1370106"/>
          <a:ext cx="8265458" cy="36456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9776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es-ES" dirty="0"/>
              <a:t>Métodos estadísticos</a:t>
            </a:r>
            <a:br>
              <a:rPr lang="es-ES" dirty="0"/>
            </a:br>
            <a:endParaRPr lang="en-US" dirty="0"/>
          </a:p>
        </p:txBody>
      </p:sp>
    </p:spTree>
    <p:extLst>
      <p:ext uri="{BB962C8B-B14F-4D97-AF65-F5344CB8AC3E}">
        <p14:creationId xmlns:p14="http://schemas.microsoft.com/office/powerpoint/2010/main" val="40985605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Métodos estadísticos</a:t>
            </a:r>
          </a:p>
        </p:txBody>
      </p:sp>
      <p:sp>
        <p:nvSpPr>
          <p:cNvPr id="3" name="Content Placeholder 2"/>
          <p:cNvSpPr>
            <a:spLocks noGrp="1"/>
          </p:cNvSpPr>
          <p:nvPr>
            <p:ph idx="1"/>
          </p:nvPr>
        </p:nvSpPr>
        <p:spPr>
          <a:xfrm>
            <a:off x="628650" y="1527071"/>
            <a:ext cx="7886700" cy="4351338"/>
          </a:xfrm>
        </p:spPr>
        <p:txBody>
          <a:bodyPr>
            <a:normAutofit/>
          </a:bodyPr>
          <a:lstStyle/>
          <a:p>
            <a:pPr marL="0" indent="0" algn="just">
              <a:buNone/>
            </a:pPr>
            <a:r>
              <a:rPr lang="es-ES" sz="2000" dirty="0"/>
              <a:t>Una forma común de realizar una detección anomalías es asumir que los datos normales provienen de una distribución conocida (por ejemplo, una distribución Gaussiana). </a:t>
            </a:r>
          </a:p>
          <a:p>
            <a:pPr marL="0" indent="0" algn="just">
              <a:buNone/>
            </a:pPr>
            <a:r>
              <a:rPr lang="es-ES" sz="2000" dirty="0"/>
              <a:t>Se definen las observaciones anómalas como observaciones que se encuentran lo suficientemente lejos de la forma ajustada.</a:t>
            </a:r>
          </a:p>
        </p:txBody>
      </p:sp>
      <p:sp>
        <p:nvSpPr>
          <p:cNvPr id="4" name="Slide Number Placeholder 3"/>
          <p:cNvSpPr>
            <a:spLocks noGrp="1"/>
          </p:cNvSpPr>
          <p:nvPr>
            <p:ph type="sldNum" sz="quarter" idx="12"/>
          </p:nvPr>
        </p:nvSpPr>
        <p:spPr/>
        <p:txBody>
          <a:bodyPr/>
          <a:lstStyle/>
          <a:p>
            <a:fld id="{ED3C9F24-97CD-894E-963C-61E4D5D33747}" type="slidenum">
              <a:rPr lang="es-ES_tradnl" smtClean="0"/>
              <a:t>22</a:t>
            </a:fld>
            <a:endParaRPr lang="es-ES_tradnl"/>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59115" y="3200399"/>
            <a:ext cx="4100640" cy="2905303"/>
          </a:xfrm>
          <a:prstGeom prst="rect">
            <a:avLst/>
          </a:prstGeom>
        </p:spPr>
      </p:pic>
    </p:spTree>
    <p:extLst>
      <p:ext uri="{BB962C8B-B14F-4D97-AF65-F5344CB8AC3E}">
        <p14:creationId xmlns:p14="http://schemas.microsoft.com/office/powerpoint/2010/main" val="21578707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Métodos estadísticos</a:t>
            </a:r>
            <a:endParaRPr lang="en-US" dirty="0"/>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p:txBody>
              <a:bodyPr/>
              <a:lstStyle/>
              <a:p>
                <a:pPr marL="0" indent="0" algn="just">
                  <a:spcAft>
                    <a:spcPts val="1200"/>
                  </a:spcAft>
                  <a:buNone/>
                </a:pPr>
                <a:r>
                  <a:rPr lang="es-CL" dirty="0"/>
                  <a:t>La función densidad de probabilidad para una distribución normal con media </a:t>
                </a:r>
                <a:r>
                  <a:rPr lang="es-CL" dirty="0">
                    <a:sym typeface="Symbol" panose="05050102010706020507" pitchFamily="18" charset="2"/>
                  </a:rPr>
                  <a:t> y desviación estándar  se define como:</a:t>
                </a:r>
              </a:p>
              <a:p>
                <a:pPr marL="0" indent="0">
                  <a:spcAft>
                    <a:spcPts val="1200"/>
                  </a:spcAft>
                  <a:buNone/>
                </a:pPr>
                <a14:m>
                  <m:oMathPara xmlns:m="http://schemas.openxmlformats.org/officeDocument/2006/math">
                    <m:oMathParaPr>
                      <m:jc m:val="centerGroup"/>
                    </m:oMathParaPr>
                    <m:oMath xmlns:m="http://schemas.openxmlformats.org/officeDocument/2006/math">
                      <m:r>
                        <a:rPr lang="es-CL" i="1" smtClean="0">
                          <a:latin typeface="Cambria Math" panose="02040503050406030204" pitchFamily="18" charset="0"/>
                        </a:rPr>
                        <m:t>𝑓</m:t>
                      </m:r>
                      <m:d>
                        <m:dPr>
                          <m:ctrlPr>
                            <a:rPr lang="es-CL" b="0" i="1" smtClean="0">
                              <a:latin typeface="Cambria Math" panose="02040503050406030204" pitchFamily="18" charset="0"/>
                            </a:rPr>
                          </m:ctrlPr>
                        </m:dPr>
                        <m:e>
                          <m:r>
                            <a:rPr lang="es-CL" b="0" i="1" smtClean="0">
                              <a:latin typeface="Cambria Math" panose="02040503050406030204" pitchFamily="18" charset="0"/>
                            </a:rPr>
                            <m:t>𝑥</m:t>
                          </m:r>
                        </m:e>
                      </m:d>
                      <m:r>
                        <a:rPr lang="es-CL" b="0" i="1" smtClean="0">
                          <a:latin typeface="Cambria Math" panose="02040503050406030204" pitchFamily="18" charset="0"/>
                        </a:rPr>
                        <m:t>=</m:t>
                      </m:r>
                      <m:f>
                        <m:fPr>
                          <m:ctrlPr>
                            <a:rPr lang="es-CL" b="0" i="1" smtClean="0">
                              <a:latin typeface="Cambria Math" panose="02040503050406030204" pitchFamily="18" charset="0"/>
                            </a:rPr>
                          </m:ctrlPr>
                        </m:fPr>
                        <m:num>
                          <m:r>
                            <a:rPr lang="es-CL" b="0" i="1" smtClean="0">
                              <a:latin typeface="Cambria Math" panose="02040503050406030204" pitchFamily="18" charset="0"/>
                            </a:rPr>
                            <m:t>1</m:t>
                          </m:r>
                        </m:num>
                        <m:den>
                          <m:r>
                            <a:rPr lang="es-CL" b="0" i="1" smtClean="0">
                              <a:latin typeface="Cambria Math" panose="02040503050406030204" pitchFamily="18" charset="0"/>
                              <a:ea typeface="Cambria Math" panose="02040503050406030204" pitchFamily="18" charset="0"/>
                            </a:rPr>
                            <m:t>𝜎</m:t>
                          </m:r>
                          <m:rad>
                            <m:radPr>
                              <m:degHide m:val="on"/>
                              <m:ctrlPr>
                                <a:rPr lang="es-CL" b="0" i="1" smtClean="0">
                                  <a:latin typeface="Cambria Math" panose="02040503050406030204" pitchFamily="18" charset="0"/>
                                  <a:ea typeface="Cambria Math" panose="02040503050406030204" pitchFamily="18" charset="0"/>
                                </a:rPr>
                              </m:ctrlPr>
                            </m:radPr>
                            <m:deg/>
                            <m:e>
                              <m:r>
                                <a:rPr lang="es-CL" b="0" i="1" smtClean="0">
                                  <a:latin typeface="Cambria Math" panose="02040503050406030204" pitchFamily="18" charset="0"/>
                                  <a:ea typeface="Cambria Math" panose="02040503050406030204" pitchFamily="18" charset="0"/>
                                </a:rPr>
                                <m:t>2</m:t>
                              </m:r>
                              <m:r>
                                <a:rPr lang="es-CL" b="0" i="1" smtClean="0">
                                  <a:latin typeface="Cambria Math" panose="02040503050406030204" pitchFamily="18" charset="0"/>
                                  <a:ea typeface="Cambria Math" panose="02040503050406030204" pitchFamily="18" charset="0"/>
                                </a:rPr>
                                <m:t>𝜋</m:t>
                              </m:r>
                            </m:e>
                          </m:rad>
                        </m:den>
                      </m:f>
                      <m:sSup>
                        <m:sSupPr>
                          <m:ctrlPr>
                            <a:rPr lang="es-CL" b="0" i="1" smtClean="0">
                              <a:latin typeface="Cambria Math" panose="02040503050406030204" pitchFamily="18" charset="0"/>
                            </a:rPr>
                          </m:ctrlPr>
                        </m:sSupPr>
                        <m:e>
                          <m:r>
                            <a:rPr lang="es-CL" b="0" i="1" smtClean="0">
                              <a:latin typeface="Cambria Math" panose="02040503050406030204" pitchFamily="18" charset="0"/>
                            </a:rPr>
                            <m:t>𝑒</m:t>
                          </m:r>
                        </m:e>
                        <m:sup>
                          <m:r>
                            <a:rPr lang="es-CL" b="0" i="1" smtClean="0">
                              <a:latin typeface="Cambria Math" panose="02040503050406030204" pitchFamily="18" charset="0"/>
                            </a:rPr>
                            <m:t>−</m:t>
                          </m:r>
                          <m:f>
                            <m:fPr>
                              <m:ctrlPr>
                                <a:rPr lang="es-CL" b="0" i="1" smtClean="0">
                                  <a:latin typeface="Cambria Math" panose="02040503050406030204" pitchFamily="18" charset="0"/>
                                </a:rPr>
                              </m:ctrlPr>
                            </m:fPr>
                            <m:num>
                              <m:sSup>
                                <m:sSupPr>
                                  <m:ctrlPr>
                                    <a:rPr lang="es-CL" b="0" i="1" smtClean="0">
                                      <a:latin typeface="Cambria Math" panose="02040503050406030204" pitchFamily="18" charset="0"/>
                                    </a:rPr>
                                  </m:ctrlPr>
                                </m:sSupPr>
                                <m:e>
                                  <m:r>
                                    <a:rPr lang="es-CL" b="0" i="1" smtClean="0">
                                      <a:latin typeface="Cambria Math" panose="02040503050406030204" pitchFamily="18" charset="0"/>
                                    </a:rPr>
                                    <m:t>(</m:t>
                                  </m:r>
                                  <m:r>
                                    <a:rPr lang="es-CL" b="0" i="1" smtClean="0">
                                      <a:latin typeface="Cambria Math" panose="02040503050406030204" pitchFamily="18" charset="0"/>
                                    </a:rPr>
                                    <m:t>𝑥</m:t>
                                  </m:r>
                                  <m:r>
                                    <a:rPr lang="es-CL" b="0" i="1" smtClean="0">
                                      <a:latin typeface="Cambria Math" panose="02040503050406030204" pitchFamily="18" charset="0"/>
                                    </a:rPr>
                                    <m:t>−</m:t>
                                  </m:r>
                                  <m:r>
                                    <a:rPr lang="es-CL" b="0" i="1" smtClean="0">
                                      <a:latin typeface="Cambria Math" panose="02040503050406030204" pitchFamily="18" charset="0"/>
                                      <a:ea typeface="Cambria Math" panose="02040503050406030204" pitchFamily="18" charset="0"/>
                                    </a:rPr>
                                    <m:t>𝜇</m:t>
                                  </m:r>
                                  <m:r>
                                    <a:rPr lang="es-CL" b="0" i="1" smtClean="0">
                                      <a:latin typeface="Cambria Math" panose="02040503050406030204" pitchFamily="18" charset="0"/>
                                      <a:ea typeface="Cambria Math" panose="02040503050406030204" pitchFamily="18" charset="0"/>
                                    </a:rPr>
                                    <m:t>)</m:t>
                                  </m:r>
                                </m:e>
                                <m:sup>
                                  <m:r>
                                    <a:rPr lang="es-CL" b="0" i="1" smtClean="0">
                                      <a:latin typeface="Cambria Math" panose="02040503050406030204" pitchFamily="18" charset="0"/>
                                    </a:rPr>
                                    <m:t>2</m:t>
                                  </m:r>
                                </m:sup>
                              </m:sSup>
                            </m:num>
                            <m:den>
                              <m:r>
                                <a:rPr lang="es-CL" b="0" i="1" smtClean="0">
                                  <a:latin typeface="Cambria Math" panose="02040503050406030204" pitchFamily="18" charset="0"/>
                                </a:rPr>
                                <m:t>2</m:t>
                              </m:r>
                              <m:sSup>
                                <m:sSupPr>
                                  <m:ctrlPr>
                                    <a:rPr lang="es-CL" b="0" i="1" smtClean="0">
                                      <a:latin typeface="Cambria Math" panose="02040503050406030204" pitchFamily="18" charset="0"/>
                                    </a:rPr>
                                  </m:ctrlPr>
                                </m:sSupPr>
                                <m:e>
                                  <m:r>
                                    <a:rPr lang="es-CL" b="0" i="1" smtClean="0">
                                      <a:latin typeface="Cambria Math" panose="02040503050406030204" pitchFamily="18" charset="0"/>
                                      <a:ea typeface="Cambria Math" panose="02040503050406030204" pitchFamily="18" charset="0"/>
                                    </a:rPr>
                                    <m:t>𝜎</m:t>
                                  </m:r>
                                </m:e>
                                <m:sup>
                                  <m:r>
                                    <a:rPr lang="es-CL" b="0" i="1" smtClean="0">
                                      <a:latin typeface="Cambria Math" panose="02040503050406030204" pitchFamily="18" charset="0"/>
                                    </a:rPr>
                                    <m:t>2</m:t>
                                  </m:r>
                                </m:sup>
                              </m:sSup>
                            </m:den>
                          </m:f>
                        </m:sup>
                      </m:sSup>
                    </m:oMath>
                  </m:oMathPara>
                </a14:m>
                <a:endParaRPr lang="en-US" dirty="0"/>
              </a:p>
              <a:p>
                <a:pPr marL="0" indent="0">
                  <a:spcAft>
                    <a:spcPts val="1200"/>
                  </a:spcAft>
                  <a:buNone/>
                </a:pPr>
                <a:r>
                  <a:rPr lang="es-CL" dirty="0"/>
                  <a:t>Luego se puede calcular el z-score como:</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s-CL" b="0" i="1" smtClean="0">
                              <a:latin typeface="Cambria Math" panose="02040503050406030204" pitchFamily="18" charset="0"/>
                            </a:rPr>
                            <m:t>𝑧</m:t>
                          </m:r>
                        </m:e>
                        <m:sub>
                          <m:r>
                            <a:rPr lang="es-CL" b="0" i="1" smtClean="0">
                              <a:latin typeface="Cambria Math" panose="02040503050406030204" pitchFamily="18" charset="0"/>
                            </a:rPr>
                            <m:t>𝑖</m:t>
                          </m:r>
                        </m:sub>
                      </m:sSub>
                      <m:r>
                        <a:rPr lang="es-CL" b="0" i="1" smtClean="0">
                          <a:latin typeface="Cambria Math" panose="02040503050406030204" pitchFamily="18" charset="0"/>
                        </a:rPr>
                        <m:t>=</m:t>
                      </m:r>
                      <m:f>
                        <m:fPr>
                          <m:ctrlPr>
                            <a:rPr lang="es-CL" b="0" i="1" smtClean="0">
                              <a:latin typeface="Cambria Math" panose="02040503050406030204" pitchFamily="18" charset="0"/>
                            </a:rPr>
                          </m:ctrlPr>
                        </m:fPr>
                        <m:num>
                          <m:sSub>
                            <m:sSubPr>
                              <m:ctrlPr>
                                <a:rPr lang="es-CL" b="0" i="1" smtClean="0">
                                  <a:latin typeface="Cambria Math" panose="02040503050406030204" pitchFamily="18" charset="0"/>
                                </a:rPr>
                              </m:ctrlPr>
                            </m:sSubPr>
                            <m:e>
                              <m:r>
                                <a:rPr lang="es-CL" b="0" i="1" smtClean="0">
                                  <a:latin typeface="Cambria Math" panose="02040503050406030204" pitchFamily="18" charset="0"/>
                                </a:rPr>
                                <m:t>𝑥</m:t>
                              </m:r>
                            </m:e>
                            <m:sub>
                              <m:r>
                                <a:rPr lang="es-CL" b="0" i="1" smtClean="0">
                                  <a:latin typeface="Cambria Math" panose="02040503050406030204" pitchFamily="18" charset="0"/>
                                </a:rPr>
                                <m:t>𝑖</m:t>
                              </m:r>
                            </m:sub>
                          </m:sSub>
                          <m:r>
                            <a:rPr lang="es-CL" b="0" i="1" smtClean="0">
                              <a:latin typeface="Cambria Math" panose="02040503050406030204" pitchFamily="18" charset="0"/>
                            </a:rPr>
                            <m:t>−</m:t>
                          </m:r>
                          <m:r>
                            <a:rPr lang="es-CL" b="0" i="1" smtClean="0">
                              <a:latin typeface="Cambria Math" panose="02040503050406030204" pitchFamily="18" charset="0"/>
                              <a:ea typeface="Cambria Math" panose="02040503050406030204" pitchFamily="18" charset="0"/>
                            </a:rPr>
                            <m:t>𝜇</m:t>
                          </m:r>
                        </m:num>
                        <m:den>
                          <m:r>
                            <a:rPr lang="es-CL" b="0" i="1" smtClean="0">
                              <a:latin typeface="Cambria Math" panose="02040503050406030204" pitchFamily="18" charset="0"/>
                              <a:ea typeface="Cambria Math" panose="02040503050406030204" pitchFamily="18" charset="0"/>
                            </a:rPr>
                            <m:t>𝜎</m:t>
                          </m:r>
                        </m:den>
                      </m:f>
                    </m:oMath>
                  </m:oMathPara>
                </a14:m>
                <a:endParaRPr lang="en-US"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blipFill>
                <a:blip r:embed="rId2"/>
                <a:stretch>
                  <a:fillRect l="-1159" t="-1961" r="-1236"/>
                </a:stretch>
              </a:blipFill>
            </p:spPr>
            <p:txBody>
              <a:bodyPr/>
              <a:lstStyle/>
              <a:p>
                <a:r>
                  <a:rPr lang="en-US">
                    <a:noFill/>
                  </a:rPr>
                  <a:t> </a:t>
                </a:r>
              </a:p>
            </p:txBody>
          </p:sp>
        </mc:Fallback>
      </mc:AlternateContent>
    </p:spTree>
    <p:extLst>
      <p:ext uri="{BB962C8B-B14F-4D97-AF65-F5344CB8AC3E}">
        <p14:creationId xmlns:p14="http://schemas.microsoft.com/office/powerpoint/2010/main" val="25222858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Métodos estadísticos</a:t>
            </a:r>
            <a:endParaRPr lang="en-US" dirty="0"/>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p:txBody>
              <a:bodyPr/>
              <a:lstStyle/>
              <a:p>
                <a:pPr marL="0" indent="0" algn="just">
                  <a:spcAft>
                    <a:spcPts val="1200"/>
                  </a:spcAft>
                  <a:buNone/>
                </a:pPr>
                <a:r>
                  <a:rPr lang="es-CL" dirty="0"/>
                  <a:t>En el caso de más de un parámetro se puede ajustar a una función Gaussiana </a:t>
                </a:r>
                <a:r>
                  <a:rPr lang="es-CL" dirty="0" err="1"/>
                  <a:t>multivariable</a:t>
                </a:r>
                <a:r>
                  <a:rPr lang="es-CL" dirty="0"/>
                  <a:t>. El vector </a:t>
                </a:r>
                <a14:m>
                  <m:oMath xmlns:m="http://schemas.openxmlformats.org/officeDocument/2006/math">
                    <m:r>
                      <a:rPr lang="es-CL" b="1" i="0" smtClean="0">
                        <a:latin typeface="Cambria Math" panose="02040503050406030204" pitchFamily="18" charset="0"/>
                        <a:ea typeface="Cambria Math" panose="02040503050406030204" pitchFamily="18" charset="0"/>
                      </a:rPr>
                      <m:t>𝛍</m:t>
                    </m:r>
                  </m:oMath>
                </a14:m>
                <a:r>
                  <a:rPr lang="es-CL" b="1" dirty="0"/>
                  <a:t> </a:t>
                </a:r>
                <a:r>
                  <a:rPr lang="es-CL" dirty="0"/>
                  <a:t>define a la media de los datos y </a:t>
                </a:r>
                <a14:m>
                  <m:oMath xmlns:m="http://schemas.openxmlformats.org/officeDocument/2006/math">
                    <m:r>
                      <a:rPr lang="es-CL" b="1" i="0" smtClean="0">
                        <a:latin typeface="Cambria Math" panose="02040503050406030204" pitchFamily="18" charset="0"/>
                        <a:ea typeface="Cambria Math" panose="02040503050406030204" pitchFamily="18" charset="0"/>
                      </a:rPr>
                      <m:t>∑</m:t>
                    </m:r>
                  </m:oMath>
                </a14:m>
                <a:r>
                  <a:rPr lang="es-CL" b="1" dirty="0"/>
                  <a:t> </a:t>
                </a:r>
                <a:r>
                  <a:rPr lang="es-CL" dirty="0"/>
                  <a:t>la matriz de covarianzas. La función densidad de probabilidad viene dada por:</a:t>
                </a:r>
              </a:p>
              <a:p>
                <a:pPr marL="0" indent="0" algn="just">
                  <a:spcAft>
                    <a:spcPts val="1200"/>
                  </a:spcAft>
                  <a:buNone/>
                </a:pPr>
                <a14:m>
                  <m:oMathPara xmlns:m="http://schemas.openxmlformats.org/officeDocument/2006/math">
                    <m:oMathParaPr>
                      <m:jc m:val="centerGroup"/>
                    </m:oMathParaPr>
                    <m:oMath xmlns:m="http://schemas.openxmlformats.org/officeDocument/2006/math">
                      <m:r>
                        <a:rPr lang="es-CL" i="1">
                          <a:latin typeface="Cambria Math" panose="02040503050406030204" pitchFamily="18" charset="0"/>
                        </a:rPr>
                        <m:t>𝑓</m:t>
                      </m:r>
                      <m:d>
                        <m:dPr>
                          <m:ctrlPr>
                            <a:rPr lang="es-CL" i="1">
                              <a:latin typeface="Cambria Math" panose="02040503050406030204" pitchFamily="18" charset="0"/>
                            </a:rPr>
                          </m:ctrlPr>
                        </m:dPr>
                        <m:e>
                          <m:r>
                            <a:rPr lang="es-CL" b="1" i="0">
                              <a:latin typeface="Cambria Math" panose="02040503050406030204" pitchFamily="18" charset="0"/>
                            </a:rPr>
                            <m:t>𝐱</m:t>
                          </m:r>
                        </m:e>
                      </m:d>
                      <m:r>
                        <a:rPr lang="es-CL" i="1">
                          <a:latin typeface="Cambria Math" panose="02040503050406030204" pitchFamily="18" charset="0"/>
                        </a:rPr>
                        <m:t>=</m:t>
                      </m:r>
                      <m:f>
                        <m:fPr>
                          <m:ctrlPr>
                            <a:rPr lang="es-CL" i="1">
                              <a:latin typeface="Cambria Math" panose="02040503050406030204" pitchFamily="18" charset="0"/>
                            </a:rPr>
                          </m:ctrlPr>
                        </m:fPr>
                        <m:num>
                          <m:r>
                            <a:rPr lang="es-CL" i="1">
                              <a:latin typeface="Cambria Math" panose="02040503050406030204" pitchFamily="18" charset="0"/>
                            </a:rPr>
                            <m:t>1</m:t>
                          </m:r>
                        </m:num>
                        <m:den>
                          <m:rad>
                            <m:radPr>
                              <m:degHide m:val="on"/>
                              <m:ctrlPr>
                                <a:rPr lang="es-CL" i="1">
                                  <a:latin typeface="Cambria Math" panose="02040503050406030204" pitchFamily="18" charset="0"/>
                                  <a:ea typeface="Cambria Math" panose="02040503050406030204" pitchFamily="18" charset="0"/>
                                </a:rPr>
                              </m:ctrlPr>
                            </m:radPr>
                            <m:deg/>
                            <m:e>
                              <m:d>
                                <m:dPr>
                                  <m:begChr m:val="|"/>
                                  <m:endChr m:val="|"/>
                                  <m:ctrlPr>
                                    <a:rPr lang="es-CL" i="1" smtClean="0">
                                      <a:latin typeface="Cambria Math" panose="02040503050406030204" pitchFamily="18" charset="0"/>
                                      <a:ea typeface="Cambria Math" panose="02040503050406030204" pitchFamily="18" charset="0"/>
                                    </a:rPr>
                                  </m:ctrlPr>
                                </m:dPr>
                                <m:e>
                                  <m:r>
                                    <a:rPr lang="es-CL" b="1">
                                      <a:latin typeface="Cambria Math" panose="02040503050406030204" pitchFamily="18" charset="0"/>
                                      <a:ea typeface="Cambria Math" panose="02040503050406030204" pitchFamily="18" charset="0"/>
                                    </a:rPr>
                                    <m:t>∑</m:t>
                                  </m:r>
                                </m:e>
                              </m:d>
                            </m:e>
                          </m:rad>
                          <m:sSup>
                            <m:sSupPr>
                              <m:ctrlPr>
                                <a:rPr lang="es-CL" i="1" smtClean="0">
                                  <a:latin typeface="Cambria Math" panose="02040503050406030204" pitchFamily="18" charset="0"/>
                                  <a:ea typeface="Cambria Math" panose="02040503050406030204" pitchFamily="18" charset="0"/>
                                </a:rPr>
                              </m:ctrlPr>
                            </m:sSupPr>
                            <m:e>
                              <m:d>
                                <m:dPr>
                                  <m:ctrlPr>
                                    <a:rPr lang="es-CL" i="1" smtClean="0">
                                      <a:latin typeface="Cambria Math" panose="02040503050406030204" pitchFamily="18" charset="0"/>
                                      <a:ea typeface="Cambria Math" panose="02040503050406030204" pitchFamily="18" charset="0"/>
                                    </a:rPr>
                                  </m:ctrlPr>
                                </m:dPr>
                                <m:e>
                                  <m:r>
                                    <a:rPr lang="es-CL" b="0" i="1" smtClean="0">
                                      <a:latin typeface="Cambria Math" panose="02040503050406030204" pitchFamily="18" charset="0"/>
                                      <a:ea typeface="Cambria Math" panose="02040503050406030204" pitchFamily="18" charset="0"/>
                                    </a:rPr>
                                    <m:t>2</m:t>
                                  </m:r>
                                  <m:r>
                                    <a:rPr lang="es-CL" b="0" i="1" smtClean="0">
                                      <a:latin typeface="Cambria Math" panose="02040503050406030204" pitchFamily="18" charset="0"/>
                                      <a:ea typeface="Cambria Math" panose="02040503050406030204" pitchFamily="18" charset="0"/>
                                    </a:rPr>
                                    <m:t>𝜋</m:t>
                                  </m:r>
                                </m:e>
                              </m:d>
                            </m:e>
                            <m:sup>
                              <m:r>
                                <a:rPr lang="es-CL" b="0" i="1" smtClean="0">
                                  <a:latin typeface="Cambria Math" panose="02040503050406030204" pitchFamily="18" charset="0"/>
                                  <a:ea typeface="Cambria Math" panose="02040503050406030204" pitchFamily="18" charset="0"/>
                                </a:rPr>
                                <m:t>𝑑</m:t>
                              </m:r>
                              <m:r>
                                <a:rPr lang="es-CL" b="0" i="1" smtClean="0">
                                  <a:latin typeface="Cambria Math" panose="02040503050406030204" pitchFamily="18" charset="0"/>
                                  <a:ea typeface="Cambria Math" panose="02040503050406030204" pitchFamily="18" charset="0"/>
                                </a:rPr>
                                <m:t>/2</m:t>
                              </m:r>
                            </m:sup>
                          </m:sSup>
                        </m:den>
                      </m:f>
                      <m:r>
                        <a:rPr lang="es-CL" b="0" i="1" smtClean="0">
                          <a:latin typeface="Cambria Math" panose="02040503050406030204" pitchFamily="18" charset="0"/>
                          <a:ea typeface="Cambria Math" panose="02040503050406030204" pitchFamily="18" charset="0"/>
                        </a:rPr>
                        <m:t>𝑒</m:t>
                      </m:r>
                      <m:d>
                        <m:dPr>
                          <m:begChr m:val="["/>
                          <m:endChr m:val="]"/>
                          <m:ctrlPr>
                            <a:rPr lang="es-CL" b="0" i="1" smtClean="0">
                              <a:latin typeface="Cambria Math" panose="02040503050406030204" pitchFamily="18" charset="0"/>
                              <a:ea typeface="Cambria Math" panose="02040503050406030204" pitchFamily="18" charset="0"/>
                            </a:rPr>
                          </m:ctrlPr>
                        </m:dPr>
                        <m:e>
                          <m:r>
                            <a:rPr lang="es-CL" b="0" i="1" smtClean="0">
                              <a:latin typeface="Cambria Math" panose="02040503050406030204" pitchFamily="18" charset="0"/>
                              <a:ea typeface="Cambria Math" panose="02040503050406030204" pitchFamily="18" charset="0"/>
                            </a:rPr>
                            <m:t>−</m:t>
                          </m:r>
                          <m:f>
                            <m:fPr>
                              <m:ctrlPr>
                                <a:rPr lang="es-CL" b="0" i="1" smtClean="0">
                                  <a:latin typeface="Cambria Math" panose="02040503050406030204" pitchFamily="18" charset="0"/>
                                  <a:ea typeface="Cambria Math" panose="02040503050406030204" pitchFamily="18" charset="0"/>
                                </a:rPr>
                              </m:ctrlPr>
                            </m:fPr>
                            <m:num>
                              <m:r>
                                <a:rPr lang="es-CL" b="0" i="1" smtClean="0">
                                  <a:latin typeface="Cambria Math" panose="02040503050406030204" pitchFamily="18" charset="0"/>
                                  <a:ea typeface="Cambria Math" panose="02040503050406030204" pitchFamily="18" charset="0"/>
                                </a:rPr>
                                <m:t>1</m:t>
                              </m:r>
                            </m:num>
                            <m:den>
                              <m:r>
                                <a:rPr lang="es-CL" b="0" i="1" smtClean="0">
                                  <a:latin typeface="Cambria Math" panose="02040503050406030204" pitchFamily="18" charset="0"/>
                                  <a:ea typeface="Cambria Math" panose="02040503050406030204" pitchFamily="18" charset="0"/>
                                </a:rPr>
                                <m:t>2</m:t>
                              </m:r>
                            </m:den>
                          </m:f>
                          <m:d>
                            <m:dPr>
                              <m:ctrlPr>
                                <a:rPr lang="es-CL" b="0" i="1" smtClean="0">
                                  <a:latin typeface="Cambria Math" panose="02040503050406030204" pitchFamily="18" charset="0"/>
                                  <a:ea typeface="Cambria Math" panose="02040503050406030204" pitchFamily="18" charset="0"/>
                                </a:rPr>
                              </m:ctrlPr>
                            </m:dPr>
                            <m:e>
                              <m:r>
                                <a:rPr lang="es-CL" b="1">
                                  <a:latin typeface="Cambria Math" panose="02040503050406030204" pitchFamily="18" charset="0"/>
                                </a:rPr>
                                <m:t>𝐱</m:t>
                              </m:r>
                              <m:r>
                                <a:rPr lang="es-CL" b="0" i="1" smtClean="0">
                                  <a:latin typeface="Cambria Math" panose="02040503050406030204" pitchFamily="18" charset="0"/>
                                </a:rPr>
                                <m:t>−</m:t>
                              </m:r>
                              <m:r>
                                <a:rPr lang="es-CL" b="1">
                                  <a:latin typeface="Cambria Math" panose="02040503050406030204" pitchFamily="18" charset="0"/>
                                  <a:ea typeface="Cambria Math" panose="02040503050406030204" pitchFamily="18" charset="0"/>
                                </a:rPr>
                                <m:t>𝛍</m:t>
                              </m:r>
                            </m:e>
                          </m:d>
                          <m:sSup>
                            <m:sSupPr>
                              <m:ctrlPr>
                                <a:rPr lang="es-CL" b="0" i="1" smtClean="0">
                                  <a:latin typeface="Cambria Math" panose="02040503050406030204" pitchFamily="18" charset="0"/>
                                  <a:ea typeface="Cambria Math" panose="02040503050406030204" pitchFamily="18" charset="0"/>
                                </a:rPr>
                              </m:ctrlPr>
                            </m:sSupPr>
                            <m:e>
                              <m:r>
                                <a:rPr lang="es-CL" b="1">
                                  <a:latin typeface="Cambria Math" panose="02040503050406030204" pitchFamily="18" charset="0"/>
                                  <a:ea typeface="Cambria Math" panose="02040503050406030204" pitchFamily="18" charset="0"/>
                                </a:rPr>
                                <m:t>∑</m:t>
                              </m:r>
                            </m:e>
                            <m:sup>
                              <m:r>
                                <a:rPr lang="es-CL" b="0" i="1" smtClean="0">
                                  <a:latin typeface="Cambria Math" panose="02040503050406030204" pitchFamily="18" charset="0"/>
                                  <a:ea typeface="Cambria Math" panose="02040503050406030204" pitchFamily="18" charset="0"/>
                                </a:rPr>
                                <m:t>−1</m:t>
                              </m:r>
                            </m:sup>
                          </m:sSup>
                          <m:sSup>
                            <m:sSupPr>
                              <m:ctrlPr>
                                <a:rPr lang="es-CL" b="0" i="1" smtClean="0">
                                  <a:latin typeface="Cambria Math" panose="02040503050406030204" pitchFamily="18" charset="0"/>
                                  <a:ea typeface="Cambria Math" panose="02040503050406030204" pitchFamily="18" charset="0"/>
                                </a:rPr>
                              </m:ctrlPr>
                            </m:sSupPr>
                            <m:e>
                              <m:d>
                                <m:dPr>
                                  <m:ctrlPr>
                                    <a:rPr lang="es-CL" i="1">
                                      <a:latin typeface="Cambria Math" panose="02040503050406030204" pitchFamily="18" charset="0"/>
                                      <a:ea typeface="Cambria Math" panose="02040503050406030204" pitchFamily="18" charset="0"/>
                                    </a:rPr>
                                  </m:ctrlPr>
                                </m:dPr>
                                <m:e>
                                  <m:r>
                                    <a:rPr lang="es-CL" b="1">
                                      <a:latin typeface="Cambria Math" panose="02040503050406030204" pitchFamily="18" charset="0"/>
                                    </a:rPr>
                                    <m:t>𝐱</m:t>
                                  </m:r>
                                  <m:r>
                                    <a:rPr lang="es-CL" i="1">
                                      <a:latin typeface="Cambria Math" panose="02040503050406030204" pitchFamily="18" charset="0"/>
                                    </a:rPr>
                                    <m:t>−</m:t>
                                  </m:r>
                                  <m:r>
                                    <a:rPr lang="es-CL" b="1">
                                      <a:latin typeface="Cambria Math" panose="02040503050406030204" pitchFamily="18" charset="0"/>
                                      <a:ea typeface="Cambria Math" panose="02040503050406030204" pitchFamily="18" charset="0"/>
                                    </a:rPr>
                                    <m:t>𝛍</m:t>
                                  </m:r>
                                </m:e>
                              </m:d>
                            </m:e>
                            <m:sup>
                              <m:r>
                                <a:rPr lang="es-CL" b="0" i="1" smtClean="0">
                                  <a:latin typeface="Cambria Math" panose="02040503050406030204" pitchFamily="18" charset="0"/>
                                  <a:ea typeface="Cambria Math" panose="02040503050406030204" pitchFamily="18" charset="0"/>
                                </a:rPr>
                                <m:t>𝑇</m:t>
                              </m:r>
                            </m:sup>
                          </m:sSup>
                        </m:e>
                      </m:d>
                    </m:oMath>
                  </m:oMathPara>
                </a14:m>
                <a:endParaRPr lang="es-CL" b="1" dirty="0"/>
              </a:p>
              <a:p>
                <a:pPr marL="0" indent="0" algn="just">
                  <a:buNone/>
                </a:pPr>
                <a:r>
                  <a:rPr lang="es-CL" dirty="0"/>
                  <a:t>Donde </a:t>
                </a:r>
                <a14:m>
                  <m:oMath xmlns:m="http://schemas.openxmlformats.org/officeDocument/2006/math">
                    <m:r>
                      <a:rPr lang="es-CL" i="1">
                        <a:latin typeface="Cambria Math" panose="02040503050406030204" pitchFamily="18" charset="0"/>
                        <a:ea typeface="Cambria Math" panose="02040503050406030204" pitchFamily="18" charset="0"/>
                      </a:rPr>
                      <m:t>𝑑</m:t>
                    </m:r>
                  </m:oMath>
                </a14:m>
                <a:r>
                  <a:rPr lang="en-US" dirty="0"/>
                  <a:t> </a:t>
                </a:r>
                <a:r>
                  <a:rPr lang="en-US" dirty="0" err="1"/>
                  <a:t>es</a:t>
                </a:r>
                <a:r>
                  <a:rPr lang="en-US" dirty="0"/>
                  <a:t> la </a:t>
                </a:r>
                <a:r>
                  <a:rPr lang="en-US" dirty="0" err="1"/>
                  <a:t>cantidad</a:t>
                </a:r>
                <a:r>
                  <a:rPr lang="en-US" dirty="0"/>
                  <a:t> de </a:t>
                </a:r>
                <a:r>
                  <a:rPr lang="en-US" dirty="0" err="1"/>
                  <a:t>parámetros</a:t>
                </a:r>
                <a:r>
                  <a:rPr lang="en-US" dirty="0"/>
                  <a:t> y </a:t>
                </a:r>
                <a14:m>
                  <m:oMath xmlns:m="http://schemas.openxmlformats.org/officeDocument/2006/math">
                    <m:d>
                      <m:dPr>
                        <m:begChr m:val="|"/>
                        <m:endChr m:val="|"/>
                        <m:ctrlPr>
                          <a:rPr lang="es-CL" i="1">
                            <a:latin typeface="Cambria Math" panose="02040503050406030204" pitchFamily="18" charset="0"/>
                            <a:ea typeface="Cambria Math" panose="02040503050406030204" pitchFamily="18" charset="0"/>
                          </a:rPr>
                        </m:ctrlPr>
                      </m:dPr>
                      <m:e>
                        <m:r>
                          <a:rPr lang="es-CL" b="1">
                            <a:latin typeface="Cambria Math" panose="02040503050406030204" pitchFamily="18" charset="0"/>
                            <a:ea typeface="Cambria Math" panose="02040503050406030204" pitchFamily="18" charset="0"/>
                          </a:rPr>
                          <m:t>∑</m:t>
                        </m:r>
                      </m:e>
                    </m:d>
                  </m:oMath>
                </a14:m>
                <a:r>
                  <a:rPr lang="en-US" dirty="0"/>
                  <a:t> </a:t>
                </a:r>
                <a:r>
                  <a:rPr lang="en-US" dirty="0" err="1"/>
                  <a:t>denota</a:t>
                </a:r>
                <a:r>
                  <a:rPr lang="en-US" dirty="0"/>
                  <a:t> al </a:t>
                </a:r>
                <a:r>
                  <a:rPr lang="en-US" dirty="0" err="1"/>
                  <a:t>determinante</a:t>
                </a:r>
                <a:r>
                  <a:rPr lang="en-US" dirty="0"/>
                  <a:t> de la </a:t>
                </a:r>
                <a:r>
                  <a:rPr lang="en-US" dirty="0" err="1"/>
                  <a:t>matriz</a:t>
                </a:r>
                <a:r>
                  <a:rPr lang="en-US" dirty="0"/>
                  <a:t> </a:t>
                </a:r>
                <a14:m>
                  <m:oMath xmlns:m="http://schemas.openxmlformats.org/officeDocument/2006/math">
                    <m:r>
                      <a:rPr lang="es-CL" b="1">
                        <a:latin typeface="Cambria Math" panose="02040503050406030204" pitchFamily="18" charset="0"/>
                        <a:ea typeface="Cambria Math" panose="02040503050406030204" pitchFamily="18" charset="0"/>
                      </a:rPr>
                      <m:t>∑</m:t>
                    </m:r>
                  </m:oMath>
                </a14:m>
                <a:r>
                  <a:rPr lang="en-US" dirty="0"/>
                  <a:t>. </a:t>
                </a: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blipFill>
                <a:blip r:embed="rId2"/>
                <a:stretch>
                  <a:fillRect l="-1159" t="-1961" r="-1236"/>
                </a:stretch>
              </a:blipFill>
            </p:spPr>
            <p:txBody>
              <a:bodyPr/>
              <a:lstStyle/>
              <a:p>
                <a:r>
                  <a:rPr lang="en-US">
                    <a:noFill/>
                  </a:rPr>
                  <a:t> </a:t>
                </a:r>
              </a:p>
            </p:txBody>
          </p:sp>
        </mc:Fallback>
      </mc:AlternateContent>
    </p:spTree>
    <p:extLst>
      <p:ext uri="{BB962C8B-B14F-4D97-AF65-F5344CB8AC3E}">
        <p14:creationId xmlns:p14="http://schemas.microsoft.com/office/powerpoint/2010/main" val="25615134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Métodos estadísticos</a:t>
            </a:r>
            <a:endParaRPr lang="en-US" dirty="0"/>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p:txBody>
              <a:bodyPr/>
              <a:lstStyle/>
              <a:p>
                <a:pPr marL="0" indent="0" algn="just">
                  <a:spcAft>
                    <a:spcPts val="1200"/>
                  </a:spcAft>
                  <a:buNone/>
                </a:pPr>
                <a:r>
                  <a:rPr lang="es-CL" dirty="0"/>
                  <a:t>En este caso se utiliza como puntaje de anomalía a la distancia de </a:t>
                </a:r>
                <a:r>
                  <a:rPr lang="es-CL" dirty="0" err="1"/>
                  <a:t>Mahalanobis</a:t>
                </a:r>
                <a:r>
                  <a:rPr lang="es-CL" dirty="0"/>
                  <a:t>:</a:t>
                </a:r>
              </a:p>
              <a:p>
                <a:pPr marL="0" indent="0" algn="just">
                  <a:spcAft>
                    <a:spcPts val="1200"/>
                  </a:spcAft>
                  <a:buNone/>
                </a:pPr>
                <a14:m>
                  <m:oMathPara xmlns:m="http://schemas.openxmlformats.org/officeDocument/2006/math">
                    <m:oMathParaPr>
                      <m:jc m:val="centerGroup"/>
                    </m:oMathParaPr>
                    <m:oMath xmlns:m="http://schemas.openxmlformats.org/officeDocument/2006/math">
                      <m:r>
                        <m:rPr>
                          <m:nor/>
                        </m:rPr>
                        <a:rPr lang="es-CL" dirty="0"/>
                        <m:t>Mahalanobis</m:t>
                      </m:r>
                      <m:d>
                        <m:dPr>
                          <m:ctrlPr>
                            <a:rPr lang="es-CL" b="0" i="1" dirty="0" smtClean="0">
                              <a:latin typeface="Cambria Math" panose="02040503050406030204" pitchFamily="18" charset="0"/>
                            </a:rPr>
                          </m:ctrlPr>
                        </m:dPr>
                        <m:e>
                          <m:r>
                            <a:rPr lang="es-CL" b="1">
                              <a:latin typeface="Cambria Math" panose="02040503050406030204" pitchFamily="18" charset="0"/>
                            </a:rPr>
                            <m:t>𝐱</m:t>
                          </m:r>
                          <m:r>
                            <a:rPr lang="es-CL" b="0" i="1" smtClean="0">
                              <a:latin typeface="Cambria Math" panose="02040503050406030204" pitchFamily="18" charset="0"/>
                            </a:rPr>
                            <m:t>,</m:t>
                          </m:r>
                          <m:r>
                            <a:rPr lang="es-CL" b="1">
                              <a:latin typeface="Cambria Math" panose="02040503050406030204" pitchFamily="18" charset="0"/>
                              <a:ea typeface="Cambria Math" panose="02040503050406030204" pitchFamily="18" charset="0"/>
                            </a:rPr>
                            <m:t>𝛍</m:t>
                          </m:r>
                          <m:r>
                            <a:rPr lang="es-CL" b="0" i="1" smtClean="0">
                              <a:latin typeface="Cambria Math" panose="02040503050406030204" pitchFamily="18" charset="0"/>
                              <a:ea typeface="Cambria Math" panose="02040503050406030204" pitchFamily="18" charset="0"/>
                            </a:rPr>
                            <m:t>,</m:t>
                          </m:r>
                          <m:r>
                            <a:rPr lang="es-CL" b="1">
                              <a:latin typeface="Cambria Math" panose="02040503050406030204" pitchFamily="18" charset="0"/>
                              <a:ea typeface="Cambria Math" panose="02040503050406030204" pitchFamily="18" charset="0"/>
                            </a:rPr>
                            <m:t>∑</m:t>
                          </m:r>
                        </m:e>
                      </m:d>
                      <m:r>
                        <a:rPr lang="es-CL" b="0" i="1" smtClean="0">
                          <a:latin typeface="Cambria Math" panose="02040503050406030204" pitchFamily="18" charset="0"/>
                          <a:ea typeface="Cambria Math" panose="02040503050406030204" pitchFamily="18" charset="0"/>
                        </a:rPr>
                        <m:t>=</m:t>
                      </m:r>
                      <m:rad>
                        <m:radPr>
                          <m:degHide m:val="on"/>
                          <m:ctrlPr>
                            <a:rPr lang="es-CL" i="1" smtClean="0">
                              <a:latin typeface="Cambria Math" panose="02040503050406030204" pitchFamily="18" charset="0"/>
                              <a:ea typeface="Cambria Math" panose="02040503050406030204" pitchFamily="18" charset="0"/>
                            </a:rPr>
                          </m:ctrlPr>
                        </m:radPr>
                        <m:deg/>
                        <m:e>
                          <m:d>
                            <m:dPr>
                              <m:ctrlPr>
                                <a:rPr lang="es-CL" i="1">
                                  <a:latin typeface="Cambria Math" panose="02040503050406030204" pitchFamily="18" charset="0"/>
                                  <a:ea typeface="Cambria Math" panose="02040503050406030204" pitchFamily="18" charset="0"/>
                                </a:rPr>
                              </m:ctrlPr>
                            </m:dPr>
                            <m:e>
                              <m:r>
                                <a:rPr lang="es-CL" b="1">
                                  <a:latin typeface="Cambria Math" panose="02040503050406030204" pitchFamily="18" charset="0"/>
                                </a:rPr>
                                <m:t>𝐱</m:t>
                              </m:r>
                              <m:r>
                                <a:rPr lang="es-CL" i="1">
                                  <a:latin typeface="Cambria Math" panose="02040503050406030204" pitchFamily="18" charset="0"/>
                                </a:rPr>
                                <m:t>−</m:t>
                              </m:r>
                              <m:r>
                                <a:rPr lang="es-CL" b="1">
                                  <a:latin typeface="Cambria Math" panose="02040503050406030204" pitchFamily="18" charset="0"/>
                                  <a:ea typeface="Cambria Math" panose="02040503050406030204" pitchFamily="18" charset="0"/>
                                </a:rPr>
                                <m:t>𝛍</m:t>
                              </m:r>
                            </m:e>
                          </m:d>
                          <m:sSup>
                            <m:sSupPr>
                              <m:ctrlPr>
                                <a:rPr lang="es-CL" i="1">
                                  <a:latin typeface="Cambria Math" panose="02040503050406030204" pitchFamily="18" charset="0"/>
                                  <a:ea typeface="Cambria Math" panose="02040503050406030204" pitchFamily="18" charset="0"/>
                                </a:rPr>
                              </m:ctrlPr>
                            </m:sSupPr>
                            <m:e>
                              <m:r>
                                <a:rPr lang="es-CL" b="1">
                                  <a:latin typeface="Cambria Math" panose="02040503050406030204" pitchFamily="18" charset="0"/>
                                  <a:ea typeface="Cambria Math" panose="02040503050406030204" pitchFamily="18" charset="0"/>
                                </a:rPr>
                                <m:t>∑</m:t>
                              </m:r>
                            </m:e>
                            <m:sup>
                              <m:r>
                                <a:rPr lang="es-CL" i="1">
                                  <a:latin typeface="Cambria Math" panose="02040503050406030204" pitchFamily="18" charset="0"/>
                                  <a:ea typeface="Cambria Math" panose="02040503050406030204" pitchFamily="18" charset="0"/>
                                </a:rPr>
                                <m:t>−1</m:t>
                              </m:r>
                            </m:sup>
                          </m:sSup>
                          <m:sSup>
                            <m:sSupPr>
                              <m:ctrlPr>
                                <a:rPr lang="es-CL" i="1">
                                  <a:latin typeface="Cambria Math" panose="02040503050406030204" pitchFamily="18" charset="0"/>
                                  <a:ea typeface="Cambria Math" panose="02040503050406030204" pitchFamily="18" charset="0"/>
                                </a:rPr>
                              </m:ctrlPr>
                            </m:sSupPr>
                            <m:e>
                              <m:d>
                                <m:dPr>
                                  <m:ctrlPr>
                                    <a:rPr lang="es-CL" i="1">
                                      <a:latin typeface="Cambria Math" panose="02040503050406030204" pitchFamily="18" charset="0"/>
                                      <a:ea typeface="Cambria Math" panose="02040503050406030204" pitchFamily="18" charset="0"/>
                                    </a:rPr>
                                  </m:ctrlPr>
                                </m:dPr>
                                <m:e>
                                  <m:r>
                                    <a:rPr lang="es-CL" b="1">
                                      <a:latin typeface="Cambria Math" panose="02040503050406030204" pitchFamily="18" charset="0"/>
                                    </a:rPr>
                                    <m:t>𝐱</m:t>
                                  </m:r>
                                  <m:r>
                                    <a:rPr lang="es-CL" i="1">
                                      <a:latin typeface="Cambria Math" panose="02040503050406030204" pitchFamily="18" charset="0"/>
                                    </a:rPr>
                                    <m:t>−</m:t>
                                  </m:r>
                                  <m:r>
                                    <a:rPr lang="es-CL" b="1">
                                      <a:latin typeface="Cambria Math" panose="02040503050406030204" pitchFamily="18" charset="0"/>
                                      <a:ea typeface="Cambria Math" panose="02040503050406030204" pitchFamily="18" charset="0"/>
                                    </a:rPr>
                                    <m:t>𝛍</m:t>
                                  </m:r>
                                </m:e>
                              </m:d>
                            </m:e>
                            <m:sup>
                              <m:r>
                                <a:rPr lang="es-CL" i="1">
                                  <a:latin typeface="Cambria Math" panose="02040503050406030204" pitchFamily="18" charset="0"/>
                                  <a:ea typeface="Cambria Math" panose="02040503050406030204" pitchFamily="18" charset="0"/>
                                </a:rPr>
                                <m:t>𝑇</m:t>
                              </m:r>
                            </m:sup>
                          </m:sSup>
                        </m:e>
                      </m:rad>
                    </m:oMath>
                  </m:oMathPara>
                </a14:m>
                <a:endParaRPr lang="es-CL" b="1"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blipFill>
                <a:blip r:embed="rId2"/>
                <a:stretch>
                  <a:fillRect l="-1159" t="-1961" r="-1236"/>
                </a:stretch>
              </a:blipFill>
            </p:spPr>
            <p:txBody>
              <a:bodyPr/>
              <a:lstStyle/>
              <a:p>
                <a:r>
                  <a:rPr lang="en-US">
                    <a:noFill/>
                  </a:rPr>
                  <a:t> </a:t>
                </a:r>
              </a:p>
            </p:txBody>
          </p:sp>
        </mc:Fallback>
      </mc:AlternateContent>
    </p:spTree>
    <p:extLst>
      <p:ext uri="{BB962C8B-B14F-4D97-AF65-F5344CB8AC3E}">
        <p14:creationId xmlns:p14="http://schemas.microsoft.com/office/powerpoint/2010/main" val="19156765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es-ES" dirty="0"/>
              <a:t>Métodos basados en el dominio</a:t>
            </a:r>
            <a:br>
              <a:rPr lang="es-ES" dirty="0"/>
            </a:br>
            <a:endParaRPr lang="en-US" dirty="0"/>
          </a:p>
        </p:txBody>
      </p:sp>
    </p:spTree>
    <p:extLst>
      <p:ext uri="{BB962C8B-B14F-4D97-AF65-F5344CB8AC3E}">
        <p14:creationId xmlns:p14="http://schemas.microsoft.com/office/powerpoint/2010/main" val="26701054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dirty="0" err="1"/>
              <a:t>One</a:t>
            </a:r>
            <a:r>
              <a:rPr lang="es-ES" dirty="0"/>
              <a:t> </a:t>
            </a:r>
            <a:r>
              <a:rPr lang="es-ES" dirty="0" err="1"/>
              <a:t>Class</a:t>
            </a:r>
            <a:r>
              <a:rPr lang="es-ES" dirty="0"/>
              <a:t> </a:t>
            </a:r>
            <a:r>
              <a:rPr lang="es-ES" dirty="0" err="1"/>
              <a:t>Suport</a:t>
            </a:r>
            <a:r>
              <a:rPr lang="es-ES" dirty="0"/>
              <a:t> Vector Machine (OC-SVM)</a:t>
            </a:r>
          </a:p>
        </p:txBody>
      </p:sp>
      <p:sp>
        <p:nvSpPr>
          <p:cNvPr id="7" name="Content Placeholder 6"/>
          <p:cNvSpPr>
            <a:spLocks noGrp="1"/>
          </p:cNvSpPr>
          <p:nvPr>
            <p:ph idx="1"/>
          </p:nvPr>
        </p:nvSpPr>
        <p:spPr>
          <a:xfrm>
            <a:off x="628650" y="1568860"/>
            <a:ext cx="7886700" cy="1831974"/>
          </a:xfrm>
        </p:spPr>
        <p:txBody>
          <a:bodyPr/>
          <a:lstStyle/>
          <a:p>
            <a:pPr marL="0" indent="0" algn="just">
              <a:buNone/>
            </a:pPr>
            <a:r>
              <a:rPr lang="es-ES" dirty="0"/>
              <a:t>El método de SVM para identificación de una clase trata de ajustar la menor híper-esfera (con radio r y centro c) a todos los datos disponibles. </a:t>
            </a:r>
          </a:p>
        </p:txBody>
      </p:sp>
      <p:sp>
        <p:nvSpPr>
          <p:cNvPr id="5" name="Slide Number Placeholder 4"/>
          <p:cNvSpPr>
            <a:spLocks noGrp="1"/>
          </p:cNvSpPr>
          <p:nvPr>
            <p:ph type="sldNum" sz="quarter" idx="12"/>
          </p:nvPr>
        </p:nvSpPr>
        <p:spPr/>
        <p:txBody>
          <a:bodyPr/>
          <a:lstStyle/>
          <a:p>
            <a:fld id="{ED3C9F24-97CD-894E-963C-61E4D5D33747}" type="slidenum">
              <a:rPr lang="es-ES_tradnl" smtClean="0"/>
              <a:t>27</a:t>
            </a:fld>
            <a:endParaRPr lang="es-ES_tradnl"/>
          </a:p>
        </p:txBody>
      </p:sp>
      <p:grpSp>
        <p:nvGrpSpPr>
          <p:cNvPr id="28" name="Group 27"/>
          <p:cNvGrpSpPr>
            <a:grpSpLocks noChangeAspect="1"/>
          </p:cNvGrpSpPr>
          <p:nvPr/>
        </p:nvGrpSpPr>
        <p:grpSpPr>
          <a:xfrm>
            <a:off x="3582000" y="3832934"/>
            <a:ext cx="1980000" cy="1980000"/>
            <a:chOff x="3102286" y="3170975"/>
            <a:chExt cx="2880000" cy="2880000"/>
          </a:xfrm>
        </p:grpSpPr>
        <p:sp>
          <p:nvSpPr>
            <p:cNvPr id="10" name="Oval 9"/>
            <p:cNvSpPr/>
            <p:nvPr/>
          </p:nvSpPr>
          <p:spPr>
            <a:xfrm>
              <a:off x="4256688" y="4113132"/>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Oval 11"/>
            <p:cNvSpPr/>
            <p:nvPr/>
          </p:nvSpPr>
          <p:spPr>
            <a:xfrm>
              <a:off x="3852296" y="4283770"/>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Oval 12"/>
            <p:cNvSpPr/>
            <p:nvPr/>
          </p:nvSpPr>
          <p:spPr>
            <a:xfrm>
              <a:off x="4851887" y="4066741"/>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Oval 13"/>
            <p:cNvSpPr/>
            <p:nvPr/>
          </p:nvSpPr>
          <p:spPr>
            <a:xfrm>
              <a:off x="4040688" y="4969775"/>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Oval 14"/>
            <p:cNvSpPr/>
            <p:nvPr/>
          </p:nvSpPr>
          <p:spPr>
            <a:xfrm>
              <a:off x="4905887" y="4419945"/>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Oval 15"/>
            <p:cNvSpPr/>
            <p:nvPr/>
          </p:nvSpPr>
          <p:spPr>
            <a:xfrm>
              <a:off x="5049521" y="4861775"/>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Oval 16"/>
            <p:cNvSpPr/>
            <p:nvPr/>
          </p:nvSpPr>
          <p:spPr>
            <a:xfrm>
              <a:off x="4647275" y="4969775"/>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Oval 17"/>
            <p:cNvSpPr/>
            <p:nvPr/>
          </p:nvSpPr>
          <p:spPr>
            <a:xfrm>
              <a:off x="5083876" y="4597930"/>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Oval 18"/>
            <p:cNvSpPr/>
            <p:nvPr/>
          </p:nvSpPr>
          <p:spPr>
            <a:xfrm>
              <a:off x="4148688" y="4545703"/>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Oval 19"/>
            <p:cNvSpPr/>
            <p:nvPr/>
          </p:nvSpPr>
          <p:spPr>
            <a:xfrm>
              <a:off x="4481979" y="5257590"/>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Oval 20"/>
            <p:cNvSpPr/>
            <p:nvPr/>
          </p:nvSpPr>
          <p:spPr>
            <a:xfrm>
              <a:off x="4834993" y="4667860"/>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26" name="Group 25"/>
            <p:cNvGrpSpPr/>
            <p:nvPr/>
          </p:nvGrpSpPr>
          <p:grpSpPr>
            <a:xfrm>
              <a:off x="3102286" y="3170975"/>
              <a:ext cx="2880000" cy="2880000"/>
              <a:chOff x="3102286" y="3170975"/>
              <a:chExt cx="2880000" cy="2880000"/>
            </a:xfrm>
          </p:grpSpPr>
          <p:sp>
            <p:nvSpPr>
              <p:cNvPr id="8" name="Oval 7"/>
              <p:cNvSpPr/>
              <p:nvPr/>
            </p:nvSpPr>
            <p:spPr>
              <a:xfrm>
                <a:off x="4520483" y="4664975"/>
                <a:ext cx="108000" cy="108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Oval 8"/>
              <p:cNvSpPr/>
              <p:nvPr/>
            </p:nvSpPr>
            <p:spPr>
              <a:xfrm>
                <a:off x="3102286" y="3170975"/>
                <a:ext cx="2880000" cy="288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3" name="Straight Arrow Connector 22"/>
              <p:cNvCxnSpPr>
                <a:stCxn id="8" idx="5"/>
              </p:cNvCxnSpPr>
              <p:nvPr/>
            </p:nvCxnSpPr>
            <p:spPr>
              <a:xfrm>
                <a:off x="4612667" y="4757159"/>
                <a:ext cx="1050419" cy="780756"/>
              </a:xfrm>
              <a:prstGeom prst="straightConnector1">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291486" y="4586542"/>
                <a:ext cx="314510" cy="461665"/>
              </a:xfrm>
              <a:prstGeom prst="rect">
                <a:avLst/>
              </a:prstGeom>
              <a:noFill/>
            </p:spPr>
            <p:txBody>
              <a:bodyPr wrap="none" rtlCol="0">
                <a:spAutoFit/>
              </a:bodyPr>
              <a:lstStyle/>
              <a:p>
                <a:r>
                  <a:rPr lang="es-ES" sz="2400" dirty="0"/>
                  <a:t>c</a:t>
                </a:r>
              </a:p>
            </p:txBody>
          </p:sp>
          <p:sp>
            <p:nvSpPr>
              <p:cNvPr id="27" name="TextBox 26"/>
              <p:cNvSpPr txBox="1"/>
              <p:nvPr/>
            </p:nvSpPr>
            <p:spPr>
              <a:xfrm>
                <a:off x="4759853" y="4969775"/>
                <a:ext cx="292068" cy="461665"/>
              </a:xfrm>
              <a:prstGeom prst="rect">
                <a:avLst/>
              </a:prstGeom>
              <a:noFill/>
            </p:spPr>
            <p:txBody>
              <a:bodyPr wrap="none" rtlCol="0">
                <a:spAutoFit/>
              </a:bodyPr>
              <a:lstStyle/>
              <a:p>
                <a:r>
                  <a:rPr lang="es-ES" sz="2400" dirty="0"/>
                  <a:t>r</a:t>
                </a:r>
              </a:p>
            </p:txBody>
          </p:sp>
        </p:grpSp>
        <p:sp>
          <p:nvSpPr>
            <p:cNvPr id="29" name="Oval 28"/>
            <p:cNvSpPr/>
            <p:nvPr/>
          </p:nvSpPr>
          <p:spPr>
            <a:xfrm>
              <a:off x="4533735" y="3938300"/>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Oval 29"/>
            <p:cNvSpPr/>
            <p:nvPr/>
          </p:nvSpPr>
          <p:spPr>
            <a:xfrm>
              <a:off x="4539275" y="4354521"/>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Oval 30"/>
            <p:cNvSpPr/>
            <p:nvPr/>
          </p:nvSpPr>
          <p:spPr>
            <a:xfrm>
              <a:off x="5552529" y="3581949"/>
              <a:ext cx="108000" cy="108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Oval 31"/>
            <p:cNvSpPr/>
            <p:nvPr/>
          </p:nvSpPr>
          <p:spPr>
            <a:xfrm>
              <a:off x="5764528" y="4502975"/>
              <a:ext cx="108000" cy="108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mc:AlternateContent xmlns:mc="http://schemas.openxmlformats.org/markup-compatibility/2006" xmlns:a14="http://schemas.microsoft.com/office/drawing/2010/main">
        <mc:Choice Requires="a14">
          <p:sp>
            <p:nvSpPr>
              <p:cNvPr id="33" name="TextBox 32"/>
              <p:cNvSpPr txBox="1"/>
              <p:nvPr/>
            </p:nvSpPr>
            <p:spPr>
              <a:xfrm>
                <a:off x="1795832" y="2576125"/>
                <a:ext cx="5810886" cy="9360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s-ES" sz="2400" i="1" smtClean="0">
                              <a:latin typeface="Cambria Math" panose="02040503050406030204" pitchFamily="18" charset="0"/>
                            </a:rPr>
                          </m:ctrlPr>
                        </m:mPr>
                        <m:mr>
                          <m:e>
                            <m:func>
                              <m:funcPr>
                                <m:ctrlPr>
                                  <a:rPr lang="es-ES" sz="2400" i="1">
                                    <a:latin typeface="Cambria Math" panose="02040503050406030204" pitchFamily="18" charset="0"/>
                                  </a:rPr>
                                </m:ctrlPr>
                              </m:funcPr>
                              <m:fName>
                                <m:limLow>
                                  <m:limLowPr>
                                    <m:ctrlPr>
                                      <a:rPr lang="es-ES" sz="2400" i="1">
                                        <a:latin typeface="Cambria Math" panose="02040503050406030204" pitchFamily="18" charset="0"/>
                                      </a:rPr>
                                    </m:ctrlPr>
                                  </m:limLowPr>
                                  <m:e>
                                    <m:r>
                                      <m:rPr>
                                        <m:sty m:val="p"/>
                                      </m:rPr>
                                      <a:rPr lang="es-ES" sz="2400">
                                        <a:latin typeface="Cambria Math" panose="02040503050406030204" pitchFamily="18" charset="0"/>
                                      </a:rPr>
                                      <m:t>min</m:t>
                                    </m:r>
                                  </m:e>
                                  <m:lim>
                                    <m:r>
                                      <a:rPr lang="es-ES" sz="2400" i="1">
                                        <a:latin typeface="Cambria Math" panose="02040503050406030204" pitchFamily="18" charset="0"/>
                                      </a:rPr>
                                      <m:t>𝑟</m:t>
                                    </m:r>
                                    <m:r>
                                      <a:rPr lang="es-ES" sz="2400" i="1">
                                        <a:latin typeface="Cambria Math" panose="02040503050406030204" pitchFamily="18" charset="0"/>
                                      </a:rPr>
                                      <m:t>,</m:t>
                                    </m:r>
                                    <m:r>
                                      <a:rPr lang="es-ES" sz="2400" i="1">
                                        <a:latin typeface="Cambria Math" panose="02040503050406030204" pitchFamily="18" charset="0"/>
                                      </a:rPr>
                                      <m:t>𝑐</m:t>
                                    </m:r>
                                  </m:lim>
                                </m:limLow>
                              </m:fName>
                              <m:e>
                                <m:sSup>
                                  <m:sSupPr>
                                    <m:ctrlPr>
                                      <a:rPr lang="es-ES" sz="2400" i="1">
                                        <a:latin typeface="Cambria Math" panose="02040503050406030204" pitchFamily="18" charset="0"/>
                                      </a:rPr>
                                    </m:ctrlPr>
                                  </m:sSupPr>
                                  <m:e>
                                    <m:r>
                                      <a:rPr lang="es-ES" sz="2400" i="1">
                                        <a:latin typeface="Cambria Math" panose="02040503050406030204" pitchFamily="18" charset="0"/>
                                      </a:rPr>
                                      <m:t>𝑟</m:t>
                                    </m:r>
                                  </m:e>
                                  <m:sup>
                                    <m:r>
                                      <a:rPr lang="es-ES" sz="2400" i="1">
                                        <a:latin typeface="Cambria Math" panose="02040503050406030204" pitchFamily="18" charset="0"/>
                                      </a:rPr>
                                      <m:t>2</m:t>
                                    </m:r>
                                  </m:sup>
                                </m:sSup>
                              </m:e>
                            </m:func>
                          </m:e>
                        </m:mr>
                        <m:mr>
                          <m:e>
                            <m:r>
                              <m:rPr>
                                <m:sty m:val="p"/>
                              </m:rPr>
                              <a:rPr lang="es-ES" sz="2400">
                                <a:latin typeface="Cambria Math" panose="02040503050406030204" pitchFamily="18" charset="0"/>
                              </a:rPr>
                              <m:t>sujeto</m:t>
                            </m:r>
                            <m:r>
                              <a:rPr lang="es-ES" sz="2400">
                                <a:latin typeface="Cambria Math" panose="02040503050406030204" pitchFamily="18" charset="0"/>
                              </a:rPr>
                              <m:t> </m:t>
                            </m:r>
                            <m:r>
                              <m:rPr>
                                <m:sty m:val="p"/>
                              </m:rPr>
                              <a:rPr lang="es-ES" sz="2400">
                                <a:latin typeface="Cambria Math" panose="02040503050406030204" pitchFamily="18" charset="0"/>
                              </a:rPr>
                              <m:t>a</m:t>
                            </m:r>
                            <m:r>
                              <a:rPr lang="es-ES" sz="2400" i="1">
                                <a:latin typeface="Cambria Math" panose="02040503050406030204" pitchFamily="18" charset="0"/>
                              </a:rPr>
                              <m:t>: </m:t>
                            </m:r>
                            <m:sSup>
                              <m:sSupPr>
                                <m:ctrlPr>
                                  <a:rPr lang="es-ES" sz="2400" i="1">
                                    <a:latin typeface="Cambria Math" panose="02040503050406030204" pitchFamily="18" charset="0"/>
                                  </a:rPr>
                                </m:ctrlPr>
                              </m:sSupPr>
                              <m:e>
                                <m:d>
                                  <m:dPr>
                                    <m:begChr m:val="‖"/>
                                    <m:endChr m:val="‖"/>
                                    <m:ctrlPr>
                                      <a:rPr lang="es-ES" sz="2400" i="1">
                                        <a:latin typeface="Cambria Math" panose="02040503050406030204" pitchFamily="18" charset="0"/>
                                      </a:rPr>
                                    </m:ctrlPr>
                                  </m:dPr>
                                  <m:e>
                                    <m:sSub>
                                      <m:sSubPr>
                                        <m:ctrlPr>
                                          <a:rPr lang="es-ES" sz="2400" i="1">
                                            <a:latin typeface="Cambria Math" panose="02040503050406030204" pitchFamily="18" charset="0"/>
                                          </a:rPr>
                                        </m:ctrlPr>
                                      </m:sSubPr>
                                      <m:e>
                                        <m:r>
                                          <a:rPr lang="es-ES" sz="2400" i="1">
                                            <a:latin typeface="Cambria Math" panose="02040503050406030204" pitchFamily="18" charset="0"/>
                                          </a:rPr>
                                          <m:t>𝑥</m:t>
                                        </m:r>
                                      </m:e>
                                      <m:sub>
                                        <m:r>
                                          <a:rPr lang="es-ES" sz="2400" i="1">
                                            <a:latin typeface="Cambria Math" panose="02040503050406030204" pitchFamily="18" charset="0"/>
                                          </a:rPr>
                                          <m:t>𝑖</m:t>
                                        </m:r>
                                      </m:sub>
                                    </m:sSub>
                                    <m:r>
                                      <a:rPr lang="es-ES" sz="2400" i="1">
                                        <a:latin typeface="Cambria Math" panose="02040503050406030204" pitchFamily="18" charset="0"/>
                                      </a:rPr>
                                      <m:t>−</m:t>
                                    </m:r>
                                    <m:r>
                                      <a:rPr lang="es-ES" sz="2400" i="1">
                                        <a:latin typeface="Cambria Math" panose="02040503050406030204" pitchFamily="18" charset="0"/>
                                      </a:rPr>
                                      <m:t>𝑐</m:t>
                                    </m:r>
                                  </m:e>
                                </m:d>
                              </m:e>
                              <m:sup>
                                <m:r>
                                  <a:rPr lang="es-ES" sz="2400" i="1">
                                    <a:latin typeface="Cambria Math" panose="02040503050406030204" pitchFamily="18" charset="0"/>
                                  </a:rPr>
                                  <m:t>2</m:t>
                                </m:r>
                              </m:sup>
                            </m:sSup>
                            <m:r>
                              <a:rPr lang="es-ES" sz="2400" i="1">
                                <a:latin typeface="Cambria Math" panose="02040503050406030204" pitchFamily="18" charset="0"/>
                                <a:ea typeface="Cambria Math" panose="02040503050406030204" pitchFamily="18" charset="0"/>
                              </a:rPr>
                              <m:t>≤</m:t>
                            </m:r>
                            <m:sSup>
                              <m:sSupPr>
                                <m:ctrlPr>
                                  <a:rPr lang="es-ES" sz="2400" i="1">
                                    <a:latin typeface="Cambria Math" panose="02040503050406030204" pitchFamily="18" charset="0"/>
                                    <a:ea typeface="Cambria Math" panose="02040503050406030204" pitchFamily="18" charset="0"/>
                                  </a:rPr>
                                </m:ctrlPr>
                              </m:sSupPr>
                              <m:e>
                                <m:r>
                                  <a:rPr lang="es-ES" sz="2400" i="1">
                                    <a:latin typeface="Cambria Math" panose="02040503050406030204" pitchFamily="18" charset="0"/>
                                    <a:ea typeface="Cambria Math" panose="02040503050406030204" pitchFamily="18" charset="0"/>
                                  </a:rPr>
                                  <m:t>𝑟</m:t>
                                </m:r>
                              </m:e>
                              <m:sup>
                                <m:r>
                                  <a:rPr lang="es-ES" sz="2400" i="1">
                                    <a:latin typeface="Cambria Math" panose="02040503050406030204" pitchFamily="18" charset="0"/>
                                    <a:ea typeface="Cambria Math" panose="02040503050406030204" pitchFamily="18" charset="0"/>
                                  </a:rPr>
                                  <m:t>2</m:t>
                                </m:r>
                              </m:sup>
                            </m:sSup>
                            <m:r>
                              <a:rPr lang="es-ES" sz="2400" i="1">
                                <a:latin typeface="Cambria Math" panose="02040503050406030204" pitchFamily="18" charset="0"/>
                                <a:ea typeface="Cambria Math" panose="02040503050406030204" pitchFamily="18" charset="0"/>
                              </a:rPr>
                              <m:t>, </m:t>
                            </m:r>
                            <m:r>
                              <m:rPr>
                                <m:sty m:val="p"/>
                              </m:rPr>
                              <a:rPr lang="es-ES" sz="2400">
                                <a:latin typeface="Cambria Math" panose="02040503050406030204" pitchFamily="18" charset="0"/>
                                <a:ea typeface="Cambria Math" panose="02040503050406030204" pitchFamily="18" charset="0"/>
                              </a:rPr>
                              <m:t>para</m:t>
                            </m:r>
                            <m:r>
                              <a:rPr lang="es-ES" sz="2400" i="1">
                                <a:latin typeface="Cambria Math" panose="02040503050406030204" pitchFamily="18" charset="0"/>
                                <a:ea typeface="Cambria Math" panose="02040503050406030204" pitchFamily="18" charset="0"/>
                              </a:rPr>
                              <m:t> </m:t>
                            </m:r>
                            <m:r>
                              <a:rPr lang="es-ES" sz="2400" i="1">
                                <a:latin typeface="Cambria Math" panose="02040503050406030204" pitchFamily="18" charset="0"/>
                                <a:ea typeface="Cambria Math" panose="02040503050406030204" pitchFamily="18" charset="0"/>
                              </a:rPr>
                              <m:t>𝑖</m:t>
                            </m:r>
                            <m:r>
                              <a:rPr lang="es-ES" sz="2400" i="1">
                                <a:latin typeface="Cambria Math" panose="02040503050406030204" pitchFamily="18" charset="0"/>
                                <a:ea typeface="Cambria Math" panose="02040503050406030204" pitchFamily="18" charset="0"/>
                              </a:rPr>
                              <m:t>=1,2,…,</m:t>
                            </m:r>
                            <m:r>
                              <a:rPr lang="es-ES" sz="2400" i="1">
                                <a:latin typeface="Cambria Math" panose="02040503050406030204" pitchFamily="18" charset="0"/>
                                <a:ea typeface="Cambria Math" panose="02040503050406030204" pitchFamily="18" charset="0"/>
                              </a:rPr>
                              <m:t>𝑛</m:t>
                            </m:r>
                            <m:r>
                              <m:rPr>
                                <m:nor/>
                              </m:rPr>
                              <a:rPr lang="es-ES" sz="2400" dirty="0"/>
                              <m:t> </m:t>
                            </m:r>
                          </m:e>
                        </m:mr>
                      </m:m>
                      <m:r>
                        <a:rPr lang="es-ES" sz="2400" b="0" i="1" smtClean="0">
                          <a:latin typeface="Cambria Math" panose="02040503050406030204" pitchFamily="18" charset="0"/>
                        </a:rPr>
                        <m:t> </m:t>
                      </m:r>
                    </m:oMath>
                  </m:oMathPara>
                </a14:m>
                <a:endParaRPr lang="es-ES" sz="2400" dirty="0"/>
              </a:p>
            </p:txBody>
          </p:sp>
        </mc:Choice>
        <mc:Fallback xmlns="">
          <p:sp>
            <p:nvSpPr>
              <p:cNvPr id="33" name="TextBox 32"/>
              <p:cNvSpPr txBox="1">
                <a:spLocks noRot="1" noChangeAspect="1" noMove="1" noResize="1" noEditPoints="1" noAdjustHandles="1" noChangeArrowheads="1" noChangeShapeType="1" noTextEdit="1"/>
              </p:cNvSpPr>
              <p:nvPr/>
            </p:nvSpPr>
            <p:spPr>
              <a:xfrm>
                <a:off x="1795832" y="2576125"/>
                <a:ext cx="5810886" cy="936025"/>
              </a:xfrm>
              <a:prstGeom prst="rect">
                <a:avLst/>
              </a:prstGeom>
              <a:blipFill rotWithShape="0">
                <a:blip r:embed="rId2"/>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12504799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dirty="0" err="1"/>
              <a:t>One</a:t>
            </a:r>
            <a:r>
              <a:rPr lang="es-ES" dirty="0"/>
              <a:t> </a:t>
            </a:r>
            <a:r>
              <a:rPr lang="es-ES" dirty="0" err="1"/>
              <a:t>Class</a:t>
            </a:r>
            <a:r>
              <a:rPr lang="es-ES" dirty="0"/>
              <a:t> </a:t>
            </a:r>
            <a:r>
              <a:rPr lang="es-ES" dirty="0" err="1"/>
              <a:t>Suport</a:t>
            </a:r>
            <a:r>
              <a:rPr lang="es-ES" dirty="0"/>
              <a:t> Vector Machine (OC-SVM)</a:t>
            </a:r>
          </a:p>
        </p:txBody>
      </p:sp>
      <p:sp>
        <p:nvSpPr>
          <p:cNvPr id="4" name="Marcador de contenido 3"/>
          <p:cNvSpPr>
            <a:spLocks noGrp="1"/>
          </p:cNvSpPr>
          <p:nvPr>
            <p:ph idx="1"/>
          </p:nvPr>
        </p:nvSpPr>
        <p:spPr>
          <a:xfrm>
            <a:off x="628650" y="1737360"/>
            <a:ext cx="7886700" cy="4185080"/>
          </a:xfrm>
        </p:spPr>
        <p:txBody>
          <a:bodyPr/>
          <a:lstStyle/>
          <a:p>
            <a:pPr marL="0" indent="0" algn="just">
              <a:buNone/>
            </a:pPr>
            <a:r>
              <a:rPr lang="es-ES" dirty="0"/>
              <a:t>Una versión más flexible de la formulación permite la presencia de valores anómalos.</a:t>
            </a:r>
            <a:endParaRPr lang="en-US" dirty="0"/>
          </a:p>
          <a:p>
            <a:endParaRPr lang="en-US" dirty="0"/>
          </a:p>
        </p:txBody>
      </p:sp>
      <p:sp>
        <p:nvSpPr>
          <p:cNvPr id="5" name="Slide Number Placeholder 4"/>
          <p:cNvSpPr>
            <a:spLocks noGrp="1"/>
          </p:cNvSpPr>
          <p:nvPr>
            <p:ph type="sldNum" sz="quarter" idx="12"/>
          </p:nvPr>
        </p:nvSpPr>
        <p:spPr>
          <a:xfrm>
            <a:off x="7086600" y="6356350"/>
            <a:ext cx="2057400" cy="365125"/>
          </a:xfrm>
        </p:spPr>
        <p:txBody>
          <a:bodyPr/>
          <a:lstStyle/>
          <a:p>
            <a:fld id="{ED3C9F24-97CD-894E-963C-61E4D5D33747}" type="slidenum">
              <a:rPr lang="es-ES_tradnl" smtClean="0"/>
              <a:t>28</a:t>
            </a:fld>
            <a:endParaRPr lang="es-ES_tradnl"/>
          </a:p>
        </p:txBody>
      </p:sp>
      <p:grpSp>
        <p:nvGrpSpPr>
          <p:cNvPr id="34" name="Group 27"/>
          <p:cNvGrpSpPr/>
          <p:nvPr/>
        </p:nvGrpSpPr>
        <p:grpSpPr>
          <a:xfrm>
            <a:off x="3195616" y="2904957"/>
            <a:ext cx="2752767" cy="2542255"/>
            <a:chOff x="3798000" y="3568968"/>
            <a:chExt cx="2074528" cy="1924007"/>
          </a:xfrm>
        </p:grpSpPr>
        <p:sp>
          <p:nvSpPr>
            <p:cNvPr id="35" name="Oval 9"/>
            <p:cNvSpPr/>
            <p:nvPr/>
          </p:nvSpPr>
          <p:spPr>
            <a:xfrm>
              <a:off x="4256688" y="4113132"/>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Oval 11"/>
            <p:cNvSpPr/>
            <p:nvPr/>
          </p:nvSpPr>
          <p:spPr>
            <a:xfrm>
              <a:off x="3852296" y="4283770"/>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Oval 12"/>
            <p:cNvSpPr/>
            <p:nvPr/>
          </p:nvSpPr>
          <p:spPr>
            <a:xfrm>
              <a:off x="4851887" y="4066741"/>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8" name="Oval 13"/>
            <p:cNvSpPr/>
            <p:nvPr/>
          </p:nvSpPr>
          <p:spPr>
            <a:xfrm>
              <a:off x="4040688" y="4969775"/>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Oval 14"/>
            <p:cNvSpPr/>
            <p:nvPr/>
          </p:nvSpPr>
          <p:spPr>
            <a:xfrm>
              <a:off x="4905887" y="4419945"/>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Oval 15"/>
            <p:cNvSpPr/>
            <p:nvPr/>
          </p:nvSpPr>
          <p:spPr>
            <a:xfrm>
              <a:off x="5049521" y="4861775"/>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1" name="Oval 16"/>
            <p:cNvSpPr/>
            <p:nvPr/>
          </p:nvSpPr>
          <p:spPr>
            <a:xfrm>
              <a:off x="4647275" y="4969775"/>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2" name="Oval 17"/>
            <p:cNvSpPr/>
            <p:nvPr/>
          </p:nvSpPr>
          <p:spPr>
            <a:xfrm>
              <a:off x="5083876" y="4597930"/>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3" name="Oval 18"/>
            <p:cNvSpPr/>
            <p:nvPr/>
          </p:nvSpPr>
          <p:spPr>
            <a:xfrm>
              <a:off x="4148688" y="4545703"/>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4" name="Oval 19"/>
            <p:cNvSpPr/>
            <p:nvPr/>
          </p:nvSpPr>
          <p:spPr>
            <a:xfrm>
              <a:off x="4481979" y="5257590"/>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5" name="Oval 20"/>
            <p:cNvSpPr/>
            <p:nvPr/>
          </p:nvSpPr>
          <p:spPr>
            <a:xfrm>
              <a:off x="4834993" y="4667860"/>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6" name="Oval 7"/>
            <p:cNvSpPr/>
            <p:nvPr/>
          </p:nvSpPr>
          <p:spPr>
            <a:xfrm>
              <a:off x="4520483" y="4664975"/>
              <a:ext cx="108000" cy="108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7" name="Oval 8"/>
            <p:cNvSpPr/>
            <p:nvPr/>
          </p:nvSpPr>
          <p:spPr>
            <a:xfrm>
              <a:off x="3798000" y="3944975"/>
              <a:ext cx="1548000" cy="1548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48" name="Straight Arrow Connector 22"/>
            <p:cNvCxnSpPr>
              <a:stCxn id="46" idx="5"/>
            </p:cNvCxnSpPr>
            <p:nvPr/>
          </p:nvCxnSpPr>
          <p:spPr>
            <a:xfrm>
              <a:off x="4612667" y="4757159"/>
              <a:ext cx="579209" cy="407449"/>
            </a:xfrm>
            <a:prstGeom prst="straightConnector1">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9" name="TextBox 24"/>
            <p:cNvSpPr txBox="1"/>
            <p:nvPr/>
          </p:nvSpPr>
          <p:spPr>
            <a:xfrm>
              <a:off x="4291486" y="4586542"/>
              <a:ext cx="314510" cy="461665"/>
            </a:xfrm>
            <a:prstGeom prst="rect">
              <a:avLst/>
            </a:prstGeom>
            <a:noFill/>
          </p:spPr>
          <p:txBody>
            <a:bodyPr wrap="none" rtlCol="0">
              <a:spAutoFit/>
            </a:bodyPr>
            <a:lstStyle/>
            <a:p>
              <a:r>
                <a:rPr lang="es-ES" sz="2400" dirty="0"/>
                <a:t>c</a:t>
              </a:r>
            </a:p>
          </p:txBody>
        </p:sp>
        <p:sp>
          <p:nvSpPr>
            <p:cNvPr id="50" name="TextBox 26"/>
            <p:cNvSpPr txBox="1"/>
            <p:nvPr/>
          </p:nvSpPr>
          <p:spPr>
            <a:xfrm>
              <a:off x="4721819" y="4804561"/>
              <a:ext cx="292068" cy="461665"/>
            </a:xfrm>
            <a:prstGeom prst="rect">
              <a:avLst/>
            </a:prstGeom>
            <a:noFill/>
          </p:spPr>
          <p:txBody>
            <a:bodyPr wrap="none" rtlCol="0">
              <a:spAutoFit/>
            </a:bodyPr>
            <a:lstStyle/>
            <a:p>
              <a:r>
                <a:rPr lang="es-ES" sz="2400" dirty="0"/>
                <a:t>r</a:t>
              </a:r>
            </a:p>
          </p:txBody>
        </p:sp>
        <p:sp>
          <p:nvSpPr>
            <p:cNvPr id="51" name="Oval 28"/>
            <p:cNvSpPr/>
            <p:nvPr/>
          </p:nvSpPr>
          <p:spPr>
            <a:xfrm>
              <a:off x="4533735" y="3938300"/>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Oval 29"/>
            <p:cNvSpPr/>
            <p:nvPr/>
          </p:nvSpPr>
          <p:spPr>
            <a:xfrm>
              <a:off x="4539275" y="4354521"/>
              <a:ext cx="108000" cy="108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3" name="Oval 30"/>
            <p:cNvSpPr/>
            <p:nvPr/>
          </p:nvSpPr>
          <p:spPr>
            <a:xfrm>
              <a:off x="5552529" y="3581949"/>
              <a:ext cx="108000" cy="108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4" name="Oval 31"/>
            <p:cNvSpPr/>
            <p:nvPr/>
          </p:nvSpPr>
          <p:spPr>
            <a:xfrm>
              <a:off x="5764528" y="4502975"/>
              <a:ext cx="108000" cy="108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55" name="Straight Arrow Connector 3"/>
            <p:cNvCxnSpPr>
              <a:stCxn id="47" idx="7"/>
              <a:endCxn id="53" idx="3"/>
            </p:cNvCxnSpPr>
            <p:nvPr/>
          </p:nvCxnSpPr>
          <p:spPr>
            <a:xfrm flipV="1">
              <a:off x="5119301" y="3674133"/>
              <a:ext cx="449044" cy="497541"/>
            </a:xfrm>
            <a:prstGeom prst="straightConnector1">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6" name="Straight Arrow Connector 32"/>
            <p:cNvCxnSpPr>
              <a:endCxn id="54" idx="2"/>
            </p:cNvCxnSpPr>
            <p:nvPr/>
          </p:nvCxnSpPr>
          <p:spPr>
            <a:xfrm flipV="1">
              <a:off x="5346000" y="4556975"/>
              <a:ext cx="418528" cy="48975"/>
            </a:xfrm>
            <a:prstGeom prst="straightConnector1">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7" name="TextBox 23"/>
            <p:cNvSpPr txBox="1"/>
            <p:nvPr/>
          </p:nvSpPr>
          <p:spPr>
            <a:xfrm>
              <a:off x="5042316" y="3568968"/>
              <a:ext cx="349776" cy="369332"/>
            </a:xfrm>
            <a:prstGeom prst="rect">
              <a:avLst/>
            </a:prstGeom>
            <a:noFill/>
          </p:spPr>
          <p:txBody>
            <a:bodyPr wrap="none" rtlCol="0">
              <a:spAutoFit/>
            </a:bodyPr>
            <a:lstStyle/>
            <a:p>
              <a:r>
                <a:rPr lang="el-GR" dirty="0"/>
                <a:t>ξ</a:t>
              </a:r>
              <a:r>
                <a:rPr lang="es-ES" baseline="-25000" dirty="0"/>
                <a:t>1</a:t>
              </a:r>
            </a:p>
          </p:txBody>
        </p:sp>
        <p:sp>
          <p:nvSpPr>
            <p:cNvPr id="58" name="TextBox 33"/>
            <p:cNvSpPr txBox="1"/>
            <p:nvPr/>
          </p:nvSpPr>
          <p:spPr>
            <a:xfrm>
              <a:off x="5374622" y="4572493"/>
              <a:ext cx="349776" cy="369332"/>
            </a:xfrm>
            <a:prstGeom prst="rect">
              <a:avLst/>
            </a:prstGeom>
            <a:noFill/>
          </p:spPr>
          <p:txBody>
            <a:bodyPr wrap="none" rtlCol="0">
              <a:spAutoFit/>
            </a:bodyPr>
            <a:lstStyle/>
            <a:p>
              <a:r>
                <a:rPr lang="el-GR" dirty="0"/>
                <a:t>ξ</a:t>
              </a:r>
              <a:r>
                <a:rPr lang="es-ES" baseline="-25000" dirty="0"/>
                <a:t>2</a:t>
              </a:r>
            </a:p>
          </p:txBody>
        </p:sp>
      </p:grpSp>
    </p:spTree>
    <p:extLst>
      <p:ext uri="{BB962C8B-B14F-4D97-AF65-F5344CB8AC3E}">
        <p14:creationId xmlns:p14="http://schemas.microsoft.com/office/powerpoint/2010/main" val="2294846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dirty="0" err="1"/>
              <a:t>One</a:t>
            </a:r>
            <a:r>
              <a:rPr lang="es-ES" dirty="0"/>
              <a:t> </a:t>
            </a:r>
            <a:r>
              <a:rPr lang="es-ES" dirty="0" err="1"/>
              <a:t>Class</a:t>
            </a:r>
            <a:r>
              <a:rPr lang="es-ES" dirty="0"/>
              <a:t> </a:t>
            </a:r>
            <a:r>
              <a:rPr lang="es-ES" dirty="0" err="1"/>
              <a:t>Suport</a:t>
            </a:r>
            <a:r>
              <a:rPr lang="es-ES" dirty="0"/>
              <a:t> Vector Machine (OC-SVM)</a:t>
            </a:r>
          </a:p>
        </p:txBody>
      </p:sp>
      <p:sp>
        <p:nvSpPr>
          <p:cNvPr id="7" name="Content Placeholder 6"/>
          <p:cNvSpPr>
            <a:spLocks noGrp="1"/>
          </p:cNvSpPr>
          <p:nvPr>
            <p:ph idx="1"/>
          </p:nvPr>
        </p:nvSpPr>
        <p:spPr>
          <a:xfrm>
            <a:off x="628650" y="1802674"/>
            <a:ext cx="7886700" cy="4553677"/>
          </a:xfrm>
        </p:spPr>
        <p:txBody>
          <a:bodyPr>
            <a:normAutofit/>
          </a:bodyPr>
          <a:lstStyle/>
          <a:p>
            <a:pPr marL="0" indent="0" algn="just">
              <a:spcAft>
                <a:spcPts val="1200"/>
              </a:spcAft>
              <a:buNone/>
            </a:pPr>
            <a:r>
              <a:rPr lang="es-ES" dirty="0"/>
              <a:t>Lo que se formula como:</a:t>
            </a:r>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i="1" dirty="0"/>
          </a:p>
          <a:p>
            <a:pPr marL="0" indent="0" algn="just">
              <a:buNone/>
            </a:pPr>
            <a:r>
              <a:rPr lang="es-ES" i="1" dirty="0" err="1"/>
              <a:t>nv</a:t>
            </a:r>
            <a:r>
              <a:rPr lang="es-ES" dirty="0"/>
              <a:t> es un parámetro positivo que especifica la relación entre el volumen de la esfera y el número de valores anómalos.</a:t>
            </a:r>
          </a:p>
        </p:txBody>
      </p:sp>
      <p:sp>
        <p:nvSpPr>
          <p:cNvPr id="5" name="Slide Number Placeholder 4"/>
          <p:cNvSpPr>
            <a:spLocks noGrp="1"/>
          </p:cNvSpPr>
          <p:nvPr>
            <p:ph type="sldNum" sz="quarter" idx="12"/>
          </p:nvPr>
        </p:nvSpPr>
        <p:spPr/>
        <p:txBody>
          <a:bodyPr/>
          <a:lstStyle/>
          <a:p>
            <a:fld id="{ED3C9F24-97CD-894E-963C-61E4D5D33747}" type="slidenum">
              <a:rPr lang="es-ES_tradnl" smtClean="0"/>
              <a:t>29</a:t>
            </a:fld>
            <a:endParaRPr lang="es-ES_tradnl"/>
          </a:p>
        </p:txBody>
      </p:sp>
      <mc:AlternateContent xmlns:mc="http://schemas.openxmlformats.org/markup-compatibility/2006" xmlns:a14="http://schemas.microsoft.com/office/drawing/2010/main">
        <mc:Choice Requires="a14">
          <p:sp>
            <p:nvSpPr>
              <p:cNvPr id="35" name="TextBox 34"/>
              <p:cNvSpPr txBox="1"/>
              <p:nvPr/>
            </p:nvSpPr>
            <p:spPr>
              <a:xfrm>
                <a:off x="1367731" y="2499695"/>
                <a:ext cx="6349110" cy="14578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s-ES" sz="2400" i="1" smtClean="0">
                              <a:latin typeface="Cambria Math" panose="02040503050406030204" pitchFamily="18" charset="0"/>
                            </a:rPr>
                          </m:ctrlPr>
                        </m:mPr>
                        <m:mr>
                          <m:e>
                            <m:func>
                              <m:funcPr>
                                <m:ctrlPr>
                                  <a:rPr lang="es-ES" sz="2400" i="1">
                                    <a:latin typeface="Cambria Math" panose="02040503050406030204" pitchFamily="18" charset="0"/>
                                  </a:rPr>
                                </m:ctrlPr>
                              </m:funcPr>
                              <m:fName>
                                <m:limLow>
                                  <m:limLowPr>
                                    <m:ctrlPr>
                                      <a:rPr lang="es-ES" sz="2400" i="1">
                                        <a:latin typeface="Cambria Math" panose="02040503050406030204" pitchFamily="18" charset="0"/>
                                      </a:rPr>
                                    </m:ctrlPr>
                                  </m:limLowPr>
                                  <m:e>
                                    <m:r>
                                      <m:rPr>
                                        <m:sty m:val="p"/>
                                      </m:rPr>
                                      <a:rPr lang="es-ES" sz="2400">
                                        <a:latin typeface="Cambria Math" panose="02040503050406030204" pitchFamily="18" charset="0"/>
                                      </a:rPr>
                                      <m:t>min</m:t>
                                    </m:r>
                                  </m:e>
                                  <m:lim>
                                    <m:r>
                                      <a:rPr lang="es-ES" sz="2400" i="1">
                                        <a:latin typeface="Cambria Math" panose="02040503050406030204" pitchFamily="18" charset="0"/>
                                      </a:rPr>
                                      <m:t>𝑟</m:t>
                                    </m:r>
                                    <m:r>
                                      <a:rPr lang="es-ES" sz="2400" i="1">
                                        <a:latin typeface="Cambria Math" panose="02040503050406030204" pitchFamily="18" charset="0"/>
                                      </a:rPr>
                                      <m:t>,</m:t>
                                    </m:r>
                                    <m:r>
                                      <a:rPr lang="es-ES" sz="2400" i="1">
                                        <a:latin typeface="Cambria Math" panose="02040503050406030204" pitchFamily="18" charset="0"/>
                                      </a:rPr>
                                      <m:t>𝑐</m:t>
                                    </m:r>
                                  </m:lim>
                                </m:limLow>
                              </m:fName>
                              <m:e>
                                <m:sSup>
                                  <m:sSupPr>
                                    <m:ctrlPr>
                                      <a:rPr lang="es-ES" sz="2400" i="1">
                                        <a:latin typeface="Cambria Math" panose="02040503050406030204" pitchFamily="18" charset="0"/>
                                      </a:rPr>
                                    </m:ctrlPr>
                                  </m:sSupPr>
                                  <m:e>
                                    <m:r>
                                      <a:rPr lang="es-ES" sz="2400" i="1">
                                        <a:latin typeface="Cambria Math" panose="02040503050406030204" pitchFamily="18" charset="0"/>
                                      </a:rPr>
                                      <m:t>𝑟</m:t>
                                    </m:r>
                                  </m:e>
                                  <m:sup>
                                    <m:r>
                                      <a:rPr lang="es-ES" sz="2400" i="1">
                                        <a:latin typeface="Cambria Math" panose="02040503050406030204" pitchFamily="18" charset="0"/>
                                      </a:rPr>
                                      <m:t>2</m:t>
                                    </m:r>
                                  </m:sup>
                                </m:sSup>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1</m:t>
                                    </m:r>
                                  </m:num>
                                  <m:den>
                                    <m:r>
                                      <a:rPr lang="es-ES" sz="2400" b="0" i="1" smtClean="0">
                                        <a:latin typeface="Cambria Math" panose="02040503050406030204" pitchFamily="18" charset="0"/>
                                      </a:rPr>
                                      <m:t>𝑛𝑣</m:t>
                                    </m:r>
                                  </m:den>
                                </m:f>
                              </m:e>
                            </m:func>
                            <m:nary>
                              <m:naryPr>
                                <m:chr m:val="∑"/>
                                <m:ctrlPr>
                                  <a:rPr lang="es-ES" sz="2400" i="1" smtClean="0">
                                    <a:latin typeface="Cambria Math" panose="02040503050406030204" pitchFamily="18" charset="0"/>
                                  </a:rPr>
                                </m:ctrlPr>
                              </m:naryPr>
                              <m:sub>
                                <m:r>
                                  <m:rPr>
                                    <m:brk m:alnAt="23"/>
                                  </m:rPr>
                                  <a:rPr lang="es-ES" sz="2400" b="0" i="1" smtClean="0">
                                    <a:latin typeface="Cambria Math" panose="02040503050406030204" pitchFamily="18" charset="0"/>
                                  </a:rPr>
                                  <m:t>𝑖</m:t>
                                </m:r>
                                <m:r>
                                  <a:rPr lang="es-ES" sz="2400" b="0" i="1" smtClean="0">
                                    <a:latin typeface="Cambria Math" panose="02040503050406030204" pitchFamily="18" charset="0"/>
                                  </a:rPr>
                                  <m:t>=1</m:t>
                                </m:r>
                              </m:sub>
                              <m:sup>
                                <m:r>
                                  <a:rPr lang="es-ES" sz="2400" b="0" i="1" smtClean="0">
                                    <a:latin typeface="Cambria Math" panose="02040503050406030204" pitchFamily="18" charset="0"/>
                                  </a:rPr>
                                  <m:t>2</m:t>
                                </m:r>
                              </m:sup>
                              <m:e>
                                <m:sSub>
                                  <m:sSubPr>
                                    <m:ctrlPr>
                                      <a:rPr lang="es-ES" sz="2400" i="1" smtClean="0">
                                        <a:latin typeface="Cambria Math" panose="02040503050406030204" pitchFamily="18" charset="0"/>
                                      </a:rPr>
                                    </m:ctrlPr>
                                  </m:sSubPr>
                                  <m:e>
                                    <m:r>
                                      <a:rPr lang="es-ES" sz="2400" i="1" smtClean="0">
                                        <a:latin typeface="Cambria Math" panose="02040503050406030204" pitchFamily="18" charset="0"/>
                                        <a:ea typeface="Cambria Math" panose="02040503050406030204" pitchFamily="18" charset="0"/>
                                      </a:rPr>
                                      <m:t>𝜉</m:t>
                                    </m:r>
                                  </m:e>
                                  <m:sub>
                                    <m:r>
                                      <a:rPr lang="es-ES" sz="2400" b="0" i="1" smtClean="0">
                                        <a:latin typeface="Cambria Math" panose="02040503050406030204" pitchFamily="18" charset="0"/>
                                      </a:rPr>
                                      <m:t>𝑖</m:t>
                                    </m:r>
                                  </m:sub>
                                </m:sSub>
                              </m:e>
                            </m:nary>
                          </m:e>
                        </m:mr>
                        <m:mr>
                          <m:e>
                            <m:r>
                              <m:rPr>
                                <m:sty m:val="p"/>
                              </m:rPr>
                              <a:rPr lang="es-ES" sz="2400">
                                <a:latin typeface="Cambria Math" panose="02040503050406030204" pitchFamily="18" charset="0"/>
                              </a:rPr>
                              <m:t>sujeto</m:t>
                            </m:r>
                            <m:r>
                              <a:rPr lang="es-ES" sz="2400">
                                <a:latin typeface="Cambria Math" panose="02040503050406030204" pitchFamily="18" charset="0"/>
                              </a:rPr>
                              <m:t> </m:t>
                            </m:r>
                            <m:r>
                              <m:rPr>
                                <m:sty m:val="p"/>
                              </m:rPr>
                              <a:rPr lang="es-ES" sz="2400">
                                <a:latin typeface="Cambria Math" panose="02040503050406030204" pitchFamily="18" charset="0"/>
                              </a:rPr>
                              <m:t>a</m:t>
                            </m:r>
                            <m:r>
                              <a:rPr lang="es-ES" sz="2400" i="1">
                                <a:latin typeface="Cambria Math" panose="02040503050406030204" pitchFamily="18" charset="0"/>
                              </a:rPr>
                              <m:t>: </m:t>
                            </m:r>
                            <m:sSup>
                              <m:sSupPr>
                                <m:ctrlPr>
                                  <a:rPr lang="es-ES" sz="2400" i="1">
                                    <a:latin typeface="Cambria Math" panose="02040503050406030204" pitchFamily="18" charset="0"/>
                                  </a:rPr>
                                </m:ctrlPr>
                              </m:sSupPr>
                              <m:e>
                                <m:d>
                                  <m:dPr>
                                    <m:begChr m:val="‖"/>
                                    <m:endChr m:val="‖"/>
                                    <m:ctrlPr>
                                      <a:rPr lang="es-ES" sz="2400" i="1">
                                        <a:latin typeface="Cambria Math" panose="02040503050406030204" pitchFamily="18" charset="0"/>
                                      </a:rPr>
                                    </m:ctrlPr>
                                  </m:dPr>
                                  <m:e>
                                    <m:sSub>
                                      <m:sSubPr>
                                        <m:ctrlPr>
                                          <a:rPr lang="es-ES" sz="2400" i="1">
                                            <a:latin typeface="Cambria Math" panose="02040503050406030204" pitchFamily="18" charset="0"/>
                                          </a:rPr>
                                        </m:ctrlPr>
                                      </m:sSubPr>
                                      <m:e>
                                        <m:r>
                                          <a:rPr lang="es-ES" sz="2400" i="1">
                                            <a:latin typeface="Cambria Math" panose="02040503050406030204" pitchFamily="18" charset="0"/>
                                          </a:rPr>
                                          <m:t>𝑥</m:t>
                                        </m:r>
                                      </m:e>
                                      <m:sub>
                                        <m:r>
                                          <a:rPr lang="es-ES" sz="2400" i="1">
                                            <a:latin typeface="Cambria Math" panose="02040503050406030204" pitchFamily="18" charset="0"/>
                                          </a:rPr>
                                          <m:t>𝑖</m:t>
                                        </m:r>
                                      </m:sub>
                                    </m:sSub>
                                    <m:r>
                                      <a:rPr lang="es-ES" sz="2400" i="1">
                                        <a:latin typeface="Cambria Math" panose="02040503050406030204" pitchFamily="18" charset="0"/>
                                      </a:rPr>
                                      <m:t>−</m:t>
                                    </m:r>
                                    <m:r>
                                      <a:rPr lang="es-ES" sz="2400" i="1">
                                        <a:latin typeface="Cambria Math" panose="02040503050406030204" pitchFamily="18" charset="0"/>
                                      </a:rPr>
                                      <m:t>𝑐</m:t>
                                    </m:r>
                                  </m:e>
                                </m:d>
                              </m:e>
                              <m:sup>
                                <m:r>
                                  <a:rPr lang="es-ES" sz="2400" i="1">
                                    <a:latin typeface="Cambria Math" panose="02040503050406030204" pitchFamily="18" charset="0"/>
                                  </a:rPr>
                                  <m:t>2</m:t>
                                </m:r>
                              </m:sup>
                            </m:sSup>
                            <m:r>
                              <a:rPr lang="es-ES" sz="2400" i="1">
                                <a:latin typeface="Cambria Math" panose="02040503050406030204" pitchFamily="18" charset="0"/>
                                <a:ea typeface="Cambria Math" panose="02040503050406030204" pitchFamily="18" charset="0"/>
                              </a:rPr>
                              <m:t>≤</m:t>
                            </m:r>
                            <m:sSup>
                              <m:sSupPr>
                                <m:ctrlPr>
                                  <a:rPr lang="es-ES" sz="2400" i="1">
                                    <a:latin typeface="Cambria Math" panose="02040503050406030204" pitchFamily="18" charset="0"/>
                                    <a:ea typeface="Cambria Math" panose="02040503050406030204" pitchFamily="18" charset="0"/>
                                  </a:rPr>
                                </m:ctrlPr>
                              </m:sSupPr>
                              <m:e>
                                <m:r>
                                  <a:rPr lang="es-ES" sz="2400" i="1">
                                    <a:latin typeface="Cambria Math" panose="02040503050406030204" pitchFamily="18" charset="0"/>
                                    <a:ea typeface="Cambria Math" panose="02040503050406030204" pitchFamily="18" charset="0"/>
                                  </a:rPr>
                                  <m:t>𝑟</m:t>
                                </m:r>
                              </m:e>
                              <m:sup>
                                <m:r>
                                  <a:rPr lang="es-ES" sz="2400" i="1">
                                    <a:latin typeface="Cambria Math" panose="02040503050406030204" pitchFamily="18" charset="0"/>
                                    <a:ea typeface="Cambria Math" panose="02040503050406030204" pitchFamily="18" charset="0"/>
                                  </a:rPr>
                                  <m:t>2</m:t>
                                </m:r>
                              </m:sup>
                            </m:sSup>
                            <m:r>
                              <a:rPr lang="es-ES" sz="2400" b="0" i="1" smtClean="0">
                                <a:latin typeface="Cambria Math" panose="02040503050406030204" pitchFamily="18" charset="0"/>
                                <a:ea typeface="Cambria Math" panose="02040503050406030204" pitchFamily="18" charset="0"/>
                              </a:rPr>
                              <m:t>+</m:t>
                            </m:r>
                            <m:sSub>
                              <m:sSubPr>
                                <m:ctrlPr>
                                  <a:rPr lang="es-ES" sz="2400" i="1">
                                    <a:latin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𝜉</m:t>
                                </m:r>
                              </m:e>
                              <m:sub>
                                <m:r>
                                  <a:rPr lang="es-ES" sz="2400" i="1">
                                    <a:latin typeface="Cambria Math" panose="02040503050406030204" pitchFamily="18" charset="0"/>
                                  </a:rPr>
                                  <m:t>𝑖</m:t>
                                </m:r>
                              </m:sub>
                            </m:sSub>
                            <m:r>
                              <a:rPr lang="es-ES" sz="2400" i="1">
                                <a:latin typeface="Cambria Math" panose="02040503050406030204" pitchFamily="18" charset="0"/>
                                <a:ea typeface="Cambria Math" panose="02040503050406030204" pitchFamily="18" charset="0"/>
                              </a:rPr>
                              <m:t>, </m:t>
                            </m:r>
                            <m:r>
                              <m:rPr>
                                <m:sty m:val="p"/>
                              </m:rPr>
                              <a:rPr lang="es-ES" sz="2400">
                                <a:latin typeface="Cambria Math" panose="02040503050406030204" pitchFamily="18" charset="0"/>
                                <a:ea typeface="Cambria Math" panose="02040503050406030204" pitchFamily="18" charset="0"/>
                              </a:rPr>
                              <m:t>para</m:t>
                            </m:r>
                            <m:r>
                              <a:rPr lang="es-ES" sz="2400" i="1">
                                <a:latin typeface="Cambria Math" panose="02040503050406030204" pitchFamily="18" charset="0"/>
                                <a:ea typeface="Cambria Math" panose="02040503050406030204" pitchFamily="18" charset="0"/>
                              </a:rPr>
                              <m:t> </m:t>
                            </m:r>
                            <m:r>
                              <a:rPr lang="es-ES" sz="2400" i="1">
                                <a:latin typeface="Cambria Math" panose="02040503050406030204" pitchFamily="18" charset="0"/>
                                <a:ea typeface="Cambria Math" panose="02040503050406030204" pitchFamily="18" charset="0"/>
                              </a:rPr>
                              <m:t>𝑖</m:t>
                            </m:r>
                            <m:r>
                              <a:rPr lang="es-ES" sz="2400" i="1">
                                <a:latin typeface="Cambria Math" panose="02040503050406030204" pitchFamily="18" charset="0"/>
                                <a:ea typeface="Cambria Math" panose="02040503050406030204" pitchFamily="18" charset="0"/>
                              </a:rPr>
                              <m:t>=1,2,…,</m:t>
                            </m:r>
                            <m:r>
                              <a:rPr lang="es-ES" sz="2400" i="1">
                                <a:latin typeface="Cambria Math" panose="02040503050406030204" pitchFamily="18" charset="0"/>
                                <a:ea typeface="Cambria Math" panose="02040503050406030204" pitchFamily="18" charset="0"/>
                              </a:rPr>
                              <m:t>𝑛</m:t>
                            </m:r>
                            <m:r>
                              <m:rPr>
                                <m:nor/>
                              </m:rPr>
                              <a:rPr lang="es-ES" sz="2400" dirty="0"/>
                              <m:t> </m:t>
                            </m:r>
                          </m:e>
                        </m:mr>
                      </m:m>
                      <m:r>
                        <a:rPr lang="es-ES" sz="2400" b="0" i="1" smtClean="0">
                          <a:latin typeface="Cambria Math" panose="02040503050406030204" pitchFamily="18" charset="0"/>
                        </a:rPr>
                        <m:t> </m:t>
                      </m:r>
                    </m:oMath>
                  </m:oMathPara>
                </a14:m>
                <a:endParaRPr lang="es-ES" sz="2400" dirty="0"/>
              </a:p>
            </p:txBody>
          </p:sp>
        </mc:Choice>
        <mc:Fallback xmlns="">
          <p:sp>
            <p:nvSpPr>
              <p:cNvPr id="35" name="TextBox 34"/>
              <p:cNvSpPr txBox="1">
                <a:spLocks noRot="1" noChangeAspect="1" noMove="1" noResize="1" noEditPoints="1" noAdjustHandles="1" noChangeArrowheads="1" noChangeShapeType="1" noTextEdit="1"/>
              </p:cNvSpPr>
              <p:nvPr/>
            </p:nvSpPr>
            <p:spPr>
              <a:xfrm>
                <a:off x="1367731" y="2499695"/>
                <a:ext cx="6349110" cy="1457835"/>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144213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dirty="0" err="1"/>
              <a:t>One</a:t>
            </a:r>
            <a:r>
              <a:rPr lang="es-ES" dirty="0"/>
              <a:t> </a:t>
            </a:r>
            <a:r>
              <a:rPr lang="es-ES" dirty="0" err="1"/>
              <a:t>Class</a:t>
            </a:r>
            <a:r>
              <a:rPr lang="es-ES" dirty="0"/>
              <a:t> </a:t>
            </a:r>
            <a:r>
              <a:rPr lang="es-ES" dirty="0" err="1"/>
              <a:t>Suport</a:t>
            </a:r>
            <a:r>
              <a:rPr lang="es-ES" dirty="0"/>
              <a:t> Vector Machine (OC-SVM)</a:t>
            </a:r>
          </a:p>
        </p:txBody>
      </p:sp>
      <p:sp>
        <p:nvSpPr>
          <p:cNvPr id="7" name="Content Placeholder 6"/>
          <p:cNvSpPr>
            <a:spLocks noGrp="1"/>
          </p:cNvSpPr>
          <p:nvPr>
            <p:ph idx="1"/>
          </p:nvPr>
        </p:nvSpPr>
        <p:spPr>
          <a:xfrm>
            <a:off x="598936" y="1491365"/>
            <a:ext cx="7886700" cy="4864986"/>
          </a:xfrm>
        </p:spPr>
        <p:txBody>
          <a:bodyPr>
            <a:normAutofit/>
          </a:bodyPr>
          <a:lstStyle/>
          <a:p>
            <a:pPr marL="0" indent="0" algn="just">
              <a:buNone/>
            </a:pPr>
            <a:r>
              <a:rPr lang="es-ES" dirty="0"/>
              <a:t>En muchos casos, la frontera de decisión no tiene la forma de una híper-esfera. En esos casos se puede hacer una transformación no lineal, de forma que los datos proyectados en el nuevo espacio si tengan una frontera similar a una </a:t>
            </a:r>
            <a:r>
              <a:rPr lang="es-ES" dirty="0" err="1"/>
              <a:t>hiper</a:t>
            </a:r>
            <a:r>
              <a:rPr lang="es-ES" dirty="0"/>
              <a:t>-esfera. </a:t>
            </a:r>
          </a:p>
        </p:txBody>
      </p:sp>
      <p:sp>
        <p:nvSpPr>
          <p:cNvPr id="5" name="Slide Number Placeholder 4"/>
          <p:cNvSpPr>
            <a:spLocks noGrp="1"/>
          </p:cNvSpPr>
          <p:nvPr>
            <p:ph type="sldNum" sz="quarter" idx="12"/>
          </p:nvPr>
        </p:nvSpPr>
        <p:spPr/>
        <p:txBody>
          <a:bodyPr/>
          <a:lstStyle/>
          <a:p>
            <a:fld id="{ED3C9F24-97CD-894E-963C-61E4D5D33747}" type="slidenum">
              <a:rPr lang="es-ES_tradnl" smtClean="0"/>
              <a:t>30</a:t>
            </a:fld>
            <a:endParaRPr lang="es-ES_tradnl"/>
          </a:p>
        </p:txBody>
      </p:sp>
      <p:grpSp>
        <p:nvGrpSpPr>
          <p:cNvPr id="4" name="Grupo 3"/>
          <p:cNvGrpSpPr>
            <a:grpSpLocks noChangeAspect="1"/>
          </p:cNvGrpSpPr>
          <p:nvPr/>
        </p:nvGrpSpPr>
        <p:grpSpPr>
          <a:xfrm>
            <a:off x="1333882" y="3173980"/>
            <a:ext cx="6321498" cy="2736000"/>
            <a:chOff x="811368" y="3265420"/>
            <a:chExt cx="7210229" cy="3120649"/>
          </a:xfrm>
        </p:grpSpPr>
        <p:pic>
          <p:nvPicPr>
            <p:cNvPr id="2" name="Picture 1"/>
            <p:cNvPicPr>
              <a:picLocks noChangeAspect="1"/>
            </p:cNvPicPr>
            <p:nvPr/>
          </p:nvPicPr>
          <p:blipFill rotWithShape="1">
            <a:blip r:embed="rId2"/>
            <a:srcRect l="35492" t="36159" r="40986" b="20752"/>
            <a:stretch/>
          </p:blipFill>
          <p:spPr>
            <a:xfrm>
              <a:off x="811368" y="3284112"/>
              <a:ext cx="3011783" cy="3101957"/>
            </a:xfrm>
            <a:prstGeom prst="rect">
              <a:avLst/>
            </a:prstGeom>
          </p:spPr>
        </p:pic>
        <p:pic>
          <p:nvPicPr>
            <p:cNvPr id="3" name="Picture 2"/>
            <p:cNvPicPr>
              <a:picLocks noChangeAspect="1"/>
            </p:cNvPicPr>
            <p:nvPr/>
          </p:nvPicPr>
          <p:blipFill rotWithShape="1">
            <a:blip r:embed="rId3"/>
            <a:srcRect l="39014" t="16117" r="36761" b="41296"/>
            <a:stretch/>
          </p:blipFill>
          <p:spPr>
            <a:xfrm>
              <a:off x="4894303" y="3265420"/>
              <a:ext cx="3127294" cy="3090931"/>
            </a:xfrm>
            <a:prstGeom prst="rect">
              <a:avLst/>
            </a:prstGeom>
          </p:spPr>
        </p:pic>
        <p:cxnSp>
          <p:nvCxnSpPr>
            <p:cNvPr id="26" name="Straight Arrow Connector 25"/>
            <p:cNvCxnSpPr/>
            <p:nvPr/>
          </p:nvCxnSpPr>
          <p:spPr>
            <a:xfrm>
              <a:off x="3705160" y="4810885"/>
              <a:ext cx="1301097"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p:cNvSpPr txBox="1"/>
                <p:nvPr/>
              </p:nvSpPr>
              <p:spPr>
                <a:xfrm>
                  <a:off x="3988593" y="4381921"/>
                  <a:ext cx="74026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2400" i="1" smtClean="0">
                            <a:latin typeface="Cambria Math" panose="02040503050406030204" pitchFamily="18" charset="0"/>
                            <a:ea typeface="Cambria Math" panose="02040503050406030204" pitchFamily="18" charset="0"/>
                          </a:rPr>
                          <m:t>Φ</m:t>
                        </m:r>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𝑥</m:t>
                        </m:r>
                        <m:r>
                          <a:rPr lang="es-ES" sz="2400" b="0" i="1" smtClean="0">
                            <a:latin typeface="Cambria Math" panose="02040503050406030204" pitchFamily="18" charset="0"/>
                            <a:ea typeface="Cambria Math" panose="02040503050406030204" pitchFamily="18" charset="0"/>
                          </a:rPr>
                          <m:t>)</m:t>
                        </m:r>
                      </m:oMath>
                    </m:oMathPara>
                  </a14:m>
                  <a:endParaRPr lang="es-ES" sz="2400" dirty="0"/>
                </a:p>
              </p:txBody>
            </p:sp>
          </mc:Choice>
          <mc:Fallback xmlns="">
            <p:sp>
              <p:nvSpPr>
                <p:cNvPr id="36" name="TextBox 35"/>
                <p:cNvSpPr txBox="1">
                  <a:spLocks noRot="1" noChangeAspect="1" noMove="1" noResize="1" noEditPoints="1" noAdjustHandles="1" noChangeArrowheads="1" noChangeShapeType="1" noTextEdit="1"/>
                </p:cNvSpPr>
                <p:nvPr/>
              </p:nvSpPr>
              <p:spPr>
                <a:xfrm>
                  <a:off x="3988593" y="4381921"/>
                  <a:ext cx="740267" cy="369332"/>
                </a:xfrm>
                <a:prstGeom prst="rect">
                  <a:avLst/>
                </a:prstGeom>
                <a:blipFill>
                  <a:blip r:embed="rId4"/>
                  <a:stretch>
                    <a:fillRect l="-16981" r="-24528" b="-54717"/>
                  </a:stretch>
                </a:blipFill>
              </p:spPr>
              <p:txBody>
                <a:bodyPr/>
                <a:lstStyle/>
                <a:p>
                  <a:r>
                    <a:rPr lang="en-US">
                      <a:noFill/>
                    </a:rPr>
                    <a:t> </a:t>
                  </a:r>
                </a:p>
              </p:txBody>
            </p:sp>
          </mc:Fallback>
        </mc:AlternateContent>
      </p:grpSp>
    </p:spTree>
    <p:extLst>
      <p:ext uri="{BB962C8B-B14F-4D97-AF65-F5344CB8AC3E}">
        <p14:creationId xmlns:p14="http://schemas.microsoft.com/office/powerpoint/2010/main" val="31258097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77D3DE-0835-4131-8987-B0B5C5473D6A}"/>
              </a:ext>
            </a:extLst>
          </p:cNvPr>
          <p:cNvSpPr>
            <a:spLocks noGrp="1"/>
          </p:cNvSpPr>
          <p:nvPr>
            <p:ph type="title"/>
          </p:nvPr>
        </p:nvSpPr>
        <p:spPr/>
        <p:txBody>
          <a:bodyPr/>
          <a:lstStyle/>
          <a:p>
            <a:r>
              <a:rPr lang="es-ES" dirty="0" err="1"/>
              <a:t>One</a:t>
            </a:r>
            <a:r>
              <a:rPr lang="es-ES" dirty="0"/>
              <a:t> </a:t>
            </a:r>
            <a:r>
              <a:rPr lang="es-ES" dirty="0" err="1"/>
              <a:t>Class</a:t>
            </a:r>
            <a:r>
              <a:rPr lang="es-ES" dirty="0"/>
              <a:t> </a:t>
            </a:r>
            <a:r>
              <a:rPr lang="es-ES" dirty="0" err="1"/>
              <a:t>Suport</a:t>
            </a:r>
            <a:r>
              <a:rPr lang="es-ES" dirty="0"/>
              <a:t> Vector Machine (OC-SVM)</a:t>
            </a:r>
            <a:endParaRPr lang="es-CL"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6A42633-742F-49D3-A83F-A9C06D7D1FC1}"/>
                  </a:ext>
                </a:extLst>
              </p:cNvPr>
              <p:cNvSpPr>
                <a:spLocks noGrp="1"/>
              </p:cNvSpPr>
              <p:nvPr>
                <p:ph idx="1"/>
              </p:nvPr>
            </p:nvSpPr>
            <p:spPr>
              <a:xfrm>
                <a:off x="628650" y="1750422"/>
                <a:ext cx="7886700" cy="4172017"/>
              </a:xfrm>
            </p:spPr>
            <p:txBody>
              <a:bodyPr/>
              <a:lstStyle/>
              <a:p>
                <a:pPr marL="0" indent="0" algn="just">
                  <a:buNone/>
                </a:pPr>
                <a:r>
                  <a:rPr lang="es-ES" dirty="0"/>
                  <a:t>En la práctica el problema se reformula de manera que sea solo necesario evaluar la matriz de </a:t>
                </a:r>
                <a:r>
                  <a:rPr lang="es-ES" dirty="0" err="1"/>
                  <a:t>kernel</a:t>
                </a:r>
                <a:r>
                  <a:rPr lang="es-ES" dirty="0"/>
                  <a:t>:</a:t>
                </a:r>
              </a:p>
              <a:p>
                <a:pPr algn="just"/>
                <a:endParaRPr lang="es-ES" dirty="0"/>
              </a:p>
              <a:p>
                <a:pPr marL="0" indent="0" algn="just">
                  <a:buNone/>
                </a:pPr>
                <a14:m>
                  <m:oMathPara xmlns:m="http://schemas.openxmlformats.org/officeDocument/2006/math">
                    <m:oMathParaPr>
                      <m:jc m:val="center"/>
                    </m:oMathParaPr>
                    <m:oMath xmlns:m="http://schemas.openxmlformats.org/officeDocument/2006/math">
                      <m:sSub>
                        <m:sSubPr>
                          <m:ctrlPr>
                            <a:rPr lang="es-ES" b="1" i="1">
                              <a:latin typeface="Cambria Math" panose="02040503050406030204" pitchFamily="18" charset="0"/>
                            </a:rPr>
                          </m:ctrlPr>
                        </m:sSubPr>
                        <m:e>
                          <m:r>
                            <m:rPr>
                              <m:sty m:val="p"/>
                            </m:rPr>
                            <a:rPr lang="en-US">
                              <a:latin typeface="Cambria Math" panose="02040503050406030204" pitchFamily="18" charset="0"/>
                            </a:rPr>
                            <m:t>K</m:t>
                          </m:r>
                        </m:e>
                        <m:sub>
                          <m:r>
                            <a:rPr lang="en-US" b="1" i="1">
                              <a:latin typeface="Cambria Math" panose="02040503050406030204" pitchFamily="18" charset="0"/>
                            </a:rPr>
                            <m:t>𝐢𝐣</m:t>
                          </m:r>
                        </m:sub>
                      </m:sSub>
                      <m:r>
                        <a:rPr lang="en-US" b="1">
                          <a:latin typeface="Cambria Math" panose="02040503050406030204" pitchFamily="18" charset="0"/>
                        </a:rPr>
                        <m:t>=</m:t>
                      </m:r>
                      <m:sSup>
                        <m:sSupPr>
                          <m:ctrlPr>
                            <a:rPr lang="es-ES" i="1">
                              <a:latin typeface="Cambria Math" panose="02040503050406030204" pitchFamily="18" charset="0"/>
                            </a:rPr>
                          </m:ctrlPr>
                        </m:sSupPr>
                        <m:e>
                          <m:r>
                            <m:rPr>
                              <m:sty m:val="p"/>
                            </m:rPr>
                            <a:rPr lang="en-US">
                              <a:latin typeface="Cambria Math" panose="02040503050406030204" pitchFamily="18" charset="0"/>
                            </a:rPr>
                            <m:t>κ</m:t>
                          </m:r>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n-US" b="1" i="1">
                                      <a:latin typeface="Cambria Math" panose="02040503050406030204" pitchFamily="18" charset="0"/>
                                    </a:rPr>
                                    <m:t>𝐳</m:t>
                                  </m:r>
                                </m:e>
                                <m:sub>
                                  <m:r>
                                    <m:rPr>
                                      <m:sty m:val="p"/>
                                    </m:rPr>
                                    <a:rPr lang="en-US">
                                      <a:latin typeface="Cambria Math" panose="02040503050406030204" pitchFamily="18" charset="0"/>
                                    </a:rPr>
                                    <m:t>i</m:t>
                                  </m:r>
                                </m:sub>
                              </m:sSub>
                              <m:r>
                                <a:rPr lang="en-US">
                                  <a:latin typeface="Cambria Math" panose="02040503050406030204" pitchFamily="18" charset="0"/>
                                </a:rPr>
                                <m:t>,</m:t>
                              </m:r>
                              <m:sSub>
                                <m:sSubPr>
                                  <m:ctrlPr>
                                    <a:rPr lang="es-ES" i="1">
                                      <a:latin typeface="Cambria Math" panose="02040503050406030204" pitchFamily="18" charset="0"/>
                                    </a:rPr>
                                  </m:ctrlPr>
                                </m:sSubPr>
                                <m:e>
                                  <m:r>
                                    <a:rPr lang="en-US" b="1" i="1">
                                      <a:latin typeface="Cambria Math" panose="02040503050406030204" pitchFamily="18" charset="0"/>
                                    </a:rPr>
                                    <m:t>𝐳</m:t>
                                  </m:r>
                                </m:e>
                                <m:sub>
                                  <m:r>
                                    <m:rPr>
                                      <m:sty m:val="p"/>
                                    </m:rPr>
                                    <a:rPr lang="en-US">
                                      <a:latin typeface="Cambria Math" panose="02040503050406030204" pitchFamily="18" charset="0"/>
                                    </a:rPr>
                                    <m:t>j</m:t>
                                  </m:r>
                                </m:sub>
                              </m:sSub>
                            </m:e>
                          </m:d>
                          <m:r>
                            <a:rPr lang="en-US">
                              <a:latin typeface="Cambria Math" panose="02040503050406030204" pitchFamily="18" charset="0"/>
                            </a:rPr>
                            <m:t>=</m:t>
                          </m:r>
                          <m:r>
                            <m:rPr>
                              <m:sty m:val="p"/>
                            </m:rPr>
                            <a:rPr lang="en-US">
                              <a:latin typeface="Cambria Math" panose="02040503050406030204" pitchFamily="18" charset="0"/>
                            </a:rPr>
                            <m:t>ϕ</m:t>
                          </m:r>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n-US" b="1" i="1">
                                      <a:latin typeface="Cambria Math" panose="02040503050406030204" pitchFamily="18" charset="0"/>
                                    </a:rPr>
                                    <m:t>𝐳</m:t>
                                  </m:r>
                                </m:e>
                                <m:sub>
                                  <m:r>
                                    <m:rPr>
                                      <m:sty m:val="p"/>
                                    </m:rPr>
                                    <a:rPr lang="en-US">
                                      <a:latin typeface="Cambria Math" panose="02040503050406030204" pitchFamily="18" charset="0"/>
                                    </a:rPr>
                                    <m:t>i</m:t>
                                  </m:r>
                                </m:sub>
                              </m:sSub>
                            </m:e>
                          </m:d>
                        </m:e>
                        <m:sup>
                          <m:r>
                            <m:rPr>
                              <m:sty m:val="p"/>
                            </m:rPr>
                            <a:rPr lang="en-US">
                              <a:latin typeface="Cambria Math" panose="02040503050406030204" pitchFamily="18" charset="0"/>
                            </a:rPr>
                            <m:t>T</m:t>
                          </m:r>
                        </m:sup>
                      </m:sSup>
                      <m:r>
                        <m:rPr>
                          <m:sty m:val="p"/>
                        </m:rPr>
                        <a:rPr lang="en-US">
                          <a:latin typeface="Cambria Math" panose="02040503050406030204" pitchFamily="18" charset="0"/>
                        </a:rPr>
                        <m:t>ϕ</m:t>
                      </m:r>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n-US" b="1" i="1">
                                  <a:latin typeface="Cambria Math" panose="02040503050406030204" pitchFamily="18" charset="0"/>
                                </a:rPr>
                                <m:t>𝐳</m:t>
                              </m:r>
                            </m:e>
                            <m:sub>
                              <m:r>
                                <m:rPr>
                                  <m:sty m:val="p"/>
                                </m:rPr>
                                <a:rPr lang="en-US">
                                  <a:latin typeface="Cambria Math" panose="02040503050406030204" pitchFamily="18" charset="0"/>
                                </a:rPr>
                                <m:t>j</m:t>
                              </m:r>
                            </m:sub>
                          </m:sSub>
                        </m:e>
                      </m:d>
                      <m:r>
                        <a:rPr lang="en-US">
                          <a:latin typeface="Cambria Math" panose="02040503050406030204" pitchFamily="18" charset="0"/>
                        </a:rPr>
                        <m:t>.</m:t>
                      </m:r>
                    </m:oMath>
                  </m:oMathPara>
                </a14:m>
                <a:endParaRPr lang="es-ES" dirty="0"/>
              </a:p>
              <a:p>
                <a:pPr marL="0" indent="0" algn="just">
                  <a:buNone/>
                </a:pPr>
                <a:endParaRPr lang="es-ES" dirty="0"/>
              </a:p>
              <a:p>
                <a:pPr marL="0" indent="0" algn="just">
                  <a:buNone/>
                </a:pPr>
                <a:r>
                  <a:rPr lang="es-ES" dirty="0"/>
                  <a:t>    Esto es más eficiente!</a:t>
                </a:r>
              </a:p>
            </p:txBody>
          </p:sp>
        </mc:Choice>
        <mc:Fallback xmlns="">
          <p:sp>
            <p:nvSpPr>
              <p:cNvPr id="3" name="Marcador de contenido 2">
                <a:extLst>
                  <a:ext uri="{FF2B5EF4-FFF2-40B4-BE49-F238E27FC236}">
                    <a16:creationId xmlns:a16="http://schemas.microsoft.com/office/drawing/2014/main" id="{56A42633-742F-49D3-A83F-A9C06D7D1FC1}"/>
                  </a:ext>
                </a:extLst>
              </p:cNvPr>
              <p:cNvSpPr>
                <a:spLocks noGrp="1" noRot="1" noChangeAspect="1" noMove="1" noResize="1" noEditPoints="1" noAdjustHandles="1" noChangeArrowheads="1" noChangeShapeType="1" noTextEdit="1"/>
              </p:cNvSpPr>
              <p:nvPr>
                <p:ph idx="1"/>
              </p:nvPr>
            </p:nvSpPr>
            <p:spPr>
              <a:xfrm>
                <a:off x="628650" y="1750422"/>
                <a:ext cx="7886700" cy="4172017"/>
              </a:xfrm>
              <a:blipFill>
                <a:blip r:embed="rId2"/>
                <a:stretch>
                  <a:fillRect l="-1159" t="-2044" r="-1236"/>
                </a:stretch>
              </a:blipFill>
            </p:spPr>
            <p:txBody>
              <a:bodyPr/>
              <a:lstStyle/>
              <a:p>
                <a:r>
                  <a:rPr lang="en-US">
                    <a:noFill/>
                  </a:rPr>
                  <a:t> </a:t>
                </a:r>
              </a:p>
            </p:txBody>
          </p:sp>
        </mc:Fallback>
      </mc:AlternateContent>
      <p:sp>
        <p:nvSpPr>
          <p:cNvPr id="4" name="Marcador de número de diapositiva 3">
            <a:extLst>
              <a:ext uri="{FF2B5EF4-FFF2-40B4-BE49-F238E27FC236}">
                <a16:creationId xmlns:a16="http://schemas.microsoft.com/office/drawing/2014/main" id="{7794D4E0-C679-4A8A-83FD-DA91003FF9BF}"/>
              </a:ext>
            </a:extLst>
          </p:cNvPr>
          <p:cNvSpPr>
            <a:spLocks noGrp="1"/>
          </p:cNvSpPr>
          <p:nvPr>
            <p:ph type="sldNum" sz="quarter" idx="12"/>
          </p:nvPr>
        </p:nvSpPr>
        <p:spPr/>
        <p:txBody>
          <a:bodyPr/>
          <a:lstStyle/>
          <a:p>
            <a:fld id="{ED3C9F24-97CD-894E-963C-61E4D5D33747}" type="slidenum">
              <a:rPr lang="es-ES_tradnl" smtClean="0"/>
              <a:t>31</a:t>
            </a:fld>
            <a:endParaRPr lang="es-ES_tradnl"/>
          </a:p>
        </p:txBody>
      </p:sp>
    </p:spTree>
    <p:extLst>
      <p:ext uri="{BB962C8B-B14F-4D97-AF65-F5344CB8AC3E}">
        <p14:creationId xmlns:p14="http://schemas.microsoft.com/office/powerpoint/2010/main" val="15564302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72A1E2-1EB2-489F-8ED0-D70D24891949}"/>
              </a:ext>
            </a:extLst>
          </p:cNvPr>
          <p:cNvSpPr>
            <a:spLocks noGrp="1"/>
          </p:cNvSpPr>
          <p:nvPr>
            <p:ph type="title"/>
          </p:nvPr>
        </p:nvSpPr>
        <p:spPr/>
        <p:txBody>
          <a:bodyPr/>
          <a:lstStyle/>
          <a:p>
            <a:r>
              <a:rPr lang="es-ES" dirty="0" err="1"/>
              <a:t>One</a:t>
            </a:r>
            <a:r>
              <a:rPr lang="es-ES" dirty="0"/>
              <a:t> </a:t>
            </a:r>
            <a:r>
              <a:rPr lang="es-ES" dirty="0" err="1"/>
              <a:t>Class</a:t>
            </a:r>
            <a:r>
              <a:rPr lang="es-ES" dirty="0"/>
              <a:t> </a:t>
            </a:r>
            <a:r>
              <a:rPr lang="es-ES" dirty="0" err="1"/>
              <a:t>Suport</a:t>
            </a:r>
            <a:r>
              <a:rPr lang="es-ES" dirty="0"/>
              <a:t> Vector Machine (OC-SVM)</a:t>
            </a:r>
            <a:endParaRPr lang="es-CL"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58C624D-1A0B-4E89-8B4C-C7D81F43C42C}"/>
                  </a:ext>
                </a:extLst>
              </p:cNvPr>
              <p:cNvSpPr>
                <a:spLocks noGrp="1"/>
              </p:cNvSpPr>
              <p:nvPr>
                <p:ph idx="1"/>
              </p:nvPr>
            </p:nvSpPr>
            <p:spPr/>
            <p:txBody>
              <a:bodyPr/>
              <a:lstStyle/>
              <a:p>
                <a:pPr marL="0" indent="0">
                  <a:buNone/>
                </a:pPr>
                <a:r>
                  <a:rPr lang="es-CL" dirty="0"/>
                  <a:t>Algunas funciones típicas son:</a:t>
                </a:r>
              </a:p>
              <a:p>
                <a:r>
                  <a:rPr lang="es-CL" dirty="0" err="1"/>
                  <a:t>Polinomial</a:t>
                </a:r>
                <a:r>
                  <a:rPr lang="es-CL" dirty="0"/>
                  <a:t>:</a:t>
                </a:r>
              </a:p>
              <a:p>
                <a:pPr marL="0" indent="0" algn="ctr">
                  <a:buNone/>
                </a:pPr>
                <a14:m>
                  <m:oMathPara xmlns:m="http://schemas.openxmlformats.org/officeDocument/2006/math">
                    <m:oMathParaPr>
                      <m:jc m:val="centerGroup"/>
                    </m:oMathParaPr>
                    <m:oMath xmlns:m="http://schemas.openxmlformats.org/officeDocument/2006/math">
                      <m:r>
                        <a:rPr lang="es-CL" i="1">
                          <a:latin typeface="Cambria Math"/>
                        </a:rPr>
                        <m:t>𝐾</m:t>
                      </m:r>
                      <m:d>
                        <m:dPr>
                          <m:ctrlPr>
                            <a:rPr lang="es-CL" i="1">
                              <a:latin typeface="Cambria Math" panose="02040503050406030204" pitchFamily="18" charset="0"/>
                            </a:rPr>
                          </m:ctrlPr>
                        </m:dPr>
                        <m:e>
                          <m:r>
                            <a:rPr lang="es-CL" i="1">
                              <a:latin typeface="Cambria Math"/>
                            </a:rPr>
                            <m:t>𝑥</m:t>
                          </m:r>
                          <m:r>
                            <a:rPr lang="es-CL" i="1">
                              <a:latin typeface="Cambria Math"/>
                            </a:rPr>
                            <m:t>,</m:t>
                          </m:r>
                          <m:r>
                            <a:rPr lang="es-CL" i="1">
                              <a:latin typeface="Cambria Math"/>
                            </a:rPr>
                            <m:t>𝑦</m:t>
                          </m:r>
                        </m:e>
                      </m:d>
                      <m:r>
                        <a:rPr lang="es-CL">
                          <a:latin typeface="Cambria Math"/>
                        </a:rPr>
                        <m:t>=</m:t>
                      </m:r>
                      <m:sSup>
                        <m:sSupPr>
                          <m:ctrlPr>
                            <a:rPr lang="es-CL" i="1">
                              <a:latin typeface="Cambria Math" panose="02040503050406030204" pitchFamily="18" charset="0"/>
                            </a:rPr>
                          </m:ctrlPr>
                        </m:sSupPr>
                        <m:e>
                          <m:d>
                            <m:dPr>
                              <m:ctrlPr>
                                <a:rPr lang="es-CL" i="1">
                                  <a:latin typeface="Cambria Math" panose="02040503050406030204" pitchFamily="18" charset="0"/>
                                </a:rPr>
                              </m:ctrlPr>
                            </m:dPr>
                            <m:e>
                              <m:r>
                                <a:rPr lang="es-CL" i="1">
                                  <a:latin typeface="Cambria Math"/>
                                </a:rPr>
                                <m:t>1+</m:t>
                              </m:r>
                              <m:sSup>
                                <m:sSupPr>
                                  <m:ctrlPr>
                                    <a:rPr lang="es-CL" i="1">
                                      <a:latin typeface="Cambria Math" panose="02040503050406030204" pitchFamily="18" charset="0"/>
                                    </a:rPr>
                                  </m:ctrlPr>
                                </m:sSupPr>
                                <m:e>
                                  <m:r>
                                    <a:rPr lang="es-CL" i="1">
                                      <a:latin typeface="Cambria Math"/>
                                    </a:rPr>
                                    <m:t>𝑥</m:t>
                                  </m:r>
                                </m:e>
                                <m:sup>
                                  <m:r>
                                    <a:rPr lang="es-CL" i="1">
                                      <a:latin typeface="Cambria Math"/>
                                    </a:rPr>
                                    <m:t>𝑇</m:t>
                                  </m:r>
                                </m:sup>
                              </m:sSup>
                              <m:r>
                                <a:rPr lang="es-CL" i="1">
                                  <a:latin typeface="Cambria Math"/>
                                </a:rPr>
                                <m:t>𝑦</m:t>
                              </m:r>
                            </m:e>
                          </m:d>
                        </m:e>
                        <m:sup>
                          <m:r>
                            <a:rPr lang="es-CL" i="1">
                              <a:latin typeface="Cambria Math"/>
                            </a:rPr>
                            <m:t>𝑑</m:t>
                          </m:r>
                        </m:sup>
                      </m:sSup>
                    </m:oMath>
                  </m:oMathPara>
                </a14:m>
                <a:endParaRPr lang="es-CL" dirty="0"/>
              </a:p>
              <a:p>
                <a:pPr marL="0" indent="0" algn="ctr">
                  <a:buNone/>
                </a:pPr>
                <a:endParaRPr lang="es-CL" dirty="0"/>
              </a:p>
              <a:p>
                <a:r>
                  <a:rPr lang="es-CL" dirty="0"/>
                  <a:t>Radial </a:t>
                </a:r>
                <a:r>
                  <a:rPr lang="es-CL" dirty="0" err="1"/>
                  <a:t>Basis</a:t>
                </a:r>
                <a:r>
                  <a:rPr lang="es-CL" dirty="0"/>
                  <a:t> </a:t>
                </a:r>
                <a:r>
                  <a:rPr lang="es-CL" dirty="0" err="1"/>
                  <a:t>Function</a:t>
                </a:r>
                <a:r>
                  <a:rPr lang="es-CL" dirty="0"/>
                  <a:t> (RBF):</a:t>
                </a:r>
              </a:p>
              <a:p>
                <a:pPr marL="0" indent="0">
                  <a:buNone/>
                </a:pPr>
                <a14:m>
                  <m:oMathPara xmlns:m="http://schemas.openxmlformats.org/officeDocument/2006/math">
                    <m:oMathParaPr>
                      <m:jc m:val="centerGroup"/>
                    </m:oMathParaPr>
                    <m:oMath xmlns:m="http://schemas.openxmlformats.org/officeDocument/2006/math">
                      <m:r>
                        <a:rPr lang="es-CL" i="1">
                          <a:latin typeface="Cambria Math"/>
                        </a:rPr>
                        <m:t>𝐾</m:t>
                      </m:r>
                      <m:d>
                        <m:dPr>
                          <m:ctrlPr>
                            <a:rPr lang="es-CL" i="1">
                              <a:latin typeface="Cambria Math" panose="02040503050406030204" pitchFamily="18" charset="0"/>
                            </a:rPr>
                          </m:ctrlPr>
                        </m:dPr>
                        <m:e>
                          <m:r>
                            <a:rPr lang="es-CL" i="1">
                              <a:latin typeface="Cambria Math"/>
                            </a:rPr>
                            <m:t>𝑥</m:t>
                          </m:r>
                          <m:r>
                            <a:rPr lang="es-CL" i="1">
                              <a:latin typeface="Cambria Math"/>
                            </a:rPr>
                            <m:t>,</m:t>
                          </m:r>
                          <m:r>
                            <a:rPr lang="es-CL" i="1">
                              <a:latin typeface="Cambria Math"/>
                            </a:rPr>
                            <m:t>𝑦</m:t>
                          </m:r>
                        </m:e>
                      </m:d>
                      <m:r>
                        <a:rPr lang="es-CL">
                          <a:latin typeface="Cambria Math"/>
                        </a:rPr>
                        <m:t>=</m:t>
                      </m:r>
                      <m:r>
                        <m:rPr>
                          <m:sty m:val="p"/>
                        </m:rPr>
                        <a:rPr lang="es-CL">
                          <a:latin typeface="Cambria Math"/>
                        </a:rPr>
                        <m:t>exp</m:t>
                      </m:r>
                      <m:d>
                        <m:dPr>
                          <m:begChr m:val="["/>
                          <m:endChr m:val="]"/>
                          <m:ctrlPr>
                            <a:rPr lang="es-CL" i="1" smtClean="0">
                              <a:latin typeface="Cambria Math" panose="02040503050406030204" pitchFamily="18" charset="0"/>
                            </a:rPr>
                          </m:ctrlPr>
                        </m:dPr>
                        <m:e>
                          <m:f>
                            <m:fPr>
                              <m:type m:val="skw"/>
                              <m:ctrlPr>
                                <a:rPr lang="es-CL" i="1">
                                  <a:latin typeface="Cambria Math" panose="02040503050406030204" pitchFamily="18" charset="0"/>
                                </a:rPr>
                              </m:ctrlPr>
                            </m:fPr>
                            <m:num>
                              <m:r>
                                <a:rPr lang="es-CL" i="1">
                                  <a:latin typeface="Cambria Math"/>
                                </a:rPr>
                                <m:t>−</m:t>
                              </m:r>
                              <m:sSup>
                                <m:sSupPr>
                                  <m:ctrlPr>
                                    <a:rPr lang="es-CL" i="1">
                                      <a:latin typeface="Cambria Math" panose="02040503050406030204" pitchFamily="18" charset="0"/>
                                    </a:rPr>
                                  </m:ctrlPr>
                                </m:sSupPr>
                                <m:e>
                                  <m:d>
                                    <m:dPr>
                                      <m:ctrlPr>
                                        <a:rPr lang="es-CL" i="1">
                                          <a:latin typeface="Cambria Math" panose="02040503050406030204" pitchFamily="18" charset="0"/>
                                        </a:rPr>
                                      </m:ctrlPr>
                                    </m:dPr>
                                    <m:e>
                                      <m:r>
                                        <a:rPr lang="es-CL" i="1">
                                          <a:latin typeface="Cambria Math"/>
                                        </a:rPr>
                                        <m:t>𝑥</m:t>
                                      </m:r>
                                      <m:r>
                                        <a:rPr lang="es-CL" i="1">
                                          <a:latin typeface="Cambria Math"/>
                                        </a:rPr>
                                        <m:t>−</m:t>
                                      </m:r>
                                      <m:r>
                                        <a:rPr lang="es-CL" i="1">
                                          <a:latin typeface="Cambria Math"/>
                                        </a:rPr>
                                        <m:t>𝑦</m:t>
                                      </m:r>
                                    </m:e>
                                  </m:d>
                                </m:e>
                                <m:sup>
                                  <m:r>
                                    <a:rPr lang="es-CL" i="1">
                                      <a:latin typeface="Cambria Math"/>
                                    </a:rPr>
                                    <m:t>𝑇</m:t>
                                  </m:r>
                                </m:sup>
                              </m:sSup>
                              <m:r>
                                <a:rPr lang="es-CL" i="1">
                                  <a:latin typeface="Cambria Math"/>
                                </a:rPr>
                                <m:t>(</m:t>
                              </m:r>
                              <m:r>
                                <a:rPr lang="es-CL" i="1">
                                  <a:latin typeface="Cambria Math"/>
                                </a:rPr>
                                <m:t>𝑥</m:t>
                              </m:r>
                              <m:r>
                                <a:rPr lang="es-CL" i="1">
                                  <a:latin typeface="Cambria Math"/>
                                </a:rPr>
                                <m:t>−</m:t>
                              </m:r>
                              <m:r>
                                <a:rPr lang="es-CL" i="1">
                                  <a:latin typeface="Cambria Math"/>
                                </a:rPr>
                                <m:t>𝑦</m:t>
                              </m:r>
                              <m:r>
                                <a:rPr lang="es-CL" i="1">
                                  <a:latin typeface="Cambria Math"/>
                                </a:rPr>
                                <m:t>)</m:t>
                              </m:r>
                            </m:num>
                            <m:den>
                              <m:r>
                                <a:rPr lang="es-CL" i="1">
                                  <a:latin typeface="Cambria Math"/>
                                </a:rPr>
                                <m:t>2</m:t>
                              </m:r>
                              <m:sSup>
                                <m:sSupPr>
                                  <m:ctrlPr>
                                    <a:rPr lang="es-CL" i="1">
                                      <a:latin typeface="Cambria Math" panose="02040503050406030204" pitchFamily="18" charset="0"/>
                                    </a:rPr>
                                  </m:ctrlPr>
                                </m:sSupPr>
                                <m:e>
                                  <m:r>
                                    <a:rPr lang="es-CL" i="1">
                                      <a:latin typeface="Cambria Math"/>
                                      <a:ea typeface="Cambria Math"/>
                                    </a:rPr>
                                    <m:t>𝜎</m:t>
                                  </m:r>
                                </m:e>
                                <m:sup>
                                  <m:r>
                                    <a:rPr lang="es-CL" i="1">
                                      <a:latin typeface="Cambria Math"/>
                                    </a:rPr>
                                    <m:t>2</m:t>
                                  </m:r>
                                </m:sup>
                              </m:sSup>
                            </m:den>
                          </m:f>
                        </m:e>
                      </m:d>
                    </m:oMath>
                  </m:oMathPara>
                </a14:m>
                <a:endParaRPr lang="es-CL" dirty="0"/>
              </a:p>
              <a:p>
                <a:r>
                  <a:rPr lang="es-CL" dirty="0" err="1"/>
                  <a:t>Sigmoid</a:t>
                </a:r>
                <a:r>
                  <a:rPr lang="es-CL" dirty="0"/>
                  <a:t>:</a:t>
                </a:r>
              </a:p>
              <a:p>
                <a:endParaRPr lang="es-CL" dirty="0"/>
              </a:p>
              <a:p>
                <a:pPr marL="0" indent="0">
                  <a:buNone/>
                </a:pPr>
                <a14:m>
                  <m:oMathPara xmlns:m="http://schemas.openxmlformats.org/officeDocument/2006/math">
                    <m:oMathParaPr>
                      <m:jc m:val="centerGroup"/>
                    </m:oMathParaPr>
                    <m:oMath xmlns:m="http://schemas.openxmlformats.org/officeDocument/2006/math">
                      <m:r>
                        <a:rPr lang="es-CL" i="1">
                          <a:latin typeface="Cambria Math"/>
                        </a:rPr>
                        <m:t>𝐾</m:t>
                      </m:r>
                      <m:d>
                        <m:dPr>
                          <m:ctrlPr>
                            <a:rPr lang="es-CL" i="1">
                              <a:latin typeface="Cambria Math" panose="02040503050406030204" pitchFamily="18" charset="0"/>
                            </a:rPr>
                          </m:ctrlPr>
                        </m:dPr>
                        <m:e>
                          <m:r>
                            <a:rPr lang="es-CL" i="1">
                              <a:latin typeface="Cambria Math"/>
                            </a:rPr>
                            <m:t>𝑥</m:t>
                          </m:r>
                          <m:r>
                            <a:rPr lang="es-CL" i="1">
                              <a:latin typeface="Cambria Math"/>
                            </a:rPr>
                            <m:t>,</m:t>
                          </m:r>
                          <m:r>
                            <a:rPr lang="es-CL" i="1">
                              <a:latin typeface="Cambria Math"/>
                            </a:rPr>
                            <m:t>𝑦</m:t>
                          </m:r>
                        </m:e>
                      </m:d>
                      <m:r>
                        <a:rPr lang="es-CL">
                          <a:latin typeface="Cambria Math"/>
                        </a:rPr>
                        <m:t>=</m:t>
                      </m:r>
                      <m:r>
                        <m:rPr>
                          <m:sty m:val="p"/>
                        </m:rPr>
                        <a:rPr lang="es-CL">
                          <a:latin typeface="Cambria Math"/>
                        </a:rPr>
                        <m:t>tanh</m:t>
                      </m:r>
                      <m:r>
                        <a:rPr lang="es-CL">
                          <a:latin typeface="Cambria Math"/>
                        </a:rPr>
                        <m:t>(</m:t>
                      </m:r>
                      <m:sSub>
                        <m:sSubPr>
                          <m:ctrlPr>
                            <a:rPr lang="es-CL" i="1">
                              <a:latin typeface="Cambria Math" panose="02040503050406030204" pitchFamily="18" charset="0"/>
                            </a:rPr>
                          </m:ctrlPr>
                        </m:sSubPr>
                        <m:e>
                          <m:r>
                            <a:rPr lang="es-CL" i="1">
                              <a:latin typeface="Cambria Math"/>
                              <a:ea typeface="Cambria Math"/>
                            </a:rPr>
                            <m:t>𝜌</m:t>
                          </m:r>
                        </m:e>
                        <m:sub>
                          <m:r>
                            <a:rPr lang="es-CL" i="1">
                              <a:latin typeface="Cambria Math"/>
                            </a:rPr>
                            <m:t>1</m:t>
                          </m:r>
                        </m:sub>
                      </m:sSub>
                      <m:sSup>
                        <m:sSupPr>
                          <m:ctrlPr>
                            <a:rPr lang="es-CL" i="1">
                              <a:latin typeface="Cambria Math" panose="02040503050406030204" pitchFamily="18" charset="0"/>
                            </a:rPr>
                          </m:ctrlPr>
                        </m:sSupPr>
                        <m:e>
                          <m:r>
                            <a:rPr lang="es-CL" i="1">
                              <a:latin typeface="Cambria Math"/>
                            </a:rPr>
                            <m:t>𝑥</m:t>
                          </m:r>
                        </m:e>
                        <m:sup>
                          <m:r>
                            <a:rPr lang="es-CL" i="1">
                              <a:latin typeface="Cambria Math"/>
                            </a:rPr>
                            <m:t>𝑇</m:t>
                          </m:r>
                        </m:sup>
                      </m:sSup>
                      <m:r>
                        <a:rPr lang="es-CL" i="1">
                          <a:latin typeface="Cambria Math"/>
                        </a:rPr>
                        <m:t>𝑦</m:t>
                      </m:r>
                      <m:r>
                        <a:rPr lang="es-CL">
                          <a:latin typeface="Cambria Math"/>
                        </a:rPr>
                        <m:t>+</m:t>
                      </m:r>
                      <m:sSub>
                        <m:sSubPr>
                          <m:ctrlPr>
                            <a:rPr lang="es-CL" i="1">
                              <a:latin typeface="Cambria Math" panose="02040503050406030204" pitchFamily="18" charset="0"/>
                            </a:rPr>
                          </m:ctrlPr>
                        </m:sSubPr>
                        <m:e>
                          <m:r>
                            <a:rPr lang="es-CL" i="1">
                              <a:latin typeface="Cambria Math"/>
                              <a:ea typeface="Cambria Math"/>
                            </a:rPr>
                            <m:t>𝜌</m:t>
                          </m:r>
                        </m:e>
                        <m:sub>
                          <m:r>
                            <a:rPr lang="es-CL" i="1">
                              <a:latin typeface="Cambria Math"/>
                              <a:ea typeface="Cambria Math"/>
                            </a:rPr>
                            <m:t>2</m:t>
                          </m:r>
                        </m:sub>
                      </m:sSub>
                      <m:r>
                        <a:rPr lang="es-CL">
                          <a:latin typeface="Cambria Math"/>
                        </a:rPr>
                        <m:t>)</m:t>
                      </m:r>
                    </m:oMath>
                  </m:oMathPara>
                </a14:m>
                <a:endParaRPr lang="es-CL" dirty="0"/>
              </a:p>
              <a:p>
                <a:pPr marL="0" indent="0">
                  <a:buNone/>
                </a:pPr>
                <a:endParaRPr lang="es-CL" dirty="0"/>
              </a:p>
              <a:p>
                <a:pPr marL="0" indent="0">
                  <a:buNone/>
                </a:pPr>
                <a:endParaRPr lang="es-CL" dirty="0"/>
              </a:p>
            </p:txBody>
          </p:sp>
        </mc:Choice>
        <mc:Fallback xmlns="">
          <p:sp>
            <p:nvSpPr>
              <p:cNvPr id="3" name="Marcador de contenido 2">
                <a:extLst>
                  <a:ext uri="{FF2B5EF4-FFF2-40B4-BE49-F238E27FC236}">
                    <a16:creationId xmlns:a16="http://schemas.microsoft.com/office/drawing/2014/main" id="{758C624D-1A0B-4E89-8B4C-C7D81F43C42C}"/>
                  </a:ext>
                </a:extLst>
              </p:cNvPr>
              <p:cNvSpPr>
                <a:spLocks noGrp="1" noRot="1" noChangeAspect="1" noMove="1" noResize="1" noEditPoints="1" noAdjustHandles="1" noChangeArrowheads="1" noChangeShapeType="1" noTextEdit="1"/>
              </p:cNvSpPr>
              <p:nvPr>
                <p:ph idx="1"/>
              </p:nvPr>
            </p:nvSpPr>
            <p:spPr>
              <a:blipFill>
                <a:blip r:embed="rId2"/>
                <a:stretch>
                  <a:fillRect l="-1159" t="-1961"/>
                </a:stretch>
              </a:blipFill>
            </p:spPr>
            <p:txBody>
              <a:bodyPr/>
              <a:lstStyle/>
              <a:p>
                <a:r>
                  <a:rPr lang="en-US">
                    <a:noFill/>
                  </a:rPr>
                  <a:t> </a:t>
                </a:r>
              </a:p>
            </p:txBody>
          </p:sp>
        </mc:Fallback>
      </mc:AlternateContent>
      <p:sp>
        <p:nvSpPr>
          <p:cNvPr id="4" name="Marcador de número de diapositiva 3">
            <a:extLst>
              <a:ext uri="{FF2B5EF4-FFF2-40B4-BE49-F238E27FC236}">
                <a16:creationId xmlns:a16="http://schemas.microsoft.com/office/drawing/2014/main" id="{CC11AA89-293B-4BC5-AD07-1B8E8C351924}"/>
              </a:ext>
            </a:extLst>
          </p:cNvPr>
          <p:cNvSpPr>
            <a:spLocks noGrp="1"/>
          </p:cNvSpPr>
          <p:nvPr>
            <p:ph type="sldNum" sz="quarter" idx="12"/>
          </p:nvPr>
        </p:nvSpPr>
        <p:spPr/>
        <p:txBody>
          <a:bodyPr/>
          <a:lstStyle/>
          <a:p>
            <a:fld id="{ED3C9F24-97CD-894E-963C-61E4D5D33747}" type="slidenum">
              <a:rPr lang="es-ES_tradnl" smtClean="0"/>
              <a:t>32</a:t>
            </a:fld>
            <a:endParaRPr lang="es-ES_tradnl"/>
          </a:p>
        </p:txBody>
      </p:sp>
    </p:spTree>
    <p:extLst>
      <p:ext uri="{BB962C8B-B14F-4D97-AF65-F5344CB8AC3E}">
        <p14:creationId xmlns:p14="http://schemas.microsoft.com/office/powerpoint/2010/main" val="22551973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es-ES" dirty="0"/>
              <a:t>Métodos basados en distancia</a:t>
            </a:r>
            <a:endParaRPr lang="en-US" dirty="0"/>
          </a:p>
        </p:txBody>
      </p:sp>
    </p:spTree>
    <p:extLst>
      <p:ext uri="{BB962C8B-B14F-4D97-AF65-F5344CB8AC3E}">
        <p14:creationId xmlns:p14="http://schemas.microsoft.com/office/powerpoint/2010/main" val="37462694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dirty="0"/>
              <a:t>Local </a:t>
            </a:r>
            <a:r>
              <a:rPr lang="es-ES" dirty="0" err="1"/>
              <a:t>Outlier</a:t>
            </a:r>
            <a:r>
              <a:rPr lang="es-ES" dirty="0"/>
              <a:t> Factor (LOF)</a:t>
            </a:r>
          </a:p>
        </p:txBody>
      </p:sp>
      <p:sp>
        <p:nvSpPr>
          <p:cNvPr id="7" name="Content Placeholder 6"/>
          <p:cNvSpPr>
            <a:spLocks noGrp="1"/>
          </p:cNvSpPr>
          <p:nvPr>
            <p:ph idx="1"/>
          </p:nvPr>
        </p:nvSpPr>
        <p:spPr>
          <a:xfrm>
            <a:off x="628650" y="1529411"/>
            <a:ext cx="7886700" cy="4351338"/>
          </a:xfrm>
        </p:spPr>
        <p:txBody>
          <a:bodyPr>
            <a:normAutofit/>
          </a:bodyPr>
          <a:lstStyle/>
          <a:p>
            <a:pPr marL="0" indent="0" algn="just">
              <a:buNone/>
            </a:pPr>
            <a:r>
              <a:rPr lang="es-ES" sz="2200" dirty="0"/>
              <a:t>El método Local </a:t>
            </a:r>
            <a:r>
              <a:rPr lang="es-ES" sz="2200" dirty="0" err="1"/>
              <a:t>Outlier</a:t>
            </a:r>
            <a:r>
              <a:rPr lang="es-ES" sz="2200" dirty="0"/>
              <a:t> Factor (LOF) calcula una puntuación (denominada factor de valores anómalos locales) que refleja el grado de anomalía de las observaciones. Mide la densidad local de un dato dado con respecto a sus vecinos. La idea es detectar las muestras que tienen una densidad sustancialmente menor que sus vecinos.</a:t>
            </a:r>
          </a:p>
        </p:txBody>
      </p:sp>
      <p:sp>
        <p:nvSpPr>
          <p:cNvPr id="5" name="Slide Number Placeholder 4"/>
          <p:cNvSpPr>
            <a:spLocks noGrp="1"/>
          </p:cNvSpPr>
          <p:nvPr>
            <p:ph type="sldNum" sz="quarter" idx="12"/>
          </p:nvPr>
        </p:nvSpPr>
        <p:spPr/>
        <p:txBody>
          <a:bodyPr/>
          <a:lstStyle/>
          <a:p>
            <a:fld id="{ED3C9F24-97CD-894E-963C-61E4D5D33747}" type="slidenum">
              <a:rPr lang="es-ES_tradnl" smtClean="0"/>
              <a:t>34</a:t>
            </a:fld>
            <a:endParaRPr lang="es-ES_tradnl"/>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2591" y="3136637"/>
            <a:ext cx="3658817" cy="2744112"/>
          </a:xfrm>
          <a:prstGeom prst="rect">
            <a:avLst/>
          </a:prstGeom>
        </p:spPr>
      </p:pic>
    </p:spTree>
    <p:extLst>
      <p:ext uri="{BB962C8B-B14F-4D97-AF65-F5344CB8AC3E}">
        <p14:creationId xmlns:p14="http://schemas.microsoft.com/office/powerpoint/2010/main" val="3164136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dirty="0"/>
              <a:t>Local </a:t>
            </a:r>
            <a:r>
              <a:rPr lang="es-ES" dirty="0" err="1"/>
              <a:t>Outlier</a:t>
            </a:r>
            <a:r>
              <a:rPr lang="es-ES" dirty="0"/>
              <a:t> Factor (LOF)</a:t>
            </a:r>
          </a:p>
        </p:txBody>
      </p:sp>
      <p:sp>
        <p:nvSpPr>
          <p:cNvPr id="7" name="Content Placeholder 6"/>
          <p:cNvSpPr>
            <a:spLocks noGrp="1"/>
          </p:cNvSpPr>
          <p:nvPr>
            <p:ph idx="1"/>
          </p:nvPr>
        </p:nvSpPr>
        <p:spPr>
          <a:xfrm>
            <a:off x="628650" y="1529411"/>
            <a:ext cx="7886700" cy="4351338"/>
          </a:xfrm>
        </p:spPr>
        <p:txBody>
          <a:bodyPr>
            <a:normAutofit/>
          </a:bodyPr>
          <a:lstStyle/>
          <a:p>
            <a:pPr marL="0" indent="0" algn="just">
              <a:buNone/>
            </a:pPr>
            <a:r>
              <a:rPr lang="es-ES" dirty="0"/>
              <a:t>La puntuación LOF de una observación es igual a la razón de la densidad local promedio de sus “k” vecinos más cercanos, y su propia densidad local: </a:t>
            </a:r>
            <a:r>
              <a:rPr lang="es-ES" b="1" dirty="0"/>
              <a:t>se espera que una instancia normal tenga una densidad local similar a la de sus vecinos, mientras que para los datos anómalos se espera que tengan una densidad local mucho menor</a:t>
            </a:r>
            <a:r>
              <a:rPr lang="es-ES" dirty="0"/>
              <a:t>.</a:t>
            </a:r>
          </a:p>
          <a:p>
            <a:pPr marL="0" indent="0" algn="just">
              <a:buNone/>
            </a:pPr>
            <a:r>
              <a:rPr lang="es-ES" dirty="0"/>
              <a:t>El número de vecinos considerados suele ser:</a:t>
            </a:r>
          </a:p>
          <a:p>
            <a:pPr marL="457200" indent="-457200" algn="just">
              <a:buFont typeface="+mj-lt"/>
              <a:buAutoNum type="arabicPeriod"/>
            </a:pPr>
            <a:r>
              <a:rPr lang="es-ES" dirty="0"/>
              <a:t>Mayor que el número mínimo de muestras que debe contener un grupo.</a:t>
            </a:r>
          </a:p>
          <a:p>
            <a:pPr marL="457200" indent="-457200" algn="just">
              <a:buFont typeface="+mj-lt"/>
              <a:buAutoNum type="arabicPeriod"/>
            </a:pPr>
            <a:r>
              <a:rPr lang="es-ES" dirty="0"/>
              <a:t>Menor que el número máximo de muestras cercanas que  podrían ser datos anómalos.</a:t>
            </a:r>
          </a:p>
        </p:txBody>
      </p:sp>
      <p:sp>
        <p:nvSpPr>
          <p:cNvPr id="5" name="Slide Number Placeholder 4"/>
          <p:cNvSpPr>
            <a:spLocks noGrp="1"/>
          </p:cNvSpPr>
          <p:nvPr>
            <p:ph type="sldNum" sz="quarter" idx="12"/>
          </p:nvPr>
        </p:nvSpPr>
        <p:spPr/>
        <p:txBody>
          <a:bodyPr/>
          <a:lstStyle/>
          <a:p>
            <a:fld id="{ED3C9F24-97CD-894E-963C-61E4D5D33747}" type="slidenum">
              <a:rPr lang="es-ES_tradnl" smtClean="0"/>
              <a:t>35</a:t>
            </a:fld>
            <a:endParaRPr lang="es-ES_tradnl"/>
          </a:p>
        </p:txBody>
      </p:sp>
    </p:spTree>
    <p:extLst>
      <p:ext uri="{BB962C8B-B14F-4D97-AF65-F5344CB8AC3E}">
        <p14:creationId xmlns:p14="http://schemas.microsoft.com/office/powerpoint/2010/main" val="25038353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dirty="0"/>
              <a:t>Local </a:t>
            </a:r>
            <a:r>
              <a:rPr lang="es-ES" dirty="0" err="1"/>
              <a:t>Outlier</a:t>
            </a:r>
            <a:r>
              <a:rPr lang="es-ES" dirty="0"/>
              <a:t> Factor (LOF)</a:t>
            </a:r>
          </a:p>
        </p:txBody>
      </p:sp>
      <p:sp>
        <p:nvSpPr>
          <p:cNvPr id="7" name="Content Placeholder 6"/>
          <p:cNvSpPr>
            <a:spLocks noGrp="1"/>
          </p:cNvSpPr>
          <p:nvPr>
            <p:ph idx="1"/>
          </p:nvPr>
        </p:nvSpPr>
        <p:spPr>
          <a:xfrm>
            <a:off x="628650" y="1529411"/>
            <a:ext cx="7886700" cy="4351338"/>
          </a:xfrm>
        </p:spPr>
        <p:txBody>
          <a:bodyPr>
            <a:normAutofit/>
          </a:bodyPr>
          <a:lstStyle/>
          <a:p>
            <a:pPr marL="0" indent="0" algn="just">
              <a:buNone/>
            </a:pPr>
            <a:r>
              <a:rPr lang="es-ES" i="1" dirty="0"/>
              <a:t>k</a:t>
            </a:r>
            <a:r>
              <a:rPr lang="es-ES" dirty="0"/>
              <a:t>-</a:t>
            </a:r>
            <a:r>
              <a:rPr lang="es-ES" dirty="0" err="1"/>
              <a:t>distance</a:t>
            </a:r>
            <a:r>
              <a:rPr lang="es-ES" dirty="0"/>
              <a:t>: Distancia de un punto a su </a:t>
            </a:r>
            <a:r>
              <a:rPr lang="es-ES" i="1" dirty="0"/>
              <a:t>k-</a:t>
            </a:r>
            <a:r>
              <a:rPr lang="es-ES" dirty="0" err="1"/>
              <a:t>esimo</a:t>
            </a:r>
            <a:r>
              <a:rPr lang="es-ES" dirty="0"/>
              <a:t> vecino. Por ejemplo, si </a:t>
            </a:r>
            <a:r>
              <a:rPr lang="es-ES" i="1" dirty="0"/>
              <a:t>k</a:t>
            </a:r>
            <a:r>
              <a:rPr lang="es-ES" dirty="0"/>
              <a:t>=3 corresponde a la distancia a su tercer vecino.</a:t>
            </a:r>
          </a:p>
        </p:txBody>
      </p:sp>
      <p:sp>
        <p:nvSpPr>
          <p:cNvPr id="5" name="Slide Number Placeholder 4"/>
          <p:cNvSpPr>
            <a:spLocks noGrp="1"/>
          </p:cNvSpPr>
          <p:nvPr>
            <p:ph type="sldNum" sz="quarter" idx="12"/>
          </p:nvPr>
        </p:nvSpPr>
        <p:spPr/>
        <p:txBody>
          <a:bodyPr/>
          <a:lstStyle/>
          <a:p>
            <a:fld id="{ED3C9F24-97CD-894E-963C-61E4D5D33747}" type="slidenum">
              <a:rPr lang="es-ES_tradnl" smtClean="0"/>
              <a:t>36</a:t>
            </a:fld>
            <a:endParaRPr lang="es-ES_tradnl" dirty="0"/>
          </a:p>
        </p:txBody>
      </p:sp>
      <p:grpSp>
        <p:nvGrpSpPr>
          <p:cNvPr id="25" name="Grupo 24"/>
          <p:cNvGrpSpPr/>
          <p:nvPr/>
        </p:nvGrpSpPr>
        <p:grpSpPr>
          <a:xfrm>
            <a:off x="2307768" y="2689199"/>
            <a:ext cx="3507885" cy="2460208"/>
            <a:chOff x="2307768" y="2689199"/>
            <a:chExt cx="3507885" cy="2460208"/>
          </a:xfrm>
        </p:grpSpPr>
        <p:sp>
          <p:nvSpPr>
            <p:cNvPr id="2" name="Elipse 1"/>
            <p:cNvSpPr/>
            <p:nvPr/>
          </p:nvSpPr>
          <p:spPr>
            <a:xfrm>
              <a:off x="4299633" y="4002441"/>
              <a:ext cx="216000" cy="216000"/>
            </a:xfrm>
            <a:prstGeom prst="ellipse">
              <a:avLst/>
            </a:prstGeom>
            <a:noFill/>
            <a:ln w="28575">
              <a:solidFill>
                <a:srgbClr val="0145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Elipse 7"/>
            <p:cNvSpPr/>
            <p:nvPr/>
          </p:nvSpPr>
          <p:spPr>
            <a:xfrm>
              <a:off x="2934787" y="3705079"/>
              <a:ext cx="216000" cy="216000"/>
            </a:xfrm>
            <a:prstGeom prst="ellipse">
              <a:avLst/>
            </a:prstGeom>
            <a:noFill/>
            <a:ln w="28575">
              <a:solidFill>
                <a:srgbClr val="0145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Elipse 8"/>
            <p:cNvSpPr/>
            <p:nvPr/>
          </p:nvSpPr>
          <p:spPr>
            <a:xfrm>
              <a:off x="2954380" y="4717570"/>
              <a:ext cx="216000" cy="216000"/>
            </a:xfrm>
            <a:prstGeom prst="ellipse">
              <a:avLst/>
            </a:prstGeom>
            <a:noFill/>
            <a:ln w="28575">
              <a:solidFill>
                <a:srgbClr val="0145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Elipse 9"/>
            <p:cNvSpPr/>
            <p:nvPr/>
          </p:nvSpPr>
          <p:spPr>
            <a:xfrm>
              <a:off x="3600993" y="2689199"/>
              <a:ext cx="216000" cy="216000"/>
            </a:xfrm>
            <a:prstGeom prst="ellipse">
              <a:avLst/>
            </a:prstGeom>
            <a:noFill/>
            <a:ln w="28575">
              <a:solidFill>
                <a:srgbClr val="0145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Elipse 10"/>
            <p:cNvSpPr/>
            <p:nvPr/>
          </p:nvSpPr>
          <p:spPr>
            <a:xfrm>
              <a:off x="2307768" y="4149632"/>
              <a:ext cx="216000" cy="216000"/>
            </a:xfrm>
            <a:prstGeom prst="ellipse">
              <a:avLst/>
            </a:prstGeom>
            <a:noFill/>
            <a:ln w="28575">
              <a:solidFill>
                <a:srgbClr val="0145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Elipse 11"/>
            <p:cNvSpPr/>
            <p:nvPr/>
          </p:nvSpPr>
          <p:spPr>
            <a:xfrm>
              <a:off x="2856406" y="4280262"/>
              <a:ext cx="216000" cy="216000"/>
            </a:xfrm>
            <a:prstGeom prst="ellipse">
              <a:avLst/>
            </a:prstGeom>
            <a:noFill/>
            <a:ln w="28575">
              <a:solidFill>
                <a:srgbClr val="0145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Elipse 12"/>
            <p:cNvSpPr/>
            <p:nvPr/>
          </p:nvSpPr>
          <p:spPr>
            <a:xfrm>
              <a:off x="3378923" y="4933407"/>
              <a:ext cx="216000" cy="216000"/>
            </a:xfrm>
            <a:prstGeom prst="ellipse">
              <a:avLst/>
            </a:prstGeom>
            <a:noFill/>
            <a:ln w="28575">
              <a:solidFill>
                <a:srgbClr val="0145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Elipse 13"/>
            <p:cNvSpPr/>
            <p:nvPr/>
          </p:nvSpPr>
          <p:spPr>
            <a:xfrm>
              <a:off x="4606835" y="4397829"/>
              <a:ext cx="216000" cy="21600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Elipse 15"/>
            <p:cNvSpPr/>
            <p:nvPr/>
          </p:nvSpPr>
          <p:spPr>
            <a:xfrm>
              <a:off x="3583581" y="4302032"/>
              <a:ext cx="216000" cy="21600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Elipse 16"/>
            <p:cNvSpPr/>
            <p:nvPr/>
          </p:nvSpPr>
          <p:spPr>
            <a:xfrm>
              <a:off x="4739247" y="3177501"/>
              <a:ext cx="216000" cy="21600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lipse 2"/>
            <p:cNvSpPr/>
            <p:nvPr/>
          </p:nvSpPr>
          <p:spPr>
            <a:xfrm>
              <a:off x="3435633" y="3144766"/>
              <a:ext cx="1944000" cy="1944000"/>
            </a:xfrm>
            <a:prstGeom prst="ellipse">
              <a:avLst/>
            </a:prstGeom>
            <a:noFill/>
            <a:ln>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p:cNvSpPr txBox="1"/>
            <p:nvPr/>
          </p:nvSpPr>
          <p:spPr>
            <a:xfrm>
              <a:off x="4746316" y="4204041"/>
              <a:ext cx="529312" cy="369332"/>
            </a:xfrm>
            <a:prstGeom prst="rect">
              <a:avLst/>
            </a:prstGeom>
            <a:noFill/>
          </p:spPr>
          <p:txBody>
            <a:bodyPr wrap="none" rtlCol="0">
              <a:spAutoFit/>
            </a:bodyPr>
            <a:lstStyle/>
            <a:p>
              <a:r>
                <a:rPr lang="es-CL" dirty="0"/>
                <a:t>N°1</a:t>
              </a:r>
              <a:endParaRPr lang="en-US" dirty="0"/>
            </a:p>
          </p:txBody>
        </p:sp>
        <p:sp>
          <p:nvSpPr>
            <p:cNvPr id="21" name="CuadroTexto 20"/>
            <p:cNvSpPr txBox="1"/>
            <p:nvPr/>
          </p:nvSpPr>
          <p:spPr>
            <a:xfrm>
              <a:off x="3562314" y="3964966"/>
              <a:ext cx="529312" cy="369332"/>
            </a:xfrm>
            <a:prstGeom prst="rect">
              <a:avLst/>
            </a:prstGeom>
            <a:noFill/>
          </p:spPr>
          <p:txBody>
            <a:bodyPr wrap="none" rtlCol="0">
              <a:spAutoFit/>
            </a:bodyPr>
            <a:lstStyle/>
            <a:p>
              <a:r>
                <a:rPr lang="es-CL" dirty="0"/>
                <a:t>N°2</a:t>
              </a:r>
              <a:endParaRPr lang="en-US" dirty="0"/>
            </a:p>
          </p:txBody>
        </p:sp>
        <p:sp>
          <p:nvSpPr>
            <p:cNvPr id="22" name="CuadroTexto 21"/>
            <p:cNvSpPr txBox="1"/>
            <p:nvPr/>
          </p:nvSpPr>
          <p:spPr>
            <a:xfrm>
              <a:off x="4797858" y="2854974"/>
              <a:ext cx="529312" cy="369332"/>
            </a:xfrm>
            <a:prstGeom prst="rect">
              <a:avLst/>
            </a:prstGeom>
            <a:noFill/>
          </p:spPr>
          <p:txBody>
            <a:bodyPr wrap="none" rtlCol="0">
              <a:spAutoFit/>
            </a:bodyPr>
            <a:lstStyle/>
            <a:p>
              <a:r>
                <a:rPr lang="es-CL" dirty="0"/>
                <a:t>N°3</a:t>
              </a:r>
              <a:endParaRPr lang="en-US" dirty="0"/>
            </a:p>
          </p:txBody>
        </p:sp>
        <p:cxnSp>
          <p:nvCxnSpPr>
            <p:cNvPr id="19" name="Conector recto 18"/>
            <p:cNvCxnSpPr/>
            <p:nvPr/>
          </p:nvCxnSpPr>
          <p:spPr>
            <a:xfrm flipV="1">
              <a:off x="4409643" y="3259375"/>
              <a:ext cx="432000" cy="828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CuadroTexto 23"/>
            <p:cNvSpPr txBox="1"/>
            <p:nvPr/>
          </p:nvSpPr>
          <p:spPr>
            <a:xfrm>
              <a:off x="4658541" y="3544660"/>
              <a:ext cx="1157112" cy="369332"/>
            </a:xfrm>
            <a:prstGeom prst="rect">
              <a:avLst/>
            </a:prstGeom>
            <a:noFill/>
          </p:spPr>
          <p:txBody>
            <a:bodyPr wrap="none" rtlCol="0">
              <a:spAutoFit/>
            </a:bodyPr>
            <a:lstStyle/>
            <a:p>
              <a:r>
                <a:rPr lang="es-CL" i="1" dirty="0"/>
                <a:t>k</a:t>
              </a:r>
              <a:r>
                <a:rPr lang="es-CL" dirty="0"/>
                <a:t>-</a:t>
              </a:r>
              <a:r>
                <a:rPr lang="es-CL" dirty="0" err="1"/>
                <a:t>distance</a:t>
              </a:r>
              <a:endParaRPr lang="en-US" dirty="0"/>
            </a:p>
          </p:txBody>
        </p:sp>
        <p:sp>
          <p:nvSpPr>
            <p:cNvPr id="27" name="Elipse 26"/>
            <p:cNvSpPr/>
            <p:nvPr/>
          </p:nvSpPr>
          <p:spPr>
            <a:xfrm>
              <a:off x="5493237" y="3155277"/>
              <a:ext cx="216000" cy="216000"/>
            </a:xfrm>
            <a:prstGeom prst="ellipse">
              <a:avLst/>
            </a:prstGeom>
            <a:noFill/>
            <a:ln w="28575">
              <a:solidFill>
                <a:srgbClr val="0145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Elipse 27"/>
            <p:cNvSpPr/>
            <p:nvPr/>
          </p:nvSpPr>
          <p:spPr>
            <a:xfrm>
              <a:off x="5572378" y="4047186"/>
              <a:ext cx="216000" cy="216000"/>
            </a:xfrm>
            <a:prstGeom prst="ellipse">
              <a:avLst/>
            </a:prstGeom>
            <a:noFill/>
            <a:ln w="28575">
              <a:solidFill>
                <a:srgbClr val="0145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540280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dirty="0"/>
              <a:t>Local </a:t>
            </a:r>
            <a:r>
              <a:rPr lang="es-ES" dirty="0" err="1"/>
              <a:t>Outlier</a:t>
            </a:r>
            <a:r>
              <a:rPr lang="es-ES" dirty="0"/>
              <a:t> Factor (LOF)</a:t>
            </a:r>
          </a:p>
        </p:txBody>
      </p:sp>
      <mc:AlternateContent xmlns:mc="http://schemas.openxmlformats.org/markup-compatibility/2006" xmlns:a14="http://schemas.microsoft.com/office/drawing/2010/main">
        <mc:Choice Requires="a14">
          <p:sp>
            <p:nvSpPr>
              <p:cNvPr id="7" name="Content Placeholder 6"/>
              <p:cNvSpPr>
                <a:spLocks noGrp="1"/>
              </p:cNvSpPr>
              <p:nvPr>
                <p:ph idx="1"/>
              </p:nvPr>
            </p:nvSpPr>
            <p:spPr>
              <a:xfrm>
                <a:off x="628650" y="1529411"/>
                <a:ext cx="7886700" cy="4351338"/>
              </a:xfrm>
            </p:spPr>
            <p:txBody>
              <a:bodyPr>
                <a:normAutofit/>
              </a:bodyPr>
              <a:lstStyle/>
              <a:p>
                <a:pPr marL="0" indent="0" algn="just">
                  <a:spcAft>
                    <a:spcPts val="1800"/>
                  </a:spcAft>
                  <a:buNone/>
                </a:pPr>
                <a:r>
                  <a:rPr lang="es-ES" dirty="0"/>
                  <a:t>Distancia de alcance (</a:t>
                </a:r>
                <a:r>
                  <a:rPr lang="es-ES" dirty="0" err="1"/>
                  <a:t>reach-dist</a:t>
                </a:r>
                <a:r>
                  <a:rPr lang="es-ES" dirty="0"/>
                  <a:t>): </a:t>
                </a:r>
                <a:r>
                  <a:rPr lang="es-CL" dirty="0"/>
                  <a:t>máximo de la distancia de dos puntos y la </a:t>
                </a:r>
                <a:r>
                  <a:rPr lang="es-CL" i="1" dirty="0"/>
                  <a:t>k</a:t>
                </a:r>
                <a:r>
                  <a:rPr lang="es-CL" dirty="0"/>
                  <a:t>-</a:t>
                </a:r>
                <a:r>
                  <a:rPr lang="es-CL" dirty="0" err="1"/>
                  <a:t>distance</a:t>
                </a:r>
                <a:r>
                  <a:rPr lang="es-CL" dirty="0"/>
                  <a:t> del segundo punto.</a:t>
                </a:r>
              </a:p>
              <a:p>
                <a:pPr marL="0" indent="0" algn="just">
                  <a:spcAft>
                    <a:spcPts val="1200"/>
                  </a:spcAft>
                  <a:buNone/>
                </a:pPr>
                <a14:m>
                  <m:oMathPara xmlns:m="http://schemas.openxmlformats.org/officeDocument/2006/math">
                    <m:oMathParaPr>
                      <m:jc m:val="centerGroup"/>
                    </m:oMathParaPr>
                    <m:oMath xmlns:m="http://schemas.openxmlformats.org/officeDocument/2006/math">
                      <m:sSub>
                        <m:sSubPr>
                          <m:ctrlPr>
                            <a:rPr lang="es-CL" b="0" i="1" smtClean="0">
                              <a:latin typeface="Cambria Math" panose="02040503050406030204" pitchFamily="18" charset="0"/>
                            </a:rPr>
                          </m:ctrlPr>
                        </m:sSubPr>
                        <m:e>
                          <m:r>
                            <m:rPr>
                              <m:nor/>
                            </m:rPr>
                            <a:rPr lang="es-CL">
                              <a:latin typeface="Cambria Math" panose="02040503050406030204" pitchFamily="18" charset="0"/>
                            </a:rPr>
                            <m:t>reach</m:t>
                          </m:r>
                          <m:r>
                            <m:rPr>
                              <m:nor/>
                            </m:rPr>
                            <a:rPr lang="es-CL">
                              <a:latin typeface="Cambria Math" panose="02040503050406030204" pitchFamily="18" charset="0"/>
                            </a:rPr>
                            <m:t>−</m:t>
                          </m:r>
                          <m:r>
                            <m:rPr>
                              <m:nor/>
                            </m:rPr>
                            <a:rPr lang="es-CL">
                              <a:latin typeface="Cambria Math" panose="02040503050406030204" pitchFamily="18" charset="0"/>
                            </a:rPr>
                            <m:t>dist</m:t>
                          </m:r>
                        </m:e>
                        <m:sub>
                          <m:r>
                            <a:rPr lang="es-CL" b="0" i="1" smtClean="0">
                              <a:latin typeface="Cambria Math" panose="02040503050406030204" pitchFamily="18" charset="0"/>
                            </a:rPr>
                            <m:t>𝑘</m:t>
                          </m:r>
                        </m:sub>
                      </m:sSub>
                      <m:d>
                        <m:dPr>
                          <m:ctrlPr>
                            <a:rPr lang="es-CL" b="0" i="1" smtClean="0">
                              <a:latin typeface="Cambria Math" panose="02040503050406030204" pitchFamily="18" charset="0"/>
                            </a:rPr>
                          </m:ctrlPr>
                        </m:dPr>
                        <m:e>
                          <m:r>
                            <a:rPr lang="es-CL" b="0" i="1" smtClean="0">
                              <a:latin typeface="Cambria Math" panose="02040503050406030204" pitchFamily="18" charset="0"/>
                            </a:rPr>
                            <m:t>𝑎</m:t>
                          </m:r>
                          <m:r>
                            <a:rPr lang="es-CL" b="0" i="1" smtClean="0">
                              <a:latin typeface="Cambria Math" panose="02040503050406030204" pitchFamily="18" charset="0"/>
                            </a:rPr>
                            <m:t>,</m:t>
                          </m:r>
                          <m:r>
                            <a:rPr lang="es-CL" b="0" i="1" smtClean="0">
                              <a:latin typeface="Cambria Math" panose="02040503050406030204" pitchFamily="18" charset="0"/>
                            </a:rPr>
                            <m:t>𝑏</m:t>
                          </m:r>
                        </m:e>
                      </m:d>
                      <m:r>
                        <a:rPr lang="es-CL" b="0" i="1" smtClean="0">
                          <a:latin typeface="Cambria Math" panose="02040503050406030204" pitchFamily="18" charset="0"/>
                        </a:rPr>
                        <m:t>=</m:t>
                      </m:r>
                      <m:r>
                        <m:rPr>
                          <m:nor/>
                        </m:rPr>
                        <a:rPr lang="es-CL" b="0" i="0" smtClean="0">
                          <a:latin typeface="Cambria Math" panose="02040503050406030204" pitchFamily="18" charset="0"/>
                        </a:rPr>
                        <m:t>max</m:t>
                      </m:r>
                      <m:d>
                        <m:dPr>
                          <m:begChr m:val="["/>
                          <m:endChr m:val="]"/>
                          <m:ctrlPr>
                            <a:rPr lang="es-CL" b="0" i="1" smtClean="0">
                              <a:latin typeface="Cambria Math" panose="02040503050406030204" pitchFamily="18" charset="0"/>
                            </a:rPr>
                          </m:ctrlPr>
                        </m:dPr>
                        <m:e>
                          <m:r>
                            <m:rPr>
                              <m:nor/>
                            </m:rPr>
                            <a:rPr lang="es-CL" b="0" i="0" smtClean="0">
                              <a:latin typeface="Cambria Math" panose="02040503050406030204" pitchFamily="18" charset="0"/>
                            </a:rPr>
                            <m:t>k</m:t>
                          </m:r>
                          <m:r>
                            <m:rPr>
                              <m:nor/>
                            </m:rPr>
                            <a:rPr lang="es-CL" b="0" i="0" smtClean="0">
                              <a:latin typeface="Cambria Math" panose="02040503050406030204" pitchFamily="18" charset="0"/>
                            </a:rPr>
                            <m:t>−</m:t>
                          </m:r>
                          <m:r>
                            <m:rPr>
                              <m:nor/>
                            </m:rPr>
                            <a:rPr lang="es-CL" b="0" i="0" smtClean="0">
                              <a:latin typeface="Cambria Math" panose="02040503050406030204" pitchFamily="18" charset="0"/>
                            </a:rPr>
                            <m:t>distance</m:t>
                          </m:r>
                          <m:d>
                            <m:dPr>
                              <m:ctrlPr>
                                <a:rPr lang="es-CL" b="0" i="1" smtClean="0">
                                  <a:latin typeface="Cambria Math" panose="02040503050406030204" pitchFamily="18" charset="0"/>
                                </a:rPr>
                              </m:ctrlPr>
                            </m:dPr>
                            <m:e>
                              <m:r>
                                <a:rPr lang="es-CL" b="0" i="1" smtClean="0">
                                  <a:latin typeface="Cambria Math" panose="02040503050406030204" pitchFamily="18" charset="0"/>
                                </a:rPr>
                                <m:t>𝑏</m:t>
                              </m:r>
                            </m:e>
                          </m:d>
                          <m:r>
                            <a:rPr lang="es-CL" b="0" i="1" smtClean="0">
                              <a:latin typeface="Cambria Math" panose="02040503050406030204" pitchFamily="18" charset="0"/>
                            </a:rPr>
                            <m:t>,</m:t>
                          </m:r>
                          <m:r>
                            <m:rPr>
                              <m:nor/>
                            </m:rPr>
                            <a:rPr lang="es-CL" b="0" i="0" smtClean="0">
                              <a:latin typeface="Cambria Math" panose="02040503050406030204" pitchFamily="18" charset="0"/>
                            </a:rPr>
                            <m:t>dist</m:t>
                          </m:r>
                          <m:r>
                            <a:rPr lang="es-CL" b="0" i="1" smtClean="0">
                              <a:latin typeface="Cambria Math" panose="02040503050406030204" pitchFamily="18" charset="0"/>
                            </a:rPr>
                            <m:t>(</m:t>
                          </m:r>
                          <m:r>
                            <a:rPr lang="es-CL" b="0" i="1" smtClean="0">
                              <a:latin typeface="Cambria Math" panose="02040503050406030204" pitchFamily="18" charset="0"/>
                            </a:rPr>
                            <m:t>𝑎</m:t>
                          </m:r>
                          <m:r>
                            <a:rPr lang="es-CL" b="0" i="1" smtClean="0">
                              <a:latin typeface="Cambria Math" panose="02040503050406030204" pitchFamily="18" charset="0"/>
                            </a:rPr>
                            <m:t>,</m:t>
                          </m:r>
                          <m:r>
                            <a:rPr lang="es-CL" b="0" i="1" smtClean="0">
                              <a:latin typeface="Cambria Math" panose="02040503050406030204" pitchFamily="18" charset="0"/>
                            </a:rPr>
                            <m:t>𝑏</m:t>
                          </m:r>
                          <m:r>
                            <a:rPr lang="es-CL" b="0" i="1" smtClean="0">
                              <a:latin typeface="Cambria Math" panose="02040503050406030204" pitchFamily="18" charset="0"/>
                            </a:rPr>
                            <m:t>)</m:t>
                          </m:r>
                        </m:e>
                      </m:d>
                    </m:oMath>
                  </m:oMathPara>
                </a14:m>
                <a:endParaRPr lang="es-CL" dirty="0"/>
              </a:p>
              <a:p>
                <a:pPr marL="0" indent="0" algn="just">
                  <a:buNone/>
                </a:pPr>
                <a:r>
                  <a:rPr lang="es-CL" dirty="0"/>
                  <a:t>Básicamente, si el punto </a:t>
                </a:r>
                <a:r>
                  <a:rPr lang="es-CL" i="1" dirty="0"/>
                  <a:t>a</a:t>
                </a:r>
                <a:r>
                  <a:rPr lang="es-CL" dirty="0"/>
                  <a:t> está dentro de los </a:t>
                </a:r>
                <a:r>
                  <a:rPr lang="es-CL" i="1" dirty="0"/>
                  <a:t>k</a:t>
                </a:r>
                <a:r>
                  <a:rPr lang="es-CL" dirty="0"/>
                  <a:t> vecinos del punto </a:t>
                </a:r>
                <a:r>
                  <a:rPr lang="es-CL" i="1" dirty="0"/>
                  <a:t>b</a:t>
                </a:r>
                <a:r>
                  <a:rPr lang="es-CL" dirty="0"/>
                  <a:t>, la </a:t>
                </a:r>
                <a14:m>
                  <m:oMath xmlns:m="http://schemas.openxmlformats.org/officeDocument/2006/math">
                    <m:sSub>
                      <m:sSubPr>
                        <m:ctrlPr>
                          <a:rPr lang="es-CL" i="1">
                            <a:latin typeface="Cambria Math" panose="02040503050406030204" pitchFamily="18" charset="0"/>
                          </a:rPr>
                        </m:ctrlPr>
                      </m:sSubPr>
                      <m:e>
                        <m:r>
                          <m:rPr>
                            <m:nor/>
                          </m:rPr>
                          <a:rPr lang="es-CL">
                            <a:latin typeface="Cambria Math" panose="02040503050406030204" pitchFamily="18" charset="0"/>
                          </a:rPr>
                          <m:t>reach</m:t>
                        </m:r>
                        <m:r>
                          <m:rPr>
                            <m:nor/>
                          </m:rPr>
                          <a:rPr lang="es-CL">
                            <a:latin typeface="Cambria Math" panose="02040503050406030204" pitchFamily="18" charset="0"/>
                          </a:rPr>
                          <m:t>−</m:t>
                        </m:r>
                        <m:r>
                          <m:rPr>
                            <m:nor/>
                          </m:rPr>
                          <a:rPr lang="es-CL">
                            <a:latin typeface="Cambria Math" panose="02040503050406030204" pitchFamily="18" charset="0"/>
                          </a:rPr>
                          <m:t>dist</m:t>
                        </m:r>
                      </m:e>
                      <m:sub>
                        <m:r>
                          <a:rPr lang="es-CL" i="1">
                            <a:latin typeface="Cambria Math" panose="02040503050406030204" pitchFamily="18" charset="0"/>
                          </a:rPr>
                          <m:t>𝑘</m:t>
                        </m:r>
                      </m:sub>
                    </m:sSub>
                    <m:d>
                      <m:dPr>
                        <m:ctrlPr>
                          <a:rPr lang="es-CL" i="1">
                            <a:latin typeface="Cambria Math" panose="02040503050406030204" pitchFamily="18" charset="0"/>
                          </a:rPr>
                        </m:ctrlPr>
                      </m:dPr>
                      <m:e>
                        <m:r>
                          <a:rPr lang="es-CL" i="1">
                            <a:latin typeface="Cambria Math" panose="02040503050406030204" pitchFamily="18" charset="0"/>
                          </a:rPr>
                          <m:t>𝑎</m:t>
                        </m:r>
                        <m:r>
                          <a:rPr lang="es-CL" i="1">
                            <a:latin typeface="Cambria Math" panose="02040503050406030204" pitchFamily="18" charset="0"/>
                          </a:rPr>
                          <m:t>,</m:t>
                        </m:r>
                        <m:r>
                          <a:rPr lang="es-CL" i="1">
                            <a:latin typeface="Cambria Math" panose="02040503050406030204" pitchFamily="18" charset="0"/>
                          </a:rPr>
                          <m:t>𝑏</m:t>
                        </m:r>
                      </m:e>
                    </m:d>
                  </m:oMath>
                </a14:m>
                <a:r>
                  <a:rPr lang="es-CL" dirty="0"/>
                  <a:t> será la </a:t>
                </a:r>
                <a:r>
                  <a:rPr lang="es-CL" i="1" dirty="0"/>
                  <a:t>k</a:t>
                </a:r>
                <a:r>
                  <a:rPr lang="es-CL" dirty="0"/>
                  <a:t>-</a:t>
                </a:r>
                <a:r>
                  <a:rPr lang="es-CL" dirty="0" err="1"/>
                  <a:t>distance</a:t>
                </a:r>
                <a:r>
                  <a:rPr lang="es-CL" dirty="0"/>
                  <a:t> de </a:t>
                </a:r>
                <a:r>
                  <a:rPr lang="es-CL" i="1" dirty="0"/>
                  <a:t>b</a:t>
                </a:r>
                <a:r>
                  <a:rPr lang="es-CL" dirty="0"/>
                  <a:t>. De lo contrario, será la distancia real entre </a:t>
                </a:r>
                <a:r>
                  <a:rPr lang="es-CL" i="1" dirty="0"/>
                  <a:t>a</a:t>
                </a:r>
                <a:r>
                  <a:rPr lang="es-CL" dirty="0"/>
                  <a:t> y </a:t>
                </a:r>
                <a:r>
                  <a:rPr lang="es-CL" i="1" dirty="0"/>
                  <a:t>b</a:t>
                </a:r>
                <a:r>
                  <a:rPr lang="es-CL" dirty="0"/>
                  <a:t>.</a:t>
                </a:r>
              </a:p>
            </p:txBody>
          </p:sp>
        </mc:Choice>
        <mc:Fallback xmlns="">
          <p:sp>
            <p:nvSpPr>
              <p:cNvPr id="7" name="Content Placeholder 6"/>
              <p:cNvSpPr>
                <a:spLocks noGrp="1" noRot="1" noChangeAspect="1" noMove="1" noResize="1" noEditPoints="1" noAdjustHandles="1" noChangeArrowheads="1" noChangeShapeType="1" noTextEdit="1"/>
              </p:cNvSpPr>
              <p:nvPr>
                <p:ph idx="1"/>
              </p:nvPr>
            </p:nvSpPr>
            <p:spPr>
              <a:xfrm>
                <a:off x="628650" y="1529411"/>
                <a:ext cx="7886700" cy="4351338"/>
              </a:xfrm>
              <a:blipFill>
                <a:blip r:embed="rId2"/>
                <a:stretch>
                  <a:fillRect l="-1159" t="-1961" r="-1236"/>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ED3C9F24-97CD-894E-963C-61E4D5D33747}" type="slidenum">
              <a:rPr lang="es-ES_tradnl" smtClean="0"/>
              <a:t>37</a:t>
            </a:fld>
            <a:endParaRPr lang="es-ES_tradnl" dirty="0"/>
          </a:p>
        </p:txBody>
      </p:sp>
    </p:spTree>
    <p:extLst>
      <p:ext uri="{BB962C8B-B14F-4D97-AF65-F5344CB8AC3E}">
        <p14:creationId xmlns:p14="http://schemas.microsoft.com/office/powerpoint/2010/main" val="2178497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dirty="0"/>
              <a:t>Local </a:t>
            </a:r>
            <a:r>
              <a:rPr lang="es-ES" dirty="0" err="1"/>
              <a:t>Outlier</a:t>
            </a:r>
            <a:r>
              <a:rPr lang="es-ES" dirty="0"/>
              <a:t> Factor (LOF)</a:t>
            </a:r>
          </a:p>
        </p:txBody>
      </p:sp>
      <mc:AlternateContent xmlns:mc="http://schemas.openxmlformats.org/markup-compatibility/2006" xmlns:a14="http://schemas.microsoft.com/office/drawing/2010/main">
        <mc:Choice Requires="a14">
          <p:sp>
            <p:nvSpPr>
              <p:cNvPr id="7" name="Content Placeholder 6"/>
              <p:cNvSpPr>
                <a:spLocks noGrp="1"/>
              </p:cNvSpPr>
              <p:nvPr>
                <p:ph idx="1"/>
              </p:nvPr>
            </p:nvSpPr>
            <p:spPr>
              <a:xfrm>
                <a:off x="628650" y="1529411"/>
                <a:ext cx="7886700" cy="4351338"/>
              </a:xfrm>
            </p:spPr>
            <p:txBody>
              <a:bodyPr>
                <a:normAutofit/>
              </a:bodyPr>
              <a:lstStyle/>
              <a:p>
                <a:pPr marL="0" indent="0" algn="just">
                  <a:spcAft>
                    <a:spcPts val="1800"/>
                  </a:spcAft>
                  <a:buNone/>
                </a:pPr>
                <a:r>
                  <a:rPr lang="es-ES" dirty="0"/>
                  <a:t>Se puede definir la distancia de alcance promedio para el punto </a:t>
                </a:r>
                <a:r>
                  <a:rPr lang="es-ES" i="1" dirty="0"/>
                  <a:t>a</a:t>
                </a:r>
                <a:r>
                  <a:rPr lang="es-ES" dirty="0"/>
                  <a:t> como:</a:t>
                </a:r>
              </a:p>
              <a:p>
                <a:pPr marL="0" indent="0" algn="just">
                  <a:spcAft>
                    <a:spcPts val="1800"/>
                  </a:spcAft>
                  <a:buNone/>
                </a:pPr>
                <a14:m>
                  <m:oMathPara xmlns:m="http://schemas.openxmlformats.org/officeDocument/2006/math">
                    <m:oMathParaPr>
                      <m:jc m:val="centerGroup"/>
                    </m:oMathParaPr>
                    <m:oMath xmlns:m="http://schemas.openxmlformats.org/officeDocument/2006/math">
                      <m:sSub>
                        <m:sSubPr>
                          <m:ctrlPr>
                            <a:rPr lang="es-CL" b="0" i="1" smtClean="0">
                              <a:latin typeface="Cambria Math" panose="02040503050406030204" pitchFamily="18" charset="0"/>
                            </a:rPr>
                          </m:ctrlPr>
                        </m:sSubPr>
                        <m:e>
                          <m:r>
                            <m:rPr>
                              <m:nor/>
                            </m:rPr>
                            <a:rPr lang="es-CL">
                              <a:latin typeface="Cambria Math" panose="02040503050406030204" pitchFamily="18" charset="0"/>
                            </a:rPr>
                            <m:t>av</m:t>
                          </m:r>
                          <m:r>
                            <m:rPr>
                              <m:nor/>
                            </m:rPr>
                            <a:rPr lang="es-CL" b="0" i="0" smtClean="0">
                              <a:latin typeface="Cambria Math" panose="02040503050406030204" pitchFamily="18" charset="0"/>
                            </a:rPr>
                            <m:t>g</m:t>
                          </m:r>
                          <m:r>
                            <m:rPr>
                              <m:nor/>
                            </m:rPr>
                            <a:rPr lang="es-CL">
                              <a:latin typeface="Cambria Math" panose="02040503050406030204" pitchFamily="18" charset="0"/>
                            </a:rPr>
                            <m:t>−</m:t>
                          </m:r>
                          <m:r>
                            <m:rPr>
                              <m:nor/>
                            </m:rPr>
                            <a:rPr lang="es-CL" b="0" i="0" smtClean="0">
                              <a:latin typeface="Cambria Math" panose="02040503050406030204" pitchFamily="18" charset="0"/>
                            </a:rPr>
                            <m:t>dist</m:t>
                          </m:r>
                        </m:e>
                        <m:sub>
                          <m:r>
                            <a:rPr lang="es-CL" b="0" i="1" smtClean="0">
                              <a:latin typeface="Cambria Math" panose="02040503050406030204" pitchFamily="18" charset="0"/>
                            </a:rPr>
                            <m:t>𝑘</m:t>
                          </m:r>
                        </m:sub>
                      </m:sSub>
                      <m:d>
                        <m:dPr>
                          <m:ctrlPr>
                            <a:rPr lang="es-CL" b="0" i="1" smtClean="0">
                              <a:latin typeface="Cambria Math" panose="02040503050406030204" pitchFamily="18" charset="0"/>
                            </a:rPr>
                          </m:ctrlPr>
                        </m:dPr>
                        <m:e>
                          <m:r>
                            <a:rPr lang="es-CL" b="0" i="1" smtClean="0">
                              <a:latin typeface="Cambria Math" panose="02040503050406030204" pitchFamily="18" charset="0"/>
                            </a:rPr>
                            <m:t>𝑎</m:t>
                          </m:r>
                        </m:e>
                      </m:d>
                      <m:r>
                        <a:rPr lang="es-CL" b="0" i="1" smtClean="0">
                          <a:latin typeface="Cambria Math" panose="02040503050406030204" pitchFamily="18" charset="0"/>
                        </a:rPr>
                        <m:t>=</m:t>
                      </m:r>
                      <m:f>
                        <m:fPr>
                          <m:ctrlPr>
                            <a:rPr lang="es-CL" b="0" i="1" smtClean="0">
                              <a:latin typeface="Cambria Math" panose="02040503050406030204" pitchFamily="18" charset="0"/>
                            </a:rPr>
                          </m:ctrlPr>
                        </m:fPr>
                        <m:num>
                          <m:r>
                            <a:rPr lang="es-CL" b="0" i="1" smtClean="0">
                              <a:latin typeface="Cambria Math" panose="02040503050406030204" pitchFamily="18" charset="0"/>
                            </a:rPr>
                            <m:t>1</m:t>
                          </m:r>
                        </m:num>
                        <m:den>
                          <m:r>
                            <a:rPr lang="es-CL" b="0" i="1" smtClean="0">
                              <a:latin typeface="Cambria Math" panose="02040503050406030204" pitchFamily="18" charset="0"/>
                            </a:rPr>
                            <m:t>𝑘</m:t>
                          </m:r>
                        </m:den>
                      </m:f>
                      <m:nary>
                        <m:naryPr>
                          <m:chr m:val="∑"/>
                          <m:ctrlPr>
                            <a:rPr lang="es-CL" b="0" i="1" smtClean="0">
                              <a:latin typeface="Cambria Math" panose="02040503050406030204" pitchFamily="18" charset="0"/>
                            </a:rPr>
                          </m:ctrlPr>
                        </m:naryPr>
                        <m:sub>
                          <m:r>
                            <m:rPr>
                              <m:brk m:alnAt="23"/>
                            </m:rPr>
                            <a:rPr lang="es-CL" b="0" i="1" smtClean="0">
                              <a:latin typeface="Cambria Math" panose="02040503050406030204" pitchFamily="18" charset="0"/>
                            </a:rPr>
                            <m:t>𝑖</m:t>
                          </m:r>
                          <m:r>
                            <a:rPr lang="es-CL" b="0" i="1" smtClean="0">
                              <a:latin typeface="Cambria Math" panose="02040503050406030204" pitchFamily="18" charset="0"/>
                            </a:rPr>
                            <m:t>=1</m:t>
                          </m:r>
                        </m:sub>
                        <m:sup>
                          <m:r>
                            <a:rPr lang="es-CL" b="0" i="1" smtClean="0">
                              <a:latin typeface="Cambria Math" panose="02040503050406030204" pitchFamily="18" charset="0"/>
                            </a:rPr>
                            <m:t>𝑘</m:t>
                          </m:r>
                        </m:sup>
                        <m:e>
                          <m:sSub>
                            <m:sSubPr>
                              <m:ctrlPr>
                                <a:rPr lang="es-CL" i="1">
                                  <a:latin typeface="Cambria Math" panose="02040503050406030204" pitchFamily="18" charset="0"/>
                                </a:rPr>
                              </m:ctrlPr>
                            </m:sSubPr>
                            <m:e>
                              <m:r>
                                <m:rPr>
                                  <m:nor/>
                                </m:rPr>
                                <a:rPr lang="es-CL">
                                  <a:latin typeface="Cambria Math" panose="02040503050406030204" pitchFamily="18" charset="0"/>
                                </a:rPr>
                                <m:t>reach</m:t>
                              </m:r>
                              <m:r>
                                <m:rPr>
                                  <m:nor/>
                                </m:rPr>
                                <a:rPr lang="es-CL">
                                  <a:latin typeface="Cambria Math" panose="02040503050406030204" pitchFamily="18" charset="0"/>
                                </a:rPr>
                                <m:t>−</m:t>
                              </m:r>
                              <m:r>
                                <m:rPr>
                                  <m:nor/>
                                </m:rPr>
                                <a:rPr lang="es-CL">
                                  <a:latin typeface="Cambria Math" panose="02040503050406030204" pitchFamily="18" charset="0"/>
                                </a:rPr>
                                <m:t>dist</m:t>
                              </m:r>
                            </m:e>
                            <m:sub>
                              <m:r>
                                <a:rPr lang="es-CL" i="1">
                                  <a:latin typeface="Cambria Math" panose="02040503050406030204" pitchFamily="18" charset="0"/>
                                </a:rPr>
                                <m:t>𝑘</m:t>
                              </m:r>
                            </m:sub>
                          </m:sSub>
                          <m:d>
                            <m:dPr>
                              <m:ctrlPr>
                                <a:rPr lang="es-CL" i="1">
                                  <a:latin typeface="Cambria Math" panose="02040503050406030204" pitchFamily="18" charset="0"/>
                                </a:rPr>
                              </m:ctrlPr>
                            </m:dPr>
                            <m:e>
                              <m:r>
                                <a:rPr lang="es-CL" i="1">
                                  <a:latin typeface="Cambria Math" panose="02040503050406030204" pitchFamily="18" charset="0"/>
                                </a:rPr>
                                <m:t>𝑎</m:t>
                              </m:r>
                              <m:r>
                                <a:rPr lang="es-CL" i="1">
                                  <a:latin typeface="Cambria Math" panose="02040503050406030204" pitchFamily="18" charset="0"/>
                                </a:rPr>
                                <m:t>,</m:t>
                              </m:r>
                              <m:r>
                                <a:rPr lang="es-CL" b="0" i="1" smtClean="0">
                                  <a:latin typeface="Cambria Math" panose="02040503050406030204" pitchFamily="18" charset="0"/>
                                </a:rPr>
                                <m:t>𝑖</m:t>
                              </m:r>
                            </m:e>
                          </m:d>
                        </m:e>
                      </m:nary>
                    </m:oMath>
                  </m:oMathPara>
                </a14:m>
                <a:endParaRPr lang="es-ES" dirty="0"/>
              </a:p>
              <a:p>
                <a:pPr marL="0" indent="0" algn="just">
                  <a:spcAft>
                    <a:spcPts val="1800"/>
                  </a:spcAft>
                  <a:buNone/>
                </a:pPr>
                <a:r>
                  <a:rPr lang="es-CL" dirty="0"/>
                  <a:t>Por último, la densidad de alcance local para el punto </a:t>
                </a:r>
                <a:r>
                  <a:rPr lang="es-CL" i="1" dirty="0"/>
                  <a:t>a</a:t>
                </a:r>
                <a:r>
                  <a:rPr lang="es-CL" dirty="0"/>
                  <a:t> como:</a:t>
                </a:r>
              </a:p>
              <a:p>
                <a:pPr marL="0" indent="0" algn="just">
                  <a:spcAft>
                    <a:spcPts val="1800"/>
                  </a:spcAft>
                  <a:buNone/>
                </a:pPr>
                <a14:m>
                  <m:oMathPara xmlns:m="http://schemas.openxmlformats.org/officeDocument/2006/math">
                    <m:oMathParaPr>
                      <m:jc m:val="centerGroup"/>
                    </m:oMathParaPr>
                    <m:oMath xmlns:m="http://schemas.openxmlformats.org/officeDocument/2006/math">
                      <m:sSub>
                        <m:sSubPr>
                          <m:ctrlPr>
                            <a:rPr lang="es-CL" b="0" i="1" smtClean="0">
                              <a:latin typeface="Cambria Math" panose="02040503050406030204" pitchFamily="18" charset="0"/>
                            </a:rPr>
                          </m:ctrlPr>
                        </m:sSubPr>
                        <m:e>
                          <m:r>
                            <a:rPr lang="es-CL" i="1">
                              <a:latin typeface="Cambria Math" panose="02040503050406030204" pitchFamily="18" charset="0"/>
                            </a:rPr>
                            <m:t>𝑙𝑟𝑑</m:t>
                          </m:r>
                          <m:r>
                            <m:rPr>
                              <m:nor/>
                            </m:rPr>
                            <a:rPr lang="es-CL" dirty="0"/>
                            <m:t> </m:t>
                          </m:r>
                        </m:e>
                        <m:sub>
                          <m:r>
                            <a:rPr lang="es-CL" b="0" i="1" smtClean="0">
                              <a:latin typeface="Cambria Math" panose="02040503050406030204" pitchFamily="18" charset="0"/>
                            </a:rPr>
                            <m:t>𝑘</m:t>
                          </m:r>
                        </m:sub>
                      </m:sSub>
                      <m:d>
                        <m:dPr>
                          <m:ctrlPr>
                            <a:rPr lang="es-CL" b="0" i="1" smtClean="0">
                              <a:latin typeface="Cambria Math" panose="02040503050406030204" pitchFamily="18" charset="0"/>
                            </a:rPr>
                          </m:ctrlPr>
                        </m:dPr>
                        <m:e>
                          <m:r>
                            <a:rPr lang="es-CL" b="0" i="1" smtClean="0">
                              <a:latin typeface="Cambria Math" panose="02040503050406030204" pitchFamily="18" charset="0"/>
                            </a:rPr>
                            <m:t>𝑎</m:t>
                          </m:r>
                        </m:e>
                      </m:d>
                      <m:r>
                        <a:rPr lang="es-CL" b="0" i="1" smtClean="0">
                          <a:latin typeface="Cambria Math" panose="02040503050406030204" pitchFamily="18" charset="0"/>
                        </a:rPr>
                        <m:t>=</m:t>
                      </m:r>
                      <m:f>
                        <m:fPr>
                          <m:ctrlPr>
                            <a:rPr lang="es-CL" b="0" i="1" smtClean="0">
                              <a:latin typeface="Cambria Math" panose="02040503050406030204" pitchFamily="18" charset="0"/>
                            </a:rPr>
                          </m:ctrlPr>
                        </m:fPr>
                        <m:num>
                          <m:r>
                            <a:rPr lang="es-CL" b="0" i="1" smtClean="0">
                              <a:latin typeface="Cambria Math" panose="02040503050406030204" pitchFamily="18" charset="0"/>
                            </a:rPr>
                            <m:t>1</m:t>
                          </m:r>
                        </m:num>
                        <m:den>
                          <m:sSub>
                            <m:sSubPr>
                              <m:ctrlPr>
                                <a:rPr lang="es-CL" i="1">
                                  <a:latin typeface="Cambria Math" panose="02040503050406030204" pitchFamily="18" charset="0"/>
                                </a:rPr>
                              </m:ctrlPr>
                            </m:sSubPr>
                            <m:e>
                              <m:r>
                                <m:rPr>
                                  <m:nor/>
                                </m:rPr>
                                <a:rPr lang="es-CL">
                                  <a:latin typeface="Cambria Math" panose="02040503050406030204" pitchFamily="18" charset="0"/>
                                </a:rPr>
                                <m:t>av</m:t>
                              </m:r>
                              <m:r>
                                <m:rPr>
                                  <m:nor/>
                                </m:rPr>
                                <a:rPr lang="es-CL" b="0" i="0" smtClean="0">
                                  <a:latin typeface="Cambria Math" panose="02040503050406030204" pitchFamily="18" charset="0"/>
                                </a:rPr>
                                <m:t>g</m:t>
                              </m:r>
                              <m:r>
                                <m:rPr>
                                  <m:nor/>
                                </m:rPr>
                                <a:rPr lang="es-CL">
                                  <a:latin typeface="Cambria Math" panose="02040503050406030204" pitchFamily="18" charset="0"/>
                                </a:rPr>
                                <m:t>−</m:t>
                              </m:r>
                              <m:r>
                                <m:rPr>
                                  <m:nor/>
                                </m:rPr>
                                <a:rPr lang="es-CL" b="0" i="0" smtClean="0">
                                  <a:latin typeface="Cambria Math" panose="02040503050406030204" pitchFamily="18" charset="0"/>
                                </a:rPr>
                                <m:t>di</m:t>
                              </m:r>
                              <m:r>
                                <a:rPr lang="es-CL" b="0" i="1" smtClean="0">
                                  <a:latin typeface="Cambria Math" panose="02040503050406030204" pitchFamily="18" charset="0"/>
                                </a:rPr>
                                <m:t>𝑠𝑡</m:t>
                              </m:r>
                            </m:e>
                            <m:sub>
                              <m:r>
                                <a:rPr lang="es-CL" i="1">
                                  <a:latin typeface="Cambria Math" panose="02040503050406030204" pitchFamily="18" charset="0"/>
                                </a:rPr>
                                <m:t>𝑘</m:t>
                              </m:r>
                            </m:sub>
                          </m:sSub>
                          <m:d>
                            <m:dPr>
                              <m:ctrlPr>
                                <a:rPr lang="es-CL" i="1">
                                  <a:latin typeface="Cambria Math" panose="02040503050406030204" pitchFamily="18" charset="0"/>
                                </a:rPr>
                              </m:ctrlPr>
                            </m:dPr>
                            <m:e>
                              <m:r>
                                <a:rPr lang="es-CL" i="1">
                                  <a:latin typeface="Cambria Math" panose="02040503050406030204" pitchFamily="18" charset="0"/>
                                </a:rPr>
                                <m:t>𝑎</m:t>
                              </m:r>
                            </m:e>
                          </m:d>
                        </m:den>
                      </m:f>
                    </m:oMath>
                  </m:oMathPara>
                </a14:m>
                <a:endParaRPr lang="es-CL" dirty="0"/>
              </a:p>
            </p:txBody>
          </p:sp>
        </mc:Choice>
        <mc:Fallback xmlns="">
          <p:sp>
            <p:nvSpPr>
              <p:cNvPr id="7" name="Content Placeholder 6"/>
              <p:cNvSpPr>
                <a:spLocks noGrp="1" noRot="1" noChangeAspect="1" noMove="1" noResize="1" noEditPoints="1" noAdjustHandles="1" noChangeArrowheads="1" noChangeShapeType="1" noTextEdit="1"/>
              </p:cNvSpPr>
              <p:nvPr>
                <p:ph idx="1"/>
              </p:nvPr>
            </p:nvSpPr>
            <p:spPr>
              <a:xfrm>
                <a:off x="628650" y="1529411"/>
                <a:ext cx="7886700" cy="4351338"/>
              </a:xfrm>
              <a:blipFill>
                <a:blip r:embed="rId2"/>
                <a:stretch>
                  <a:fillRect l="-1159" t="-1961" r="-1236"/>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ED3C9F24-97CD-894E-963C-61E4D5D33747}" type="slidenum">
              <a:rPr lang="es-ES_tradnl" smtClean="0"/>
              <a:t>38</a:t>
            </a:fld>
            <a:endParaRPr lang="es-ES_tradnl" dirty="0"/>
          </a:p>
        </p:txBody>
      </p:sp>
    </p:spTree>
    <p:extLst>
      <p:ext uri="{BB962C8B-B14F-4D97-AF65-F5344CB8AC3E}">
        <p14:creationId xmlns:p14="http://schemas.microsoft.com/office/powerpoint/2010/main" val="25731839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Local </a:t>
            </a:r>
            <a:r>
              <a:rPr lang="es-ES" dirty="0" err="1"/>
              <a:t>Outlier</a:t>
            </a:r>
            <a:r>
              <a:rPr lang="es-ES" dirty="0"/>
              <a:t> Factor (LOF)</a:t>
            </a:r>
            <a:endParaRPr lang="en-US" dirty="0"/>
          </a:p>
        </p:txBody>
      </p:sp>
      <p:sp>
        <p:nvSpPr>
          <p:cNvPr id="3" name="Marcador de contenido 2"/>
          <p:cNvSpPr>
            <a:spLocks noGrp="1"/>
          </p:cNvSpPr>
          <p:nvPr>
            <p:ph idx="1"/>
          </p:nvPr>
        </p:nvSpPr>
        <p:spPr/>
        <p:txBody>
          <a:bodyPr/>
          <a:lstStyle/>
          <a:p>
            <a:pPr marL="0" indent="0" algn="just">
              <a:buNone/>
            </a:pPr>
            <a:r>
              <a:rPr lang="es-CL" dirty="0"/>
              <a:t>El local </a:t>
            </a:r>
            <a:r>
              <a:rPr lang="es-CL" dirty="0" err="1"/>
              <a:t>Outlier</a:t>
            </a:r>
            <a:r>
              <a:rPr lang="es-CL" dirty="0"/>
              <a:t> Factor (LOF) mide la razón entre la densidad de alcance local promedio de los </a:t>
            </a:r>
            <a:r>
              <a:rPr lang="es-CL" i="1" dirty="0"/>
              <a:t>k</a:t>
            </a:r>
            <a:r>
              <a:rPr lang="es-CL" dirty="0"/>
              <a:t> vecinos y la del punto en estudio.</a:t>
            </a:r>
          </a:p>
          <a:p>
            <a:pPr marL="0" indent="0" algn="just">
              <a:buNone/>
            </a:pPr>
            <a:endParaRPr lang="es-CL" dirty="0"/>
          </a:p>
          <a:p>
            <a:pPr marL="0" indent="0" algn="just">
              <a:buNone/>
            </a:pPr>
            <a:r>
              <a:rPr lang="es-CL" dirty="0"/>
              <a:t>Si la densidad de un punto es mucho menor que las densidades de sus vecinos (LOF ≫1), el punto está lejos de las áreas densas y, por lo tanto, es un valor atípico.</a:t>
            </a:r>
            <a:endParaRPr lang="en-US" dirty="0"/>
          </a:p>
        </p:txBody>
      </p:sp>
    </p:spTree>
    <p:extLst>
      <p:ext uri="{BB962C8B-B14F-4D97-AF65-F5344CB8AC3E}">
        <p14:creationId xmlns:p14="http://schemas.microsoft.com/office/powerpoint/2010/main" val="26738072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es-ES" dirty="0"/>
              <a:t>Métodos basados en árboles</a:t>
            </a:r>
            <a:endParaRPr lang="en-US" dirty="0"/>
          </a:p>
        </p:txBody>
      </p:sp>
    </p:spTree>
    <p:extLst>
      <p:ext uri="{BB962C8B-B14F-4D97-AF65-F5344CB8AC3E}">
        <p14:creationId xmlns:p14="http://schemas.microsoft.com/office/powerpoint/2010/main" val="7901724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dirty="0" err="1"/>
              <a:t>Isolation</a:t>
            </a:r>
            <a:r>
              <a:rPr lang="es-ES" dirty="0"/>
              <a:t> </a:t>
            </a:r>
            <a:r>
              <a:rPr lang="es-ES" dirty="0" err="1"/>
              <a:t>Forest</a:t>
            </a:r>
            <a:endParaRPr lang="es-ES" dirty="0"/>
          </a:p>
        </p:txBody>
      </p:sp>
      <p:sp>
        <p:nvSpPr>
          <p:cNvPr id="7" name="Content Placeholder 6"/>
          <p:cNvSpPr>
            <a:spLocks noGrp="1"/>
          </p:cNvSpPr>
          <p:nvPr>
            <p:ph idx="1"/>
          </p:nvPr>
        </p:nvSpPr>
        <p:spPr>
          <a:xfrm>
            <a:off x="628650" y="1482884"/>
            <a:ext cx="7886700" cy="4351338"/>
          </a:xfrm>
        </p:spPr>
        <p:txBody>
          <a:bodyPr>
            <a:normAutofit/>
          </a:bodyPr>
          <a:lstStyle/>
          <a:p>
            <a:pPr marL="0" indent="0" algn="just">
              <a:buNone/>
            </a:pPr>
            <a:r>
              <a:rPr lang="es-ES" sz="2200" dirty="0"/>
              <a:t>El método “</a:t>
            </a:r>
            <a:r>
              <a:rPr lang="es-ES" sz="2200" dirty="0" err="1"/>
              <a:t>isolation</a:t>
            </a:r>
            <a:r>
              <a:rPr lang="es-ES" sz="2200" dirty="0"/>
              <a:t> </a:t>
            </a:r>
            <a:r>
              <a:rPr lang="es-ES" sz="2200" dirty="0" err="1"/>
              <a:t>forest</a:t>
            </a:r>
            <a:r>
              <a:rPr lang="es-ES" sz="2200" dirty="0"/>
              <a:t>” trata de aislar los valores anómalos al hacer sucesivas divisiones de los datos. </a:t>
            </a:r>
          </a:p>
          <a:p>
            <a:pPr marL="0" indent="0" algn="just">
              <a:buNone/>
            </a:pPr>
            <a:r>
              <a:rPr lang="es-ES" sz="2200" dirty="0"/>
              <a:t>Se selecciona un parámetro al azar y luego también al azar se asigna un valor de ese parámetro para dividir los datos en dos grupos. </a:t>
            </a:r>
          </a:p>
          <a:p>
            <a:pPr marL="0" indent="0">
              <a:buNone/>
            </a:pPr>
            <a:endParaRPr lang="es-ES" sz="2200" dirty="0"/>
          </a:p>
        </p:txBody>
      </p:sp>
      <p:sp>
        <p:nvSpPr>
          <p:cNvPr id="5" name="Slide Number Placeholder 4"/>
          <p:cNvSpPr>
            <a:spLocks noGrp="1"/>
          </p:cNvSpPr>
          <p:nvPr>
            <p:ph type="sldNum" sz="quarter" idx="12"/>
          </p:nvPr>
        </p:nvSpPr>
        <p:spPr/>
        <p:txBody>
          <a:bodyPr/>
          <a:lstStyle/>
          <a:p>
            <a:fld id="{ED3C9F24-97CD-894E-963C-61E4D5D33747}" type="slidenum">
              <a:rPr lang="es-ES_tradnl" smtClean="0"/>
              <a:t>41</a:t>
            </a:fld>
            <a:endParaRPr lang="es-ES_tradnl"/>
          </a:p>
        </p:txBody>
      </p:sp>
      <p:pic>
        <p:nvPicPr>
          <p:cNvPr id="8" name="Picture 2" descr="Fig. 2. The iForest procedure in case of an outlier (left panel) and an inlier (right panel): it can be appreciated how the iForest procedure took 3 partitions for isolating the outlier xO and 9 partitions for isolating the inlier x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2000" y="3136742"/>
            <a:ext cx="6900000" cy="252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60395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Isolation</a:t>
            </a:r>
            <a:r>
              <a:rPr lang="es-ES" dirty="0"/>
              <a:t> </a:t>
            </a:r>
            <a:r>
              <a:rPr lang="es-ES" dirty="0" err="1"/>
              <a:t>Forest</a:t>
            </a:r>
            <a:endParaRPr lang="es-ES" dirty="0"/>
          </a:p>
        </p:txBody>
      </p:sp>
      <p:sp>
        <p:nvSpPr>
          <p:cNvPr id="5" name="Content Placeholder 4"/>
          <p:cNvSpPr>
            <a:spLocks noGrp="1"/>
          </p:cNvSpPr>
          <p:nvPr>
            <p:ph idx="1"/>
          </p:nvPr>
        </p:nvSpPr>
        <p:spPr/>
        <p:txBody>
          <a:bodyPr>
            <a:normAutofit/>
          </a:bodyPr>
          <a:lstStyle/>
          <a:p>
            <a:pPr marL="0" indent="0" algn="just">
              <a:buNone/>
            </a:pPr>
            <a:r>
              <a:rPr lang="es-ES" sz="2200" dirty="0"/>
              <a:t>Si representamos este proceso como un árbol, el número de divisiones necesarias para aislar una muestra es equivalente a la longitud de la ruta desde el nodo raíz hasta el nodo de terminación.</a:t>
            </a:r>
          </a:p>
        </p:txBody>
      </p:sp>
      <p:sp>
        <p:nvSpPr>
          <p:cNvPr id="4" name="Slide Number Placeholder 3"/>
          <p:cNvSpPr>
            <a:spLocks noGrp="1"/>
          </p:cNvSpPr>
          <p:nvPr>
            <p:ph type="sldNum" sz="quarter" idx="12"/>
          </p:nvPr>
        </p:nvSpPr>
        <p:spPr/>
        <p:txBody>
          <a:bodyPr/>
          <a:lstStyle/>
          <a:p>
            <a:fld id="{ED3C9F24-97CD-894E-963C-61E4D5D33747}" type="slidenum">
              <a:rPr lang="es-ES_tradnl" smtClean="0"/>
              <a:t>42</a:t>
            </a:fld>
            <a:endParaRPr lang="es-ES_tradnl"/>
          </a:p>
        </p:txBody>
      </p:sp>
      <p:pic>
        <p:nvPicPr>
          <p:cNvPr id="1028" name="Picture 4" descr="Resultado de imagen para isolation forest"/>
          <p:cNvPicPr>
            <a:picLocks noChangeAspect="1" noChangeArrowheads="1"/>
          </p:cNvPicPr>
          <p:nvPr/>
        </p:nvPicPr>
        <p:blipFill rotWithShape="1">
          <a:blip r:embed="rId2">
            <a:extLst>
              <a:ext uri="{28A0092B-C50C-407E-A947-70E740481C1C}">
                <a14:useLocalDpi xmlns:a14="http://schemas.microsoft.com/office/drawing/2010/main" val="0"/>
              </a:ext>
            </a:extLst>
          </a:blip>
          <a:srcRect t="8206"/>
          <a:stretch/>
        </p:blipFill>
        <p:spPr bwMode="auto">
          <a:xfrm>
            <a:off x="1089387" y="2686417"/>
            <a:ext cx="6265001" cy="3236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23467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Isolation</a:t>
            </a:r>
            <a:r>
              <a:rPr lang="es-ES" dirty="0"/>
              <a:t> </a:t>
            </a:r>
            <a:r>
              <a:rPr lang="es-ES" dirty="0" err="1"/>
              <a:t>Forest</a:t>
            </a:r>
            <a:endParaRPr lang="es-ES" dirty="0"/>
          </a:p>
        </p:txBody>
      </p:sp>
      <p:sp>
        <p:nvSpPr>
          <p:cNvPr id="3" name="Content Placeholder 2"/>
          <p:cNvSpPr>
            <a:spLocks noGrp="1"/>
          </p:cNvSpPr>
          <p:nvPr>
            <p:ph idx="1"/>
          </p:nvPr>
        </p:nvSpPr>
        <p:spPr/>
        <p:txBody>
          <a:bodyPr/>
          <a:lstStyle/>
          <a:p>
            <a:pPr marL="0" indent="0" algn="just">
              <a:buNone/>
            </a:pPr>
            <a:r>
              <a:rPr lang="es-ES" dirty="0"/>
              <a:t>La longitud de esta ruta, promediada sobre un bosque de árboles aleatorios, es una medida de normalidad.</a:t>
            </a:r>
          </a:p>
          <a:p>
            <a:pPr marL="0" indent="0">
              <a:buNone/>
            </a:pPr>
            <a:endParaRPr lang="es-ES" dirty="0"/>
          </a:p>
          <a:p>
            <a:pPr marL="0" indent="0" algn="just">
              <a:buNone/>
            </a:pPr>
            <a:r>
              <a:rPr lang="es-ES" dirty="0"/>
              <a:t>La partición aleatoria produce caminos notablemente más cortos para las anomalías. Por lo tanto, cuando un bosque de árboles aleatorios produce colectivamente longitudes de camino más cortas para muestras particulares, es muy probable que sean anomalías.</a:t>
            </a:r>
          </a:p>
        </p:txBody>
      </p:sp>
      <p:sp>
        <p:nvSpPr>
          <p:cNvPr id="4" name="Slide Number Placeholder 3"/>
          <p:cNvSpPr>
            <a:spLocks noGrp="1"/>
          </p:cNvSpPr>
          <p:nvPr>
            <p:ph type="sldNum" sz="quarter" idx="12"/>
          </p:nvPr>
        </p:nvSpPr>
        <p:spPr/>
        <p:txBody>
          <a:bodyPr/>
          <a:lstStyle/>
          <a:p>
            <a:fld id="{ED3C9F24-97CD-894E-963C-61E4D5D33747}" type="slidenum">
              <a:rPr lang="es-ES_tradnl" smtClean="0"/>
              <a:t>43</a:t>
            </a:fld>
            <a:endParaRPr lang="es-ES_tradnl"/>
          </a:p>
        </p:txBody>
      </p:sp>
    </p:spTree>
    <p:extLst>
      <p:ext uri="{BB962C8B-B14F-4D97-AF65-F5344CB8AC3E}">
        <p14:creationId xmlns:p14="http://schemas.microsoft.com/office/powerpoint/2010/main" val="15456144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D3C9F24-97CD-894E-963C-61E4D5D33747}" type="slidenum">
              <a:rPr lang="es-ES_tradnl" smtClean="0"/>
              <a:t>44</a:t>
            </a:fld>
            <a:endParaRPr lang="es-ES_tradnl"/>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b="18991"/>
          <a:stretch/>
        </p:blipFill>
        <p:spPr>
          <a:xfrm>
            <a:off x="1258816" y="330065"/>
            <a:ext cx="6546333" cy="6026286"/>
          </a:xfrm>
          <a:prstGeom prst="rect">
            <a:avLst/>
          </a:prstGeom>
        </p:spPr>
      </p:pic>
    </p:spTree>
    <p:extLst>
      <p:ext uri="{BB962C8B-B14F-4D97-AF65-F5344CB8AC3E}">
        <p14:creationId xmlns:p14="http://schemas.microsoft.com/office/powerpoint/2010/main" val="40698880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title"/>
          </p:nvPr>
        </p:nvSpPr>
        <p:spPr/>
        <p:txBody>
          <a:bodyPr/>
          <a:lstStyle/>
          <a:p>
            <a:r>
              <a:rPr lang="es-CL" dirty="0"/>
              <a:t>Ejemplo 1</a:t>
            </a:r>
          </a:p>
        </p:txBody>
      </p:sp>
      <p:pic>
        <p:nvPicPr>
          <p:cNvPr id="1026" name="Picture 2" descr="Bomba de agua de circulación de succión final aislada en blanco | Vector  Premium"/>
          <p:cNvPicPr>
            <a:picLocks noGrp="1" noChangeAspect="1" noChangeArrowheads="1"/>
          </p:cNvPicPr>
          <p:nvPr>
            <p:ph idx="1"/>
          </p:nvPr>
        </p:nvPicPr>
        <p:blipFill rotWithShape="1">
          <a:blip r:embed="rId2" cstate="print">
            <a:extLst>
              <a:ext uri="{28A0092B-C50C-407E-A947-70E740481C1C}">
                <a14:useLocalDpi xmlns:a14="http://schemas.microsoft.com/office/drawing/2010/main" val="0"/>
              </a:ext>
            </a:extLst>
          </a:blip>
          <a:srcRect l="12021" t="11642" r="10684" b="13333"/>
          <a:stretch/>
        </p:blipFill>
        <p:spPr bwMode="auto">
          <a:xfrm>
            <a:off x="5062647" y="1987497"/>
            <a:ext cx="3801742" cy="28414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a 7"/>
          <p:cNvGraphicFramePr>
            <a:graphicFrameLocks noGrp="1"/>
          </p:cNvGraphicFramePr>
          <p:nvPr>
            <p:extLst>
              <p:ext uri="{D42A27DB-BD31-4B8C-83A1-F6EECF244321}">
                <p14:modId xmlns:p14="http://schemas.microsoft.com/office/powerpoint/2010/main" val="3384822837"/>
              </p:ext>
            </p:extLst>
          </p:nvPr>
        </p:nvGraphicFramePr>
        <p:xfrm>
          <a:off x="541587" y="1224238"/>
          <a:ext cx="4196667" cy="4663440"/>
        </p:xfrm>
        <a:graphic>
          <a:graphicData uri="http://schemas.openxmlformats.org/drawingml/2006/table">
            <a:tbl>
              <a:tblPr bandRow="1">
                <a:tableStyleId>{3B4B98B0-60AC-42C2-AFA5-B58CD77FA1E5}</a:tableStyleId>
              </a:tblPr>
              <a:tblGrid>
                <a:gridCol w="521982">
                  <a:extLst>
                    <a:ext uri="{9D8B030D-6E8A-4147-A177-3AD203B41FA5}">
                      <a16:colId xmlns:a16="http://schemas.microsoft.com/office/drawing/2014/main" val="208352719"/>
                    </a:ext>
                  </a:extLst>
                </a:gridCol>
                <a:gridCol w="3674685">
                  <a:extLst>
                    <a:ext uri="{9D8B030D-6E8A-4147-A177-3AD203B41FA5}">
                      <a16:colId xmlns:a16="http://schemas.microsoft.com/office/drawing/2014/main" val="4293297658"/>
                    </a:ext>
                  </a:extLst>
                </a:gridCol>
              </a:tblGrid>
              <a:tr h="220487">
                <a:tc>
                  <a:txBody>
                    <a:bodyPr/>
                    <a:lstStyle/>
                    <a:p>
                      <a:r>
                        <a:rPr lang="es-CL" sz="1200" dirty="0"/>
                        <a:t>0</a:t>
                      </a:r>
                    </a:p>
                  </a:txBody>
                  <a:tcPr/>
                </a:tc>
                <a:tc>
                  <a:txBody>
                    <a:bodyPr/>
                    <a:lstStyle/>
                    <a:p>
                      <a:r>
                        <a:rPr lang="es-CL" sz="1200" dirty="0" err="1"/>
                        <a:t>Timestamp</a:t>
                      </a:r>
                      <a:endParaRPr lang="es-CL" sz="1200" dirty="0"/>
                    </a:p>
                  </a:txBody>
                  <a:tcPr/>
                </a:tc>
                <a:extLst>
                  <a:ext uri="{0D108BD9-81ED-4DB2-BD59-A6C34878D82A}">
                    <a16:rowId xmlns:a16="http://schemas.microsoft.com/office/drawing/2014/main" val="2963438705"/>
                  </a:ext>
                </a:extLst>
              </a:tr>
              <a:tr h="220487">
                <a:tc>
                  <a:txBody>
                    <a:bodyPr/>
                    <a:lstStyle/>
                    <a:p>
                      <a:r>
                        <a:rPr lang="es-CL" sz="1200" dirty="0"/>
                        <a:t>1</a:t>
                      </a:r>
                    </a:p>
                  </a:txBody>
                  <a:tcPr/>
                </a:tc>
                <a:tc>
                  <a:txBody>
                    <a:bodyPr/>
                    <a:lstStyle/>
                    <a:p>
                      <a:r>
                        <a:rPr lang="es-CL" sz="1200" dirty="0"/>
                        <a:t>Corriente fase 1 motor</a:t>
                      </a:r>
                    </a:p>
                  </a:txBody>
                  <a:tcPr/>
                </a:tc>
                <a:extLst>
                  <a:ext uri="{0D108BD9-81ED-4DB2-BD59-A6C34878D82A}">
                    <a16:rowId xmlns:a16="http://schemas.microsoft.com/office/drawing/2014/main" val="2291656514"/>
                  </a:ext>
                </a:extLst>
              </a:tr>
              <a:tr h="220487">
                <a:tc>
                  <a:txBody>
                    <a:bodyPr/>
                    <a:lstStyle/>
                    <a:p>
                      <a:r>
                        <a:rPr lang="es-CL" sz="1200" dirty="0"/>
                        <a:t>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sz="1200" dirty="0"/>
                        <a:t>Corriente fase 2 motor</a:t>
                      </a:r>
                    </a:p>
                  </a:txBody>
                  <a:tcPr/>
                </a:tc>
                <a:extLst>
                  <a:ext uri="{0D108BD9-81ED-4DB2-BD59-A6C34878D82A}">
                    <a16:rowId xmlns:a16="http://schemas.microsoft.com/office/drawing/2014/main" val="4211295768"/>
                  </a:ext>
                </a:extLst>
              </a:tr>
              <a:tr h="220487">
                <a:tc>
                  <a:txBody>
                    <a:bodyPr/>
                    <a:lstStyle/>
                    <a:p>
                      <a:r>
                        <a:rPr lang="es-CL" sz="1200" dirty="0"/>
                        <a:t>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sz="1200" dirty="0"/>
                        <a:t>Corriente fase 3 motor</a:t>
                      </a:r>
                    </a:p>
                  </a:txBody>
                  <a:tcPr/>
                </a:tc>
                <a:extLst>
                  <a:ext uri="{0D108BD9-81ED-4DB2-BD59-A6C34878D82A}">
                    <a16:rowId xmlns:a16="http://schemas.microsoft.com/office/drawing/2014/main" val="2356041320"/>
                  </a:ext>
                </a:extLst>
              </a:tr>
              <a:tr h="220487">
                <a:tc>
                  <a:txBody>
                    <a:bodyPr/>
                    <a:lstStyle/>
                    <a:p>
                      <a:r>
                        <a:rPr lang="es-CL" sz="1200" dirty="0"/>
                        <a:t>4</a:t>
                      </a:r>
                    </a:p>
                  </a:txBody>
                  <a:tcPr/>
                </a:tc>
                <a:tc>
                  <a:txBody>
                    <a:bodyPr/>
                    <a:lstStyle/>
                    <a:p>
                      <a:r>
                        <a:rPr lang="es-CL" sz="1200" dirty="0"/>
                        <a:t>Caudal</a:t>
                      </a:r>
                    </a:p>
                  </a:txBody>
                  <a:tcPr/>
                </a:tc>
                <a:extLst>
                  <a:ext uri="{0D108BD9-81ED-4DB2-BD59-A6C34878D82A}">
                    <a16:rowId xmlns:a16="http://schemas.microsoft.com/office/drawing/2014/main" val="3489627957"/>
                  </a:ext>
                </a:extLst>
              </a:tr>
              <a:tr h="220487">
                <a:tc>
                  <a:txBody>
                    <a:bodyPr/>
                    <a:lstStyle/>
                    <a:p>
                      <a:r>
                        <a:rPr lang="es-CL" sz="1200" dirty="0"/>
                        <a:t>5</a:t>
                      </a:r>
                    </a:p>
                  </a:txBody>
                  <a:tcPr/>
                </a:tc>
                <a:tc>
                  <a:txBody>
                    <a:bodyPr/>
                    <a:lstStyle/>
                    <a:p>
                      <a:r>
                        <a:rPr lang="es-CL" sz="1200" dirty="0"/>
                        <a:t>Temperatura descanso motor lado libre</a:t>
                      </a:r>
                    </a:p>
                  </a:txBody>
                  <a:tcPr/>
                </a:tc>
                <a:extLst>
                  <a:ext uri="{0D108BD9-81ED-4DB2-BD59-A6C34878D82A}">
                    <a16:rowId xmlns:a16="http://schemas.microsoft.com/office/drawing/2014/main" val="372855042"/>
                  </a:ext>
                </a:extLst>
              </a:tr>
              <a:tr h="220487">
                <a:tc>
                  <a:txBody>
                    <a:bodyPr/>
                    <a:lstStyle/>
                    <a:p>
                      <a:r>
                        <a:rPr lang="es-CL" sz="1200" dirty="0"/>
                        <a:t>6</a:t>
                      </a:r>
                    </a:p>
                  </a:txBody>
                  <a:tcPr/>
                </a:tc>
                <a:tc>
                  <a:txBody>
                    <a:bodyPr/>
                    <a:lstStyle/>
                    <a:p>
                      <a:r>
                        <a:rPr lang="es-CL" sz="1200" dirty="0"/>
                        <a:t>Temperatura descanso motor lado acople</a:t>
                      </a:r>
                    </a:p>
                  </a:txBody>
                  <a:tcPr/>
                </a:tc>
                <a:extLst>
                  <a:ext uri="{0D108BD9-81ED-4DB2-BD59-A6C34878D82A}">
                    <a16:rowId xmlns:a16="http://schemas.microsoft.com/office/drawing/2014/main" val="2041168214"/>
                  </a:ext>
                </a:extLst>
              </a:tr>
              <a:tr h="220487">
                <a:tc>
                  <a:txBody>
                    <a:bodyPr/>
                    <a:lstStyle/>
                    <a:p>
                      <a:r>
                        <a:rPr lang="es-CL" sz="1200" dirty="0"/>
                        <a:t>7</a:t>
                      </a:r>
                    </a:p>
                  </a:txBody>
                  <a:tcPr/>
                </a:tc>
                <a:tc>
                  <a:txBody>
                    <a:bodyPr/>
                    <a:lstStyle/>
                    <a:p>
                      <a:r>
                        <a:rPr lang="es-CL" sz="1200" dirty="0"/>
                        <a:t>Temperatura descanso bomba lado acople</a:t>
                      </a:r>
                    </a:p>
                  </a:txBody>
                  <a:tcPr/>
                </a:tc>
                <a:extLst>
                  <a:ext uri="{0D108BD9-81ED-4DB2-BD59-A6C34878D82A}">
                    <a16:rowId xmlns:a16="http://schemas.microsoft.com/office/drawing/2014/main" val="53095033"/>
                  </a:ext>
                </a:extLst>
              </a:tr>
              <a:tr h="220487">
                <a:tc>
                  <a:txBody>
                    <a:bodyPr/>
                    <a:lstStyle/>
                    <a:p>
                      <a:r>
                        <a:rPr lang="es-CL" sz="1200" dirty="0"/>
                        <a:t>8</a:t>
                      </a:r>
                    </a:p>
                  </a:txBody>
                  <a:tcPr/>
                </a:tc>
                <a:tc>
                  <a:txBody>
                    <a:bodyPr/>
                    <a:lstStyle/>
                    <a:p>
                      <a:r>
                        <a:rPr lang="es-CL" sz="1200" dirty="0"/>
                        <a:t>Temperatura descanso bomba lado libre</a:t>
                      </a:r>
                    </a:p>
                  </a:txBody>
                  <a:tcPr/>
                </a:tc>
                <a:extLst>
                  <a:ext uri="{0D108BD9-81ED-4DB2-BD59-A6C34878D82A}">
                    <a16:rowId xmlns:a16="http://schemas.microsoft.com/office/drawing/2014/main" val="1533723870"/>
                  </a:ext>
                </a:extLst>
              </a:tr>
              <a:tr h="220487">
                <a:tc>
                  <a:txBody>
                    <a:bodyPr/>
                    <a:lstStyle/>
                    <a:p>
                      <a:r>
                        <a:rPr lang="es-CL" sz="1200" dirty="0"/>
                        <a:t>9</a:t>
                      </a:r>
                    </a:p>
                  </a:txBody>
                  <a:tcPr/>
                </a:tc>
                <a:tc>
                  <a:txBody>
                    <a:bodyPr/>
                    <a:lstStyle/>
                    <a:p>
                      <a:r>
                        <a:rPr lang="es-ES" sz="1200" dirty="0"/>
                        <a:t>Proximetro descanso motor lado libre dirección x</a:t>
                      </a:r>
                      <a:endParaRPr lang="es-CL" sz="1200" dirty="0"/>
                    </a:p>
                  </a:txBody>
                  <a:tcPr/>
                </a:tc>
                <a:extLst>
                  <a:ext uri="{0D108BD9-81ED-4DB2-BD59-A6C34878D82A}">
                    <a16:rowId xmlns:a16="http://schemas.microsoft.com/office/drawing/2014/main" val="211420035"/>
                  </a:ext>
                </a:extLst>
              </a:tr>
              <a:tr h="220487">
                <a:tc>
                  <a:txBody>
                    <a:bodyPr/>
                    <a:lstStyle/>
                    <a:p>
                      <a:r>
                        <a:rPr lang="es-CL" sz="1200" dirty="0"/>
                        <a:t>10</a:t>
                      </a:r>
                    </a:p>
                  </a:txBody>
                  <a:tcPr/>
                </a:tc>
                <a:tc>
                  <a:txBody>
                    <a:bodyPr/>
                    <a:lstStyle/>
                    <a:p>
                      <a:r>
                        <a:rPr lang="es-ES" sz="1200" dirty="0"/>
                        <a:t>Proximetro descanso motor lado libre dirección y</a:t>
                      </a:r>
                      <a:endParaRPr lang="es-CL" sz="1200" dirty="0"/>
                    </a:p>
                  </a:txBody>
                  <a:tcPr/>
                </a:tc>
                <a:extLst>
                  <a:ext uri="{0D108BD9-81ED-4DB2-BD59-A6C34878D82A}">
                    <a16:rowId xmlns:a16="http://schemas.microsoft.com/office/drawing/2014/main" val="3228397161"/>
                  </a:ext>
                </a:extLst>
              </a:tr>
              <a:tr h="220487">
                <a:tc>
                  <a:txBody>
                    <a:bodyPr/>
                    <a:lstStyle/>
                    <a:p>
                      <a:r>
                        <a:rPr lang="es-CL" sz="1200" dirty="0"/>
                        <a:t>11</a:t>
                      </a:r>
                    </a:p>
                  </a:txBody>
                  <a:tcPr/>
                </a:tc>
                <a:tc>
                  <a:txBody>
                    <a:bodyPr/>
                    <a:lstStyle/>
                    <a:p>
                      <a:r>
                        <a:rPr lang="es-CL" sz="1200" dirty="0"/>
                        <a:t>Proximetro descanso motor lado acople dirección x</a:t>
                      </a:r>
                    </a:p>
                  </a:txBody>
                  <a:tcPr/>
                </a:tc>
                <a:extLst>
                  <a:ext uri="{0D108BD9-81ED-4DB2-BD59-A6C34878D82A}">
                    <a16:rowId xmlns:a16="http://schemas.microsoft.com/office/drawing/2014/main" val="397212964"/>
                  </a:ext>
                </a:extLst>
              </a:tr>
              <a:tr h="220487">
                <a:tc>
                  <a:txBody>
                    <a:bodyPr/>
                    <a:lstStyle/>
                    <a:p>
                      <a:r>
                        <a:rPr lang="es-CL" sz="1200" dirty="0"/>
                        <a:t>12</a:t>
                      </a:r>
                    </a:p>
                  </a:txBody>
                  <a:tcPr/>
                </a:tc>
                <a:tc>
                  <a:txBody>
                    <a:bodyPr/>
                    <a:lstStyle/>
                    <a:p>
                      <a:r>
                        <a:rPr lang="es-ES" sz="1200" dirty="0"/>
                        <a:t>Proximetro descanso motor lado acople dirección y</a:t>
                      </a:r>
                      <a:endParaRPr lang="es-CL" sz="1200" dirty="0"/>
                    </a:p>
                  </a:txBody>
                  <a:tcPr/>
                </a:tc>
                <a:extLst>
                  <a:ext uri="{0D108BD9-81ED-4DB2-BD59-A6C34878D82A}">
                    <a16:rowId xmlns:a16="http://schemas.microsoft.com/office/drawing/2014/main" val="3593650239"/>
                  </a:ext>
                </a:extLst>
              </a:tr>
              <a:tr h="220487">
                <a:tc>
                  <a:txBody>
                    <a:bodyPr/>
                    <a:lstStyle/>
                    <a:p>
                      <a:r>
                        <a:rPr lang="es-CL" sz="1200" dirty="0"/>
                        <a:t>13</a:t>
                      </a:r>
                    </a:p>
                  </a:txBody>
                  <a:tcPr/>
                </a:tc>
                <a:tc>
                  <a:txBody>
                    <a:bodyPr/>
                    <a:lstStyle/>
                    <a:p>
                      <a:r>
                        <a:rPr lang="es-ES" sz="1200" dirty="0"/>
                        <a:t>Proximetro descanso bomba lado libre dirección x</a:t>
                      </a:r>
                      <a:endParaRPr lang="es-CL" sz="1200" dirty="0"/>
                    </a:p>
                  </a:txBody>
                  <a:tcPr/>
                </a:tc>
                <a:extLst>
                  <a:ext uri="{0D108BD9-81ED-4DB2-BD59-A6C34878D82A}">
                    <a16:rowId xmlns:a16="http://schemas.microsoft.com/office/drawing/2014/main" val="2256444039"/>
                  </a:ext>
                </a:extLst>
              </a:tr>
              <a:tr h="220487">
                <a:tc>
                  <a:txBody>
                    <a:bodyPr/>
                    <a:lstStyle/>
                    <a:p>
                      <a:r>
                        <a:rPr lang="es-CL" sz="1200" dirty="0"/>
                        <a:t>14</a:t>
                      </a:r>
                    </a:p>
                  </a:txBody>
                  <a:tcPr/>
                </a:tc>
                <a:tc>
                  <a:txBody>
                    <a:bodyPr/>
                    <a:lstStyle/>
                    <a:p>
                      <a:r>
                        <a:rPr lang="es-ES" sz="1200" dirty="0"/>
                        <a:t>Proximetro descanso bomba lado libre dirección y</a:t>
                      </a:r>
                      <a:endParaRPr lang="es-CL" sz="1200" dirty="0"/>
                    </a:p>
                  </a:txBody>
                  <a:tcPr/>
                </a:tc>
                <a:extLst>
                  <a:ext uri="{0D108BD9-81ED-4DB2-BD59-A6C34878D82A}">
                    <a16:rowId xmlns:a16="http://schemas.microsoft.com/office/drawing/2014/main" val="4006225179"/>
                  </a:ext>
                </a:extLst>
              </a:tr>
              <a:tr h="220487">
                <a:tc>
                  <a:txBody>
                    <a:bodyPr/>
                    <a:lstStyle/>
                    <a:p>
                      <a:r>
                        <a:rPr lang="es-CL" sz="1200" dirty="0"/>
                        <a:t>15</a:t>
                      </a:r>
                    </a:p>
                  </a:txBody>
                  <a:tcPr/>
                </a:tc>
                <a:tc>
                  <a:txBody>
                    <a:bodyPr/>
                    <a:lstStyle/>
                    <a:p>
                      <a:r>
                        <a:rPr lang="es-CL" sz="1200" dirty="0"/>
                        <a:t>Proximetro descanso bomba lado acople dirección x</a:t>
                      </a:r>
                    </a:p>
                  </a:txBody>
                  <a:tcPr/>
                </a:tc>
                <a:extLst>
                  <a:ext uri="{0D108BD9-81ED-4DB2-BD59-A6C34878D82A}">
                    <a16:rowId xmlns:a16="http://schemas.microsoft.com/office/drawing/2014/main" val="2547519477"/>
                  </a:ext>
                </a:extLst>
              </a:tr>
              <a:tr h="220487">
                <a:tc>
                  <a:txBody>
                    <a:bodyPr/>
                    <a:lstStyle/>
                    <a:p>
                      <a:r>
                        <a:rPr lang="es-CL" sz="1200" dirty="0"/>
                        <a:t>16</a:t>
                      </a:r>
                    </a:p>
                  </a:txBody>
                  <a:tcPr/>
                </a:tc>
                <a:tc>
                  <a:txBody>
                    <a:bodyPr/>
                    <a:lstStyle/>
                    <a:p>
                      <a:r>
                        <a:rPr lang="es-ES" sz="1200" dirty="0"/>
                        <a:t>Proximetro descanso bomba lado acople dirección y</a:t>
                      </a:r>
                      <a:endParaRPr lang="es-CL" sz="1200" dirty="0"/>
                    </a:p>
                  </a:txBody>
                  <a:tcPr/>
                </a:tc>
                <a:extLst>
                  <a:ext uri="{0D108BD9-81ED-4DB2-BD59-A6C34878D82A}">
                    <a16:rowId xmlns:a16="http://schemas.microsoft.com/office/drawing/2014/main" val="1859565248"/>
                  </a:ext>
                </a:extLst>
              </a:tr>
            </a:tbl>
          </a:graphicData>
        </a:graphic>
      </p:graphicFrame>
      <p:sp>
        <p:nvSpPr>
          <p:cNvPr id="9" name="CuadroTexto 8"/>
          <p:cNvSpPr txBox="1"/>
          <p:nvPr/>
        </p:nvSpPr>
        <p:spPr>
          <a:xfrm>
            <a:off x="5146053" y="5010307"/>
            <a:ext cx="3634929" cy="646331"/>
          </a:xfrm>
          <a:prstGeom prst="rect">
            <a:avLst/>
          </a:prstGeom>
          <a:noFill/>
        </p:spPr>
        <p:txBody>
          <a:bodyPr wrap="square" rtlCol="0">
            <a:spAutoFit/>
          </a:bodyPr>
          <a:lstStyle/>
          <a:p>
            <a:r>
              <a:rPr lang="es-ES" dirty="0"/>
              <a:t>Se detiene el 07/01/2019 a las 12:26 pm aprox. por falla</a:t>
            </a:r>
            <a:endParaRPr lang="es-CL" dirty="0"/>
          </a:p>
        </p:txBody>
      </p:sp>
    </p:spTree>
    <p:extLst>
      <p:ext uri="{BB962C8B-B14F-4D97-AF65-F5344CB8AC3E}">
        <p14:creationId xmlns:p14="http://schemas.microsoft.com/office/powerpoint/2010/main" val="14790594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p:txBody>
          <a:bodyPr/>
          <a:lstStyle/>
          <a:p>
            <a:r>
              <a:rPr lang="es-CL" dirty="0"/>
              <a:t>Ejemplo 1</a:t>
            </a:r>
            <a:endParaRPr lang="en-US" dirty="0"/>
          </a:p>
        </p:txBody>
      </p:sp>
      <p:sp>
        <p:nvSpPr>
          <p:cNvPr id="6" name="Marcador de contenido 5"/>
          <p:cNvSpPr>
            <a:spLocks noGrp="1"/>
          </p:cNvSpPr>
          <p:nvPr>
            <p:ph idx="1"/>
          </p:nvPr>
        </p:nvSpPr>
        <p:spPr/>
        <p:txBody>
          <a:bodyPr>
            <a:noAutofit/>
          </a:bodyPr>
          <a:lstStyle/>
          <a:p>
            <a:pPr marL="0" indent="0">
              <a:lnSpc>
                <a:spcPct val="110000"/>
              </a:lnSpc>
              <a:spcBef>
                <a:spcPts val="0"/>
              </a:spcBef>
              <a:buNone/>
            </a:pPr>
            <a:r>
              <a:rPr lang="en-US" sz="1200" dirty="0"/>
              <a:t>import pandas as </a:t>
            </a:r>
            <a:r>
              <a:rPr lang="en-US" sz="1200" dirty="0" err="1"/>
              <a:t>pd</a:t>
            </a:r>
            <a:endParaRPr lang="en-US" sz="1200" dirty="0"/>
          </a:p>
          <a:p>
            <a:pPr marL="0" indent="0">
              <a:lnSpc>
                <a:spcPct val="110000"/>
              </a:lnSpc>
              <a:spcBef>
                <a:spcPts val="0"/>
              </a:spcBef>
              <a:buNone/>
            </a:pPr>
            <a:r>
              <a:rPr lang="en-US" sz="1200" dirty="0"/>
              <a:t>import </a:t>
            </a:r>
            <a:r>
              <a:rPr lang="en-US" sz="1200" dirty="0" err="1"/>
              <a:t>matplotlib.pyplot</a:t>
            </a:r>
            <a:r>
              <a:rPr lang="en-US" sz="1200" dirty="0"/>
              <a:t> as </a:t>
            </a:r>
            <a:r>
              <a:rPr lang="en-US" sz="1200" dirty="0" err="1"/>
              <a:t>plt</a:t>
            </a:r>
            <a:endParaRPr lang="en-US" sz="1200" dirty="0"/>
          </a:p>
          <a:p>
            <a:pPr marL="0" indent="0">
              <a:lnSpc>
                <a:spcPct val="110000"/>
              </a:lnSpc>
              <a:spcBef>
                <a:spcPts val="0"/>
              </a:spcBef>
              <a:buNone/>
            </a:pPr>
            <a:r>
              <a:rPr lang="en-US" sz="1200" dirty="0"/>
              <a:t>import </a:t>
            </a:r>
            <a:r>
              <a:rPr lang="en-US" sz="1200" dirty="0" err="1"/>
              <a:t>numpy</a:t>
            </a:r>
            <a:r>
              <a:rPr lang="en-US" sz="1200" dirty="0"/>
              <a:t> as np</a:t>
            </a:r>
          </a:p>
          <a:p>
            <a:pPr marL="0" indent="0">
              <a:lnSpc>
                <a:spcPct val="110000"/>
              </a:lnSpc>
              <a:spcBef>
                <a:spcPts val="0"/>
              </a:spcBef>
              <a:buNone/>
            </a:pPr>
            <a:endParaRPr lang="en-US" sz="1200" dirty="0"/>
          </a:p>
          <a:p>
            <a:pPr marL="0" indent="0">
              <a:lnSpc>
                <a:spcPct val="110000"/>
              </a:lnSpc>
              <a:spcBef>
                <a:spcPts val="0"/>
              </a:spcBef>
              <a:buNone/>
            </a:pPr>
            <a:r>
              <a:rPr lang="en-US" sz="1200" dirty="0"/>
              <a:t>Data=</a:t>
            </a:r>
            <a:r>
              <a:rPr lang="en-US" sz="1200" dirty="0" err="1"/>
              <a:t>pd.read_csv</a:t>
            </a:r>
            <a:r>
              <a:rPr lang="en-US" sz="1200" dirty="0"/>
              <a:t>('Bba118.csv')  </a:t>
            </a:r>
          </a:p>
          <a:p>
            <a:pPr marL="0" indent="0">
              <a:lnSpc>
                <a:spcPct val="110000"/>
              </a:lnSpc>
              <a:spcBef>
                <a:spcPts val="0"/>
              </a:spcBef>
              <a:buNone/>
            </a:pPr>
            <a:r>
              <a:rPr lang="en-US" sz="1200" dirty="0" err="1"/>
              <a:t>Datos</a:t>
            </a:r>
            <a:r>
              <a:rPr lang="en-US" sz="1200" dirty="0"/>
              <a:t>=</a:t>
            </a:r>
            <a:r>
              <a:rPr lang="en-US" sz="1200" dirty="0" err="1"/>
              <a:t>Data.to_numpy</a:t>
            </a:r>
            <a:r>
              <a:rPr lang="en-US" sz="1200" dirty="0"/>
              <a:t>()</a:t>
            </a:r>
          </a:p>
          <a:p>
            <a:pPr marL="0" indent="0">
              <a:lnSpc>
                <a:spcPct val="110000"/>
              </a:lnSpc>
              <a:spcBef>
                <a:spcPts val="0"/>
              </a:spcBef>
              <a:buNone/>
            </a:pPr>
            <a:endParaRPr lang="en-US" sz="1200" dirty="0"/>
          </a:p>
          <a:p>
            <a:pPr marL="0" indent="0">
              <a:lnSpc>
                <a:spcPct val="110000"/>
              </a:lnSpc>
              <a:spcBef>
                <a:spcPts val="0"/>
              </a:spcBef>
              <a:buNone/>
            </a:pPr>
            <a:r>
              <a:rPr lang="en-US" sz="1200" dirty="0" err="1"/>
              <a:t>plt.figure</a:t>
            </a:r>
            <a:r>
              <a:rPr lang="en-US" sz="1200" dirty="0"/>
              <a:t>()</a:t>
            </a:r>
          </a:p>
          <a:p>
            <a:pPr marL="0" indent="0">
              <a:lnSpc>
                <a:spcPct val="110000"/>
              </a:lnSpc>
              <a:spcBef>
                <a:spcPts val="0"/>
              </a:spcBef>
              <a:buNone/>
            </a:pPr>
            <a:r>
              <a:rPr lang="en-US" sz="1200" dirty="0" err="1"/>
              <a:t>plt.plot</a:t>
            </a:r>
            <a:r>
              <a:rPr lang="en-US" sz="1200" dirty="0"/>
              <a:t>(</a:t>
            </a:r>
            <a:r>
              <a:rPr lang="en-US" sz="1200" dirty="0" err="1"/>
              <a:t>Datos</a:t>
            </a:r>
            <a:r>
              <a:rPr lang="en-US" sz="1200" dirty="0"/>
              <a:t>[:,1])</a:t>
            </a:r>
          </a:p>
          <a:p>
            <a:pPr marL="0" indent="0">
              <a:lnSpc>
                <a:spcPct val="110000"/>
              </a:lnSpc>
              <a:spcBef>
                <a:spcPts val="0"/>
              </a:spcBef>
              <a:buNone/>
            </a:pPr>
            <a:r>
              <a:rPr lang="en-US" sz="1200" dirty="0" err="1"/>
              <a:t>plt.plot</a:t>
            </a:r>
            <a:r>
              <a:rPr lang="en-US" sz="1200" dirty="0"/>
              <a:t>(</a:t>
            </a:r>
            <a:r>
              <a:rPr lang="en-US" sz="1200" dirty="0" err="1"/>
              <a:t>Datos</a:t>
            </a:r>
            <a:r>
              <a:rPr lang="en-US" sz="1200" dirty="0"/>
              <a:t>[:,2])</a:t>
            </a:r>
          </a:p>
          <a:p>
            <a:pPr marL="0" indent="0">
              <a:lnSpc>
                <a:spcPct val="110000"/>
              </a:lnSpc>
              <a:spcBef>
                <a:spcPts val="0"/>
              </a:spcBef>
              <a:buNone/>
            </a:pPr>
            <a:r>
              <a:rPr lang="en-US" sz="1200" dirty="0" err="1"/>
              <a:t>plt.plot</a:t>
            </a:r>
            <a:r>
              <a:rPr lang="en-US" sz="1200" dirty="0"/>
              <a:t>(</a:t>
            </a:r>
            <a:r>
              <a:rPr lang="en-US" sz="1200" dirty="0" err="1"/>
              <a:t>Datos</a:t>
            </a:r>
            <a:r>
              <a:rPr lang="en-US" sz="1200" dirty="0"/>
              <a:t>[:,3])</a:t>
            </a:r>
          </a:p>
          <a:p>
            <a:pPr marL="0" indent="0">
              <a:lnSpc>
                <a:spcPct val="110000"/>
              </a:lnSpc>
              <a:spcBef>
                <a:spcPts val="0"/>
              </a:spcBef>
              <a:buNone/>
            </a:pPr>
            <a:r>
              <a:rPr lang="en-US" sz="1200" dirty="0" err="1"/>
              <a:t>plt.title</a:t>
            </a:r>
            <a:r>
              <a:rPr lang="en-US" sz="1200" dirty="0"/>
              <a:t>('</a:t>
            </a:r>
            <a:r>
              <a:rPr lang="en-US" sz="1200" dirty="0" err="1"/>
              <a:t>Corriente</a:t>
            </a:r>
            <a:r>
              <a:rPr lang="en-US" sz="1200" dirty="0"/>
              <a:t>')</a:t>
            </a:r>
          </a:p>
          <a:p>
            <a:pPr marL="0" indent="0">
              <a:lnSpc>
                <a:spcPct val="110000"/>
              </a:lnSpc>
              <a:spcBef>
                <a:spcPts val="0"/>
              </a:spcBef>
              <a:buNone/>
            </a:pPr>
            <a:r>
              <a:rPr lang="en-US" sz="1200" dirty="0" err="1"/>
              <a:t>plt.legend</a:t>
            </a:r>
            <a:r>
              <a:rPr lang="en-US" sz="1200" dirty="0"/>
              <a:t>(['</a:t>
            </a:r>
            <a:r>
              <a:rPr lang="en-US" sz="1200" dirty="0" err="1"/>
              <a:t>Corriente</a:t>
            </a:r>
            <a:r>
              <a:rPr lang="en-US" sz="1200" dirty="0"/>
              <a:t> L1','Corriente L2','Corriente L3'])</a:t>
            </a:r>
          </a:p>
          <a:p>
            <a:pPr marL="0" indent="0">
              <a:lnSpc>
                <a:spcPct val="110000"/>
              </a:lnSpc>
              <a:spcBef>
                <a:spcPts val="0"/>
              </a:spcBef>
              <a:buNone/>
            </a:pPr>
            <a:r>
              <a:rPr lang="en-US" sz="1200" dirty="0" err="1"/>
              <a:t>plt.show</a:t>
            </a:r>
            <a:r>
              <a:rPr lang="en-US" sz="1200" dirty="0"/>
              <a:t>()</a:t>
            </a:r>
          </a:p>
          <a:p>
            <a:pPr marL="0" indent="0">
              <a:lnSpc>
                <a:spcPct val="110000"/>
              </a:lnSpc>
              <a:spcBef>
                <a:spcPts val="0"/>
              </a:spcBef>
              <a:buNone/>
            </a:pPr>
            <a:endParaRPr lang="en-US" sz="1200" dirty="0"/>
          </a:p>
          <a:p>
            <a:pPr marL="0" indent="0">
              <a:lnSpc>
                <a:spcPct val="110000"/>
              </a:lnSpc>
              <a:spcBef>
                <a:spcPts val="0"/>
              </a:spcBef>
              <a:buNone/>
            </a:pPr>
            <a:r>
              <a:rPr lang="en-US" sz="1200" dirty="0" err="1"/>
              <a:t>plt.figure</a:t>
            </a:r>
            <a:r>
              <a:rPr lang="en-US" sz="1200" dirty="0"/>
              <a:t>()</a:t>
            </a:r>
          </a:p>
          <a:p>
            <a:pPr marL="0" indent="0">
              <a:lnSpc>
                <a:spcPct val="110000"/>
              </a:lnSpc>
              <a:spcBef>
                <a:spcPts val="0"/>
              </a:spcBef>
              <a:buNone/>
            </a:pPr>
            <a:r>
              <a:rPr lang="en-US" sz="1200" dirty="0" err="1"/>
              <a:t>plt.plot</a:t>
            </a:r>
            <a:r>
              <a:rPr lang="en-US" sz="1200" dirty="0"/>
              <a:t>(</a:t>
            </a:r>
            <a:r>
              <a:rPr lang="en-US" sz="1200" dirty="0" err="1"/>
              <a:t>Datos</a:t>
            </a:r>
            <a:r>
              <a:rPr lang="en-US" sz="1200" dirty="0"/>
              <a:t>[:,4])</a:t>
            </a:r>
          </a:p>
          <a:p>
            <a:pPr marL="0" indent="0">
              <a:lnSpc>
                <a:spcPct val="110000"/>
              </a:lnSpc>
              <a:spcBef>
                <a:spcPts val="0"/>
              </a:spcBef>
              <a:buNone/>
            </a:pPr>
            <a:r>
              <a:rPr lang="en-US" sz="1200" dirty="0" err="1"/>
              <a:t>plt.title</a:t>
            </a:r>
            <a:r>
              <a:rPr lang="en-US" sz="1200" dirty="0"/>
              <a:t>('</a:t>
            </a:r>
            <a:r>
              <a:rPr lang="en-US" sz="1200" dirty="0" err="1"/>
              <a:t>Flujo</a:t>
            </a:r>
            <a:r>
              <a:rPr lang="en-US" sz="1200" dirty="0"/>
              <a:t> de </a:t>
            </a:r>
            <a:r>
              <a:rPr lang="en-US" sz="1200" dirty="0" err="1"/>
              <a:t>Descarga</a:t>
            </a:r>
            <a:r>
              <a:rPr lang="en-US" sz="1200" dirty="0"/>
              <a:t>')</a:t>
            </a:r>
          </a:p>
          <a:p>
            <a:pPr marL="0" indent="0">
              <a:lnSpc>
                <a:spcPct val="110000"/>
              </a:lnSpc>
              <a:spcBef>
                <a:spcPts val="0"/>
              </a:spcBef>
              <a:buNone/>
            </a:pPr>
            <a:r>
              <a:rPr lang="en-US" sz="1200" dirty="0" err="1"/>
              <a:t>plt.show</a:t>
            </a:r>
            <a:r>
              <a:rPr lang="en-US" sz="1200" dirty="0"/>
              <a:t>()</a:t>
            </a:r>
          </a:p>
          <a:p>
            <a:pPr marL="0" indent="0">
              <a:lnSpc>
                <a:spcPct val="110000"/>
              </a:lnSpc>
              <a:spcBef>
                <a:spcPts val="0"/>
              </a:spcBef>
              <a:buNone/>
            </a:pPr>
            <a:endParaRPr lang="en-US" sz="1200" dirty="0"/>
          </a:p>
          <a:p>
            <a:pPr marL="0" indent="0">
              <a:lnSpc>
                <a:spcPct val="110000"/>
              </a:lnSpc>
              <a:spcBef>
                <a:spcPts val="0"/>
              </a:spcBef>
              <a:buNone/>
            </a:pPr>
            <a:endParaRPr lang="en-US" sz="1200" dirty="0"/>
          </a:p>
        </p:txBody>
      </p:sp>
    </p:spTree>
    <p:extLst>
      <p:ext uri="{BB962C8B-B14F-4D97-AF65-F5344CB8AC3E}">
        <p14:creationId xmlns:p14="http://schemas.microsoft.com/office/powerpoint/2010/main" val="38056419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p:cNvSpPr>
            <a:spLocks noGrp="1"/>
          </p:cNvSpPr>
          <p:nvPr>
            <p:ph idx="1"/>
          </p:nvPr>
        </p:nvSpPr>
        <p:spPr>
          <a:xfrm>
            <a:off x="696663" y="452662"/>
            <a:ext cx="7886700" cy="4351338"/>
          </a:xfrm>
        </p:spPr>
        <p:txBody>
          <a:bodyPr>
            <a:noAutofit/>
          </a:bodyPr>
          <a:lstStyle/>
          <a:p>
            <a:pPr marL="0" indent="0">
              <a:lnSpc>
                <a:spcPct val="110000"/>
              </a:lnSpc>
              <a:spcBef>
                <a:spcPts val="0"/>
              </a:spcBef>
              <a:buNone/>
            </a:pPr>
            <a:r>
              <a:rPr lang="en-US" sz="1200" dirty="0" err="1"/>
              <a:t>plt.figure</a:t>
            </a:r>
            <a:r>
              <a:rPr lang="en-US" sz="1200" dirty="0"/>
              <a:t>()</a:t>
            </a:r>
          </a:p>
          <a:p>
            <a:pPr marL="0" indent="0">
              <a:lnSpc>
                <a:spcPct val="110000"/>
              </a:lnSpc>
              <a:spcBef>
                <a:spcPts val="0"/>
              </a:spcBef>
              <a:buNone/>
            </a:pPr>
            <a:r>
              <a:rPr lang="en-US" sz="1200" dirty="0" err="1"/>
              <a:t>plt.plot</a:t>
            </a:r>
            <a:r>
              <a:rPr lang="en-US" sz="1200" dirty="0"/>
              <a:t>(</a:t>
            </a:r>
            <a:r>
              <a:rPr lang="en-US" sz="1200" dirty="0" err="1"/>
              <a:t>Datos</a:t>
            </a:r>
            <a:r>
              <a:rPr lang="en-US" sz="1200" dirty="0"/>
              <a:t>[:,5])</a:t>
            </a:r>
          </a:p>
          <a:p>
            <a:pPr marL="0" indent="0">
              <a:lnSpc>
                <a:spcPct val="110000"/>
              </a:lnSpc>
              <a:spcBef>
                <a:spcPts val="0"/>
              </a:spcBef>
              <a:buNone/>
            </a:pPr>
            <a:r>
              <a:rPr lang="en-US" sz="1200" dirty="0" err="1"/>
              <a:t>plt.plot</a:t>
            </a:r>
            <a:r>
              <a:rPr lang="en-US" sz="1200" dirty="0"/>
              <a:t>(</a:t>
            </a:r>
            <a:r>
              <a:rPr lang="en-US" sz="1200" dirty="0" err="1"/>
              <a:t>Datos</a:t>
            </a:r>
            <a:r>
              <a:rPr lang="en-US" sz="1200" dirty="0"/>
              <a:t>[:,6])</a:t>
            </a:r>
          </a:p>
          <a:p>
            <a:pPr marL="0" indent="0">
              <a:lnSpc>
                <a:spcPct val="110000"/>
              </a:lnSpc>
              <a:spcBef>
                <a:spcPts val="0"/>
              </a:spcBef>
              <a:buNone/>
            </a:pPr>
            <a:r>
              <a:rPr lang="en-US" sz="1200" dirty="0" err="1"/>
              <a:t>plt.plot</a:t>
            </a:r>
            <a:r>
              <a:rPr lang="en-US" sz="1200" dirty="0"/>
              <a:t>(</a:t>
            </a:r>
            <a:r>
              <a:rPr lang="en-US" sz="1200" dirty="0" err="1"/>
              <a:t>Datos</a:t>
            </a:r>
            <a:r>
              <a:rPr lang="en-US" sz="1200" dirty="0"/>
              <a:t>[:,7])</a:t>
            </a:r>
          </a:p>
          <a:p>
            <a:pPr marL="0" indent="0">
              <a:lnSpc>
                <a:spcPct val="110000"/>
              </a:lnSpc>
              <a:spcBef>
                <a:spcPts val="0"/>
              </a:spcBef>
              <a:buNone/>
            </a:pPr>
            <a:r>
              <a:rPr lang="en-US" sz="1200" dirty="0" err="1"/>
              <a:t>plt.plot</a:t>
            </a:r>
            <a:r>
              <a:rPr lang="en-US" sz="1200" dirty="0"/>
              <a:t>(</a:t>
            </a:r>
            <a:r>
              <a:rPr lang="en-US" sz="1200" dirty="0" err="1"/>
              <a:t>Datos</a:t>
            </a:r>
            <a:r>
              <a:rPr lang="en-US" sz="1200" dirty="0"/>
              <a:t>[:,8])</a:t>
            </a:r>
          </a:p>
          <a:p>
            <a:pPr marL="0" indent="0">
              <a:lnSpc>
                <a:spcPct val="110000"/>
              </a:lnSpc>
              <a:spcBef>
                <a:spcPts val="0"/>
              </a:spcBef>
              <a:buNone/>
            </a:pPr>
            <a:r>
              <a:rPr lang="en-US" sz="1200" dirty="0" err="1"/>
              <a:t>plt.title</a:t>
            </a:r>
            <a:r>
              <a:rPr lang="en-US" sz="1200" dirty="0"/>
              <a:t>('</a:t>
            </a:r>
            <a:r>
              <a:rPr lang="en-US" sz="1200" dirty="0" err="1"/>
              <a:t>Temperaturas</a:t>
            </a:r>
            <a:r>
              <a:rPr lang="en-US" sz="1200" dirty="0"/>
              <a:t>')</a:t>
            </a:r>
          </a:p>
          <a:p>
            <a:pPr marL="0" indent="0">
              <a:lnSpc>
                <a:spcPct val="110000"/>
              </a:lnSpc>
              <a:spcBef>
                <a:spcPts val="0"/>
              </a:spcBef>
              <a:buNone/>
            </a:pPr>
            <a:r>
              <a:rPr lang="en-US" sz="1200" dirty="0" err="1"/>
              <a:t>plt.legend</a:t>
            </a:r>
            <a:r>
              <a:rPr lang="en-US" sz="1200" dirty="0"/>
              <a:t>(['T° </a:t>
            </a:r>
            <a:r>
              <a:rPr lang="en-US" sz="1200" dirty="0" err="1"/>
              <a:t>Desc</a:t>
            </a:r>
            <a:r>
              <a:rPr lang="en-US" sz="1200" dirty="0"/>
              <a:t> </a:t>
            </a:r>
            <a:r>
              <a:rPr lang="en-US" sz="1200" dirty="0" err="1"/>
              <a:t>Bba</a:t>
            </a:r>
            <a:r>
              <a:rPr lang="en-US" sz="1200" dirty="0"/>
              <a:t>. LL','T° </a:t>
            </a:r>
            <a:r>
              <a:rPr lang="en-US" sz="1200" dirty="0" err="1"/>
              <a:t>Desc</a:t>
            </a:r>
            <a:r>
              <a:rPr lang="en-US" sz="1200" dirty="0"/>
              <a:t> </a:t>
            </a:r>
            <a:r>
              <a:rPr lang="en-US" sz="1200" dirty="0" err="1"/>
              <a:t>Bba</a:t>
            </a:r>
            <a:r>
              <a:rPr lang="en-US" sz="1200" dirty="0"/>
              <a:t>. LA','T° </a:t>
            </a:r>
            <a:r>
              <a:rPr lang="en-US" sz="1200" dirty="0" err="1"/>
              <a:t>Desc</a:t>
            </a:r>
            <a:r>
              <a:rPr lang="en-US" sz="1200" dirty="0"/>
              <a:t> Mot. LL','T° </a:t>
            </a:r>
            <a:r>
              <a:rPr lang="en-US" sz="1200" dirty="0" err="1"/>
              <a:t>Desc</a:t>
            </a:r>
            <a:r>
              <a:rPr lang="en-US" sz="1200" dirty="0"/>
              <a:t> Mot. LA'])</a:t>
            </a:r>
          </a:p>
          <a:p>
            <a:pPr marL="0" indent="0">
              <a:lnSpc>
                <a:spcPct val="110000"/>
              </a:lnSpc>
              <a:spcBef>
                <a:spcPts val="0"/>
              </a:spcBef>
              <a:buNone/>
            </a:pPr>
            <a:r>
              <a:rPr lang="en-US" sz="1200" dirty="0" err="1"/>
              <a:t>plt.show</a:t>
            </a:r>
            <a:r>
              <a:rPr lang="en-US" sz="1200" dirty="0"/>
              <a:t>()</a:t>
            </a:r>
          </a:p>
          <a:p>
            <a:pPr marL="0" indent="0">
              <a:lnSpc>
                <a:spcPct val="110000"/>
              </a:lnSpc>
              <a:spcBef>
                <a:spcPts val="0"/>
              </a:spcBef>
              <a:buNone/>
            </a:pPr>
            <a:endParaRPr lang="en-US" sz="1200" dirty="0"/>
          </a:p>
          <a:p>
            <a:pPr marL="0" indent="0">
              <a:lnSpc>
                <a:spcPct val="110000"/>
              </a:lnSpc>
              <a:spcBef>
                <a:spcPts val="0"/>
              </a:spcBef>
              <a:buNone/>
            </a:pPr>
            <a:r>
              <a:rPr lang="en-US" sz="1200" dirty="0" err="1"/>
              <a:t>plt.figure</a:t>
            </a:r>
            <a:r>
              <a:rPr lang="en-US" sz="1200" dirty="0"/>
              <a:t>()</a:t>
            </a:r>
          </a:p>
          <a:p>
            <a:pPr marL="0" indent="0">
              <a:lnSpc>
                <a:spcPct val="110000"/>
              </a:lnSpc>
              <a:spcBef>
                <a:spcPts val="0"/>
              </a:spcBef>
              <a:buNone/>
            </a:pPr>
            <a:r>
              <a:rPr lang="en-US" sz="1200" dirty="0" err="1"/>
              <a:t>plt.plot</a:t>
            </a:r>
            <a:r>
              <a:rPr lang="en-US" sz="1200" dirty="0"/>
              <a:t>(</a:t>
            </a:r>
            <a:r>
              <a:rPr lang="en-US" sz="1200" dirty="0" err="1"/>
              <a:t>Datos</a:t>
            </a:r>
            <a:r>
              <a:rPr lang="en-US" sz="1200" dirty="0"/>
              <a:t>[:,9])</a:t>
            </a:r>
          </a:p>
          <a:p>
            <a:pPr marL="0" indent="0">
              <a:lnSpc>
                <a:spcPct val="110000"/>
              </a:lnSpc>
              <a:spcBef>
                <a:spcPts val="0"/>
              </a:spcBef>
              <a:buNone/>
            </a:pPr>
            <a:r>
              <a:rPr lang="en-US" sz="1200" dirty="0" err="1"/>
              <a:t>plt.plot</a:t>
            </a:r>
            <a:r>
              <a:rPr lang="en-US" sz="1200" dirty="0"/>
              <a:t>(</a:t>
            </a:r>
            <a:r>
              <a:rPr lang="en-US" sz="1200" dirty="0" err="1"/>
              <a:t>Datos</a:t>
            </a:r>
            <a:r>
              <a:rPr lang="en-US" sz="1200" dirty="0"/>
              <a:t>[:,10])</a:t>
            </a:r>
          </a:p>
          <a:p>
            <a:pPr marL="0" indent="0">
              <a:lnSpc>
                <a:spcPct val="110000"/>
              </a:lnSpc>
              <a:spcBef>
                <a:spcPts val="0"/>
              </a:spcBef>
              <a:buNone/>
            </a:pPr>
            <a:r>
              <a:rPr lang="en-US" sz="1200" dirty="0" err="1"/>
              <a:t>plt.plot</a:t>
            </a:r>
            <a:r>
              <a:rPr lang="en-US" sz="1200" dirty="0"/>
              <a:t>(</a:t>
            </a:r>
            <a:r>
              <a:rPr lang="en-US" sz="1200" dirty="0" err="1"/>
              <a:t>Datos</a:t>
            </a:r>
            <a:r>
              <a:rPr lang="en-US" sz="1200" dirty="0"/>
              <a:t>[:,11])</a:t>
            </a:r>
          </a:p>
          <a:p>
            <a:pPr marL="0" indent="0">
              <a:lnSpc>
                <a:spcPct val="110000"/>
              </a:lnSpc>
              <a:spcBef>
                <a:spcPts val="0"/>
              </a:spcBef>
              <a:buNone/>
            </a:pPr>
            <a:r>
              <a:rPr lang="en-US" sz="1200" dirty="0" err="1"/>
              <a:t>plt.plot</a:t>
            </a:r>
            <a:r>
              <a:rPr lang="en-US" sz="1200" dirty="0"/>
              <a:t>(</a:t>
            </a:r>
            <a:r>
              <a:rPr lang="en-US" sz="1200" dirty="0" err="1"/>
              <a:t>Datos</a:t>
            </a:r>
            <a:r>
              <a:rPr lang="en-US" sz="1200" dirty="0"/>
              <a:t>[:,12])</a:t>
            </a:r>
          </a:p>
          <a:p>
            <a:pPr marL="0" indent="0">
              <a:lnSpc>
                <a:spcPct val="110000"/>
              </a:lnSpc>
              <a:spcBef>
                <a:spcPts val="0"/>
              </a:spcBef>
              <a:buNone/>
            </a:pPr>
            <a:r>
              <a:rPr lang="en-US" sz="1200" dirty="0" err="1"/>
              <a:t>plt.title</a:t>
            </a:r>
            <a:r>
              <a:rPr lang="en-US" sz="1200" dirty="0"/>
              <a:t>('</a:t>
            </a:r>
            <a:r>
              <a:rPr lang="en-US" sz="1200" dirty="0" err="1"/>
              <a:t>Proximetros</a:t>
            </a:r>
            <a:r>
              <a:rPr lang="en-US" sz="1200" dirty="0"/>
              <a:t> </a:t>
            </a:r>
            <a:r>
              <a:rPr lang="en-US" sz="1200" dirty="0" err="1"/>
              <a:t>Bomba</a:t>
            </a:r>
            <a:r>
              <a:rPr lang="en-US" sz="1200" dirty="0"/>
              <a:t>')</a:t>
            </a:r>
          </a:p>
          <a:p>
            <a:pPr marL="0" indent="0">
              <a:lnSpc>
                <a:spcPct val="110000"/>
              </a:lnSpc>
              <a:spcBef>
                <a:spcPts val="0"/>
              </a:spcBef>
              <a:buNone/>
            </a:pPr>
            <a:r>
              <a:rPr lang="en-US" sz="1200" dirty="0" err="1"/>
              <a:t>plt.legend</a:t>
            </a:r>
            <a:r>
              <a:rPr lang="en-US" sz="1200" dirty="0"/>
              <a:t>(['Prox. </a:t>
            </a:r>
            <a:r>
              <a:rPr lang="en-US" sz="1200" dirty="0" err="1"/>
              <a:t>Bba</a:t>
            </a:r>
            <a:r>
              <a:rPr lang="en-US" sz="1200" dirty="0"/>
              <a:t>. LLX','</a:t>
            </a:r>
            <a:r>
              <a:rPr lang="en-US" sz="1200" dirty="0" err="1"/>
              <a:t>Prox</a:t>
            </a:r>
            <a:r>
              <a:rPr lang="en-US" sz="1200" dirty="0"/>
              <a:t>. </a:t>
            </a:r>
            <a:r>
              <a:rPr lang="en-US" sz="1200" dirty="0" err="1"/>
              <a:t>Bba</a:t>
            </a:r>
            <a:r>
              <a:rPr lang="en-US" sz="1200" dirty="0"/>
              <a:t>. LLY','</a:t>
            </a:r>
            <a:r>
              <a:rPr lang="en-US" sz="1200" dirty="0" err="1"/>
              <a:t>Prox</a:t>
            </a:r>
            <a:r>
              <a:rPr lang="en-US" sz="1200" dirty="0"/>
              <a:t>. </a:t>
            </a:r>
            <a:r>
              <a:rPr lang="en-US" sz="1200" dirty="0" err="1"/>
              <a:t>Bba</a:t>
            </a:r>
            <a:r>
              <a:rPr lang="en-US" sz="1200" dirty="0"/>
              <a:t>. LAX','</a:t>
            </a:r>
            <a:r>
              <a:rPr lang="en-US" sz="1200" dirty="0" err="1"/>
              <a:t>Prox</a:t>
            </a:r>
            <a:r>
              <a:rPr lang="en-US" sz="1200" dirty="0"/>
              <a:t>. </a:t>
            </a:r>
            <a:r>
              <a:rPr lang="en-US" sz="1200" dirty="0" err="1"/>
              <a:t>Bba</a:t>
            </a:r>
            <a:r>
              <a:rPr lang="en-US" sz="1200" dirty="0"/>
              <a:t>. LAY'])</a:t>
            </a:r>
          </a:p>
          <a:p>
            <a:pPr marL="0" indent="0">
              <a:lnSpc>
                <a:spcPct val="110000"/>
              </a:lnSpc>
              <a:spcBef>
                <a:spcPts val="0"/>
              </a:spcBef>
              <a:buNone/>
            </a:pPr>
            <a:r>
              <a:rPr lang="en-US" sz="1200" dirty="0" err="1"/>
              <a:t>plt.show</a:t>
            </a:r>
            <a:r>
              <a:rPr lang="en-US" sz="1200" dirty="0"/>
              <a:t>()</a:t>
            </a:r>
          </a:p>
          <a:p>
            <a:pPr marL="0" indent="0">
              <a:lnSpc>
                <a:spcPct val="110000"/>
              </a:lnSpc>
              <a:spcBef>
                <a:spcPts val="0"/>
              </a:spcBef>
              <a:buNone/>
            </a:pPr>
            <a:endParaRPr lang="en-US" sz="1200" dirty="0"/>
          </a:p>
          <a:p>
            <a:pPr marL="0" indent="0">
              <a:lnSpc>
                <a:spcPct val="110000"/>
              </a:lnSpc>
              <a:spcBef>
                <a:spcPts val="0"/>
              </a:spcBef>
              <a:buNone/>
            </a:pPr>
            <a:r>
              <a:rPr lang="en-US" sz="1200" dirty="0" err="1"/>
              <a:t>plt.figure</a:t>
            </a:r>
            <a:r>
              <a:rPr lang="en-US" sz="1200" dirty="0"/>
              <a:t>()</a:t>
            </a:r>
          </a:p>
          <a:p>
            <a:pPr marL="0" indent="0">
              <a:lnSpc>
                <a:spcPct val="110000"/>
              </a:lnSpc>
              <a:spcBef>
                <a:spcPts val="0"/>
              </a:spcBef>
              <a:buNone/>
            </a:pPr>
            <a:r>
              <a:rPr lang="en-US" sz="1200" dirty="0" err="1"/>
              <a:t>plt.plot</a:t>
            </a:r>
            <a:r>
              <a:rPr lang="en-US" sz="1200" dirty="0"/>
              <a:t>(</a:t>
            </a:r>
            <a:r>
              <a:rPr lang="en-US" sz="1200" dirty="0" err="1"/>
              <a:t>Datos</a:t>
            </a:r>
            <a:r>
              <a:rPr lang="en-US" sz="1200" dirty="0"/>
              <a:t>[:,13])</a:t>
            </a:r>
          </a:p>
          <a:p>
            <a:pPr marL="0" indent="0">
              <a:lnSpc>
                <a:spcPct val="110000"/>
              </a:lnSpc>
              <a:spcBef>
                <a:spcPts val="0"/>
              </a:spcBef>
              <a:buNone/>
            </a:pPr>
            <a:r>
              <a:rPr lang="en-US" sz="1200" dirty="0" err="1"/>
              <a:t>plt.plot</a:t>
            </a:r>
            <a:r>
              <a:rPr lang="en-US" sz="1200" dirty="0"/>
              <a:t>(</a:t>
            </a:r>
            <a:r>
              <a:rPr lang="en-US" sz="1200" dirty="0" err="1"/>
              <a:t>Datos</a:t>
            </a:r>
            <a:r>
              <a:rPr lang="en-US" sz="1200" dirty="0"/>
              <a:t>[:,14])</a:t>
            </a:r>
          </a:p>
          <a:p>
            <a:pPr marL="0" indent="0">
              <a:lnSpc>
                <a:spcPct val="110000"/>
              </a:lnSpc>
              <a:spcBef>
                <a:spcPts val="0"/>
              </a:spcBef>
              <a:buNone/>
            </a:pPr>
            <a:r>
              <a:rPr lang="en-US" sz="1200" dirty="0" err="1"/>
              <a:t>plt.plot</a:t>
            </a:r>
            <a:r>
              <a:rPr lang="en-US" sz="1200" dirty="0"/>
              <a:t>(</a:t>
            </a:r>
            <a:r>
              <a:rPr lang="en-US" sz="1200" dirty="0" err="1"/>
              <a:t>Datos</a:t>
            </a:r>
            <a:r>
              <a:rPr lang="en-US" sz="1200" dirty="0"/>
              <a:t>[:,15])</a:t>
            </a:r>
          </a:p>
          <a:p>
            <a:pPr marL="0" indent="0">
              <a:lnSpc>
                <a:spcPct val="110000"/>
              </a:lnSpc>
              <a:spcBef>
                <a:spcPts val="0"/>
              </a:spcBef>
              <a:buNone/>
            </a:pPr>
            <a:r>
              <a:rPr lang="en-US" sz="1200" dirty="0" err="1"/>
              <a:t>plt.plot</a:t>
            </a:r>
            <a:r>
              <a:rPr lang="en-US" sz="1200" dirty="0"/>
              <a:t>(</a:t>
            </a:r>
            <a:r>
              <a:rPr lang="en-US" sz="1200" dirty="0" err="1"/>
              <a:t>Datos</a:t>
            </a:r>
            <a:r>
              <a:rPr lang="en-US" sz="1200" dirty="0"/>
              <a:t>[:,16])</a:t>
            </a:r>
          </a:p>
          <a:p>
            <a:pPr marL="0" indent="0">
              <a:lnSpc>
                <a:spcPct val="110000"/>
              </a:lnSpc>
              <a:spcBef>
                <a:spcPts val="0"/>
              </a:spcBef>
              <a:buNone/>
            </a:pPr>
            <a:r>
              <a:rPr lang="en-US" sz="1200" dirty="0" err="1"/>
              <a:t>plt.title</a:t>
            </a:r>
            <a:r>
              <a:rPr lang="en-US" sz="1200" dirty="0"/>
              <a:t>('</a:t>
            </a:r>
            <a:r>
              <a:rPr lang="en-US" sz="1200" dirty="0" err="1"/>
              <a:t>Proximetros</a:t>
            </a:r>
            <a:r>
              <a:rPr lang="en-US" sz="1200" dirty="0"/>
              <a:t> Motor')</a:t>
            </a:r>
          </a:p>
          <a:p>
            <a:pPr marL="0" indent="0">
              <a:lnSpc>
                <a:spcPct val="110000"/>
              </a:lnSpc>
              <a:spcBef>
                <a:spcPts val="0"/>
              </a:spcBef>
              <a:buNone/>
            </a:pPr>
            <a:r>
              <a:rPr lang="en-US" sz="1200" dirty="0" err="1"/>
              <a:t>plt.legend</a:t>
            </a:r>
            <a:r>
              <a:rPr lang="en-US" sz="1200" dirty="0"/>
              <a:t>(['Prox. Mot. LAX','</a:t>
            </a:r>
            <a:r>
              <a:rPr lang="en-US" sz="1200" dirty="0" err="1"/>
              <a:t>Prox</a:t>
            </a:r>
            <a:r>
              <a:rPr lang="en-US" sz="1200" dirty="0"/>
              <a:t>. Mot. LAY','</a:t>
            </a:r>
            <a:r>
              <a:rPr lang="en-US" sz="1200" dirty="0" err="1"/>
              <a:t>Prox</a:t>
            </a:r>
            <a:r>
              <a:rPr lang="en-US" sz="1200" dirty="0"/>
              <a:t>. Mot LLX','</a:t>
            </a:r>
            <a:r>
              <a:rPr lang="en-US" sz="1200" dirty="0" err="1"/>
              <a:t>Prox</a:t>
            </a:r>
            <a:r>
              <a:rPr lang="en-US" sz="1200" dirty="0"/>
              <a:t>. Mot. LLY'])</a:t>
            </a:r>
          </a:p>
          <a:p>
            <a:pPr marL="0" indent="0">
              <a:lnSpc>
                <a:spcPct val="110000"/>
              </a:lnSpc>
              <a:spcBef>
                <a:spcPts val="0"/>
              </a:spcBef>
              <a:buNone/>
            </a:pPr>
            <a:r>
              <a:rPr lang="en-US" sz="1200" dirty="0" err="1"/>
              <a:t>plt.show</a:t>
            </a:r>
            <a:r>
              <a:rPr lang="en-US" sz="1200" dirty="0"/>
              <a:t>()</a:t>
            </a:r>
          </a:p>
        </p:txBody>
      </p:sp>
    </p:spTree>
    <p:extLst>
      <p:ext uri="{BB962C8B-B14F-4D97-AF65-F5344CB8AC3E}">
        <p14:creationId xmlns:p14="http://schemas.microsoft.com/office/powerpoint/2010/main" val="5072359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889157" y="431828"/>
            <a:ext cx="3600000" cy="2534400"/>
          </a:xfrm>
          <a:prstGeom prst="rect">
            <a:avLst/>
          </a:prstGeom>
        </p:spPr>
      </p:pic>
      <p:pic>
        <p:nvPicPr>
          <p:cNvPr id="4" name="Imagen 3"/>
          <p:cNvPicPr>
            <a:picLocks noChangeAspect="1"/>
          </p:cNvPicPr>
          <p:nvPr/>
        </p:nvPicPr>
        <p:blipFill>
          <a:blip r:embed="rId3"/>
          <a:stretch>
            <a:fillRect/>
          </a:stretch>
        </p:blipFill>
        <p:spPr>
          <a:xfrm>
            <a:off x="4489157" y="430556"/>
            <a:ext cx="3600000" cy="2494489"/>
          </a:xfrm>
          <a:prstGeom prst="rect">
            <a:avLst/>
          </a:prstGeom>
        </p:spPr>
      </p:pic>
      <p:pic>
        <p:nvPicPr>
          <p:cNvPr id="7" name="Imagen 6"/>
          <p:cNvPicPr>
            <a:picLocks noChangeAspect="1"/>
          </p:cNvPicPr>
          <p:nvPr/>
        </p:nvPicPr>
        <p:blipFill>
          <a:blip r:embed="rId4"/>
          <a:stretch>
            <a:fillRect/>
          </a:stretch>
        </p:blipFill>
        <p:spPr>
          <a:xfrm>
            <a:off x="889157" y="2925045"/>
            <a:ext cx="3600000" cy="2582609"/>
          </a:xfrm>
          <a:prstGeom prst="rect">
            <a:avLst/>
          </a:prstGeom>
        </p:spPr>
      </p:pic>
      <p:pic>
        <p:nvPicPr>
          <p:cNvPr id="9" name="Imagen 8"/>
          <p:cNvPicPr>
            <a:picLocks noChangeAspect="1"/>
          </p:cNvPicPr>
          <p:nvPr/>
        </p:nvPicPr>
        <p:blipFill>
          <a:blip r:embed="rId5"/>
          <a:stretch>
            <a:fillRect/>
          </a:stretch>
        </p:blipFill>
        <p:spPr>
          <a:xfrm>
            <a:off x="4489157" y="2966228"/>
            <a:ext cx="3600000" cy="2582609"/>
          </a:xfrm>
          <a:prstGeom prst="rect">
            <a:avLst/>
          </a:prstGeom>
        </p:spPr>
      </p:pic>
    </p:spTree>
    <p:extLst>
      <p:ext uri="{BB962C8B-B14F-4D97-AF65-F5344CB8AC3E}">
        <p14:creationId xmlns:p14="http://schemas.microsoft.com/office/powerpoint/2010/main" val="18031264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ircuito de preacondicionamiento de la sonda de proximidad (sensor) /  corriente de Foucault - Electronic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3944" y="1591735"/>
            <a:ext cx="3713621" cy="3750390"/>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p:cNvPicPr>
            <a:picLocks noChangeAspect="1"/>
          </p:cNvPicPr>
          <p:nvPr/>
        </p:nvPicPr>
        <p:blipFill>
          <a:blip r:embed="rId3"/>
          <a:stretch>
            <a:fillRect/>
          </a:stretch>
        </p:blipFill>
        <p:spPr>
          <a:xfrm>
            <a:off x="479484" y="1917364"/>
            <a:ext cx="4320000" cy="3099131"/>
          </a:xfrm>
          <a:prstGeom prst="rect">
            <a:avLst/>
          </a:prstGeom>
        </p:spPr>
      </p:pic>
      <p:sp>
        <p:nvSpPr>
          <p:cNvPr id="15" name="Título 4"/>
          <p:cNvSpPr>
            <a:spLocks noGrp="1"/>
          </p:cNvSpPr>
          <p:nvPr>
            <p:ph type="title"/>
          </p:nvPr>
        </p:nvSpPr>
        <p:spPr/>
        <p:txBody>
          <a:bodyPr/>
          <a:lstStyle/>
          <a:p>
            <a:r>
              <a:rPr lang="es-CL" dirty="0"/>
              <a:t>Ejemplo 1</a:t>
            </a:r>
            <a:endParaRPr lang="en-US" dirty="0"/>
          </a:p>
        </p:txBody>
      </p:sp>
    </p:spTree>
    <p:extLst>
      <p:ext uri="{BB962C8B-B14F-4D97-AF65-F5344CB8AC3E}">
        <p14:creationId xmlns:p14="http://schemas.microsoft.com/office/powerpoint/2010/main" val="38628643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p:txBody>
          <a:bodyPr/>
          <a:lstStyle/>
          <a:p>
            <a:r>
              <a:rPr lang="es-CL" dirty="0"/>
              <a:t>Ejemplo 1</a:t>
            </a:r>
            <a:endParaRPr lang="en-US" dirty="0"/>
          </a:p>
        </p:txBody>
      </p:sp>
      <p:sp>
        <p:nvSpPr>
          <p:cNvPr id="6" name="Marcador de contenido 5"/>
          <p:cNvSpPr>
            <a:spLocks noGrp="1"/>
          </p:cNvSpPr>
          <p:nvPr>
            <p:ph idx="1"/>
          </p:nvPr>
        </p:nvSpPr>
        <p:spPr/>
        <p:txBody>
          <a:bodyPr>
            <a:noAutofit/>
          </a:bodyPr>
          <a:lstStyle/>
          <a:p>
            <a:pPr marL="0" indent="0">
              <a:lnSpc>
                <a:spcPct val="110000"/>
              </a:lnSpc>
              <a:spcBef>
                <a:spcPts val="0"/>
              </a:spcBef>
              <a:buNone/>
            </a:pPr>
            <a:r>
              <a:rPr lang="en-US" sz="1400" dirty="0"/>
              <a:t>#</a:t>
            </a:r>
            <a:r>
              <a:rPr lang="en-US" sz="1400" dirty="0" err="1"/>
              <a:t>eliminar</a:t>
            </a:r>
            <a:r>
              <a:rPr lang="en-US" sz="1400" dirty="0"/>
              <a:t> </a:t>
            </a:r>
            <a:r>
              <a:rPr lang="en-US" sz="1400" dirty="0" err="1"/>
              <a:t>detenciones</a:t>
            </a:r>
            <a:endParaRPr lang="en-US" sz="1400" dirty="0"/>
          </a:p>
          <a:p>
            <a:pPr marL="0" indent="0">
              <a:lnSpc>
                <a:spcPct val="110000"/>
              </a:lnSpc>
              <a:spcBef>
                <a:spcPts val="0"/>
              </a:spcBef>
              <a:buNone/>
            </a:pPr>
            <a:r>
              <a:rPr lang="en-US" sz="1400" dirty="0" err="1"/>
              <a:t>Datos</a:t>
            </a:r>
            <a:r>
              <a:rPr lang="en-US" sz="1400" dirty="0"/>
              <a:t>=</a:t>
            </a:r>
            <a:r>
              <a:rPr lang="en-US" sz="1400" dirty="0" err="1"/>
              <a:t>Data.to_numpy</a:t>
            </a:r>
            <a:r>
              <a:rPr lang="en-US" sz="1400" dirty="0"/>
              <a:t>()</a:t>
            </a:r>
          </a:p>
          <a:p>
            <a:pPr marL="0" indent="0">
              <a:lnSpc>
                <a:spcPct val="110000"/>
              </a:lnSpc>
              <a:spcBef>
                <a:spcPts val="0"/>
              </a:spcBef>
              <a:buNone/>
            </a:pPr>
            <a:r>
              <a:rPr lang="en-US" sz="1400" dirty="0"/>
              <a:t>a=</a:t>
            </a:r>
            <a:r>
              <a:rPr lang="en-US" sz="1400" dirty="0" err="1"/>
              <a:t>Datos</a:t>
            </a:r>
            <a:r>
              <a:rPr lang="en-US" sz="1400" dirty="0"/>
              <a:t>[:,4]&gt;=550</a:t>
            </a:r>
          </a:p>
          <a:p>
            <a:pPr marL="0" indent="0">
              <a:lnSpc>
                <a:spcPct val="110000"/>
              </a:lnSpc>
              <a:spcBef>
                <a:spcPts val="0"/>
              </a:spcBef>
              <a:buNone/>
            </a:pPr>
            <a:r>
              <a:rPr lang="en-US" sz="1400" dirty="0" err="1"/>
              <a:t>Datos</a:t>
            </a:r>
            <a:r>
              <a:rPr lang="en-US" sz="1400" dirty="0"/>
              <a:t>=</a:t>
            </a:r>
            <a:r>
              <a:rPr lang="en-US" sz="1400" dirty="0" err="1"/>
              <a:t>Datos</a:t>
            </a:r>
            <a:r>
              <a:rPr lang="en-US" sz="1400" dirty="0"/>
              <a:t>[a,:]</a:t>
            </a:r>
          </a:p>
          <a:p>
            <a:pPr marL="0" indent="0">
              <a:lnSpc>
                <a:spcPct val="110000"/>
              </a:lnSpc>
              <a:spcBef>
                <a:spcPts val="0"/>
              </a:spcBef>
              <a:buNone/>
            </a:pPr>
            <a:endParaRPr lang="en-US" sz="1400" dirty="0"/>
          </a:p>
          <a:p>
            <a:pPr marL="0" indent="0">
              <a:lnSpc>
                <a:spcPct val="110000"/>
              </a:lnSpc>
              <a:spcBef>
                <a:spcPts val="0"/>
              </a:spcBef>
              <a:buNone/>
            </a:pPr>
            <a:r>
              <a:rPr lang="en-US" sz="1400" dirty="0"/>
              <a:t>#media </a:t>
            </a:r>
            <a:r>
              <a:rPr lang="en-US" sz="1400" dirty="0" err="1"/>
              <a:t>móvil</a:t>
            </a:r>
            <a:r>
              <a:rPr lang="en-US" sz="1400" dirty="0"/>
              <a:t> </a:t>
            </a:r>
            <a:r>
              <a:rPr lang="en-US" sz="1400" dirty="0" err="1"/>
              <a:t>próximetros</a:t>
            </a:r>
            <a:endParaRPr lang="en-US" sz="1400" dirty="0"/>
          </a:p>
          <a:p>
            <a:pPr marL="0" indent="0">
              <a:lnSpc>
                <a:spcPct val="110000"/>
              </a:lnSpc>
              <a:spcBef>
                <a:spcPts val="0"/>
              </a:spcBef>
              <a:buNone/>
            </a:pPr>
            <a:r>
              <a:rPr lang="en-US" sz="1400" dirty="0" err="1"/>
              <a:t>media_movil</a:t>
            </a:r>
            <a:r>
              <a:rPr lang="en-US" sz="1400" dirty="0"/>
              <a:t>=500;</a:t>
            </a:r>
          </a:p>
          <a:p>
            <a:pPr marL="0" indent="0">
              <a:lnSpc>
                <a:spcPct val="110000"/>
              </a:lnSpc>
              <a:spcBef>
                <a:spcPts val="0"/>
              </a:spcBef>
              <a:buNone/>
            </a:pPr>
            <a:r>
              <a:rPr lang="en-US" sz="1400" dirty="0"/>
              <a:t>for </a:t>
            </a:r>
            <a:r>
              <a:rPr lang="en-US" sz="1400" dirty="0" err="1"/>
              <a:t>i</a:t>
            </a:r>
            <a:r>
              <a:rPr lang="en-US" sz="1400" dirty="0"/>
              <a:t> in range(9,17):</a:t>
            </a:r>
          </a:p>
          <a:p>
            <a:pPr marL="0" indent="0">
              <a:lnSpc>
                <a:spcPct val="110000"/>
              </a:lnSpc>
              <a:spcBef>
                <a:spcPts val="0"/>
              </a:spcBef>
              <a:buNone/>
            </a:pPr>
            <a:r>
              <a:rPr lang="en-US" sz="1400" dirty="0"/>
              <a:t>    d = </a:t>
            </a:r>
            <a:r>
              <a:rPr lang="en-US" sz="1400" dirty="0" err="1"/>
              <a:t>pd.Series</a:t>
            </a:r>
            <a:r>
              <a:rPr lang="en-US" sz="1400" dirty="0"/>
              <a:t>(</a:t>
            </a:r>
            <a:r>
              <a:rPr lang="en-US" sz="1400" dirty="0" err="1"/>
              <a:t>Datos</a:t>
            </a:r>
            <a:r>
              <a:rPr lang="en-US" sz="1400" dirty="0"/>
              <a:t>[:,</a:t>
            </a:r>
            <a:r>
              <a:rPr lang="en-US" sz="1400" dirty="0" err="1"/>
              <a:t>i</a:t>
            </a:r>
            <a:r>
              <a:rPr lang="en-US" sz="1400" dirty="0"/>
              <a:t>])</a:t>
            </a:r>
          </a:p>
          <a:p>
            <a:pPr marL="0" indent="0">
              <a:lnSpc>
                <a:spcPct val="110000"/>
              </a:lnSpc>
              <a:spcBef>
                <a:spcPts val="0"/>
              </a:spcBef>
              <a:buNone/>
            </a:pPr>
            <a:r>
              <a:rPr lang="en-US" sz="1400" dirty="0"/>
              <a:t>    mv=</a:t>
            </a:r>
            <a:r>
              <a:rPr lang="en-US" sz="1400" dirty="0" err="1"/>
              <a:t>d.rolling</a:t>
            </a:r>
            <a:r>
              <a:rPr lang="en-US" sz="1400" dirty="0"/>
              <a:t>(</a:t>
            </a:r>
            <a:r>
              <a:rPr lang="en-US" sz="1400" dirty="0" err="1"/>
              <a:t>media_movil</a:t>
            </a:r>
            <a:r>
              <a:rPr lang="en-US" sz="1400" dirty="0"/>
              <a:t>).mean()</a:t>
            </a:r>
          </a:p>
          <a:p>
            <a:pPr marL="0" indent="0">
              <a:lnSpc>
                <a:spcPct val="110000"/>
              </a:lnSpc>
              <a:spcBef>
                <a:spcPts val="0"/>
              </a:spcBef>
              <a:buNone/>
            </a:pPr>
            <a:r>
              <a:rPr lang="en-US" sz="1400" dirty="0"/>
              <a:t>    </a:t>
            </a:r>
            <a:r>
              <a:rPr lang="en-US" sz="1400" dirty="0" err="1"/>
              <a:t>Datos</a:t>
            </a:r>
            <a:r>
              <a:rPr lang="en-US" sz="1400" dirty="0"/>
              <a:t>[:,</a:t>
            </a:r>
            <a:r>
              <a:rPr lang="en-US" sz="1400" dirty="0" err="1"/>
              <a:t>i</a:t>
            </a:r>
            <a:r>
              <a:rPr lang="en-US" sz="1400" dirty="0"/>
              <a:t>]=</a:t>
            </a:r>
            <a:r>
              <a:rPr lang="en-US" sz="1400" dirty="0" err="1"/>
              <a:t>Datos</a:t>
            </a:r>
            <a:r>
              <a:rPr lang="en-US" sz="1400" dirty="0"/>
              <a:t>[:,</a:t>
            </a:r>
            <a:r>
              <a:rPr lang="en-US" sz="1400" dirty="0" err="1"/>
              <a:t>i</a:t>
            </a:r>
            <a:r>
              <a:rPr lang="en-US" sz="1400" dirty="0"/>
              <a:t>]-mv</a:t>
            </a:r>
          </a:p>
          <a:p>
            <a:pPr marL="0" indent="0">
              <a:lnSpc>
                <a:spcPct val="110000"/>
              </a:lnSpc>
              <a:spcBef>
                <a:spcPts val="0"/>
              </a:spcBef>
              <a:buNone/>
            </a:pPr>
            <a:endParaRPr lang="en-US" sz="1400" dirty="0"/>
          </a:p>
          <a:p>
            <a:pPr marL="0" indent="0">
              <a:lnSpc>
                <a:spcPct val="110000"/>
              </a:lnSpc>
              <a:spcBef>
                <a:spcPts val="0"/>
              </a:spcBef>
              <a:buNone/>
            </a:pPr>
            <a:r>
              <a:rPr lang="en-US" sz="1400" dirty="0" err="1"/>
              <a:t>Datos</a:t>
            </a:r>
            <a:r>
              <a:rPr lang="en-US" sz="1400" dirty="0"/>
              <a:t>=</a:t>
            </a:r>
            <a:r>
              <a:rPr lang="en-US" sz="1400" dirty="0" err="1"/>
              <a:t>Datos</a:t>
            </a:r>
            <a:r>
              <a:rPr lang="en-US" sz="1400" dirty="0"/>
              <a:t>[</a:t>
            </a:r>
            <a:r>
              <a:rPr lang="en-US" sz="1400" dirty="0" err="1"/>
              <a:t>media_movil</a:t>
            </a:r>
            <a:r>
              <a:rPr lang="en-US" sz="1400" dirty="0"/>
              <a:t>:,:] </a:t>
            </a:r>
          </a:p>
        </p:txBody>
      </p:sp>
    </p:spTree>
    <p:extLst>
      <p:ext uri="{BB962C8B-B14F-4D97-AF65-F5344CB8AC3E}">
        <p14:creationId xmlns:p14="http://schemas.microsoft.com/office/powerpoint/2010/main" val="36955227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p:txBody>
          <a:bodyPr/>
          <a:lstStyle/>
          <a:p>
            <a:r>
              <a:rPr lang="es-CL" dirty="0"/>
              <a:t>Ejemplo 1</a:t>
            </a:r>
            <a:endParaRPr lang="en-US" dirty="0"/>
          </a:p>
        </p:txBody>
      </p:sp>
      <p:sp>
        <p:nvSpPr>
          <p:cNvPr id="6" name="Marcador de contenido 5"/>
          <p:cNvSpPr>
            <a:spLocks noGrp="1"/>
          </p:cNvSpPr>
          <p:nvPr>
            <p:ph idx="1"/>
          </p:nvPr>
        </p:nvSpPr>
        <p:spPr>
          <a:xfrm>
            <a:off x="628650" y="1185694"/>
            <a:ext cx="7886700" cy="4351338"/>
          </a:xfrm>
        </p:spPr>
        <p:txBody>
          <a:bodyPr>
            <a:noAutofit/>
          </a:bodyPr>
          <a:lstStyle/>
          <a:p>
            <a:pPr marL="0" indent="0">
              <a:lnSpc>
                <a:spcPct val="110000"/>
              </a:lnSpc>
              <a:spcBef>
                <a:spcPts val="0"/>
              </a:spcBef>
              <a:buNone/>
            </a:pPr>
            <a:r>
              <a:rPr lang="en-US" sz="1400" dirty="0" err="1"/>
              <a:t>plt.figure</a:t>
            </a:r>
            <a:r>
              <a:rPr lang="en-US" sz="1400" dirty="0"/>
              <a:t>()</a:t>
            </a:r>
          </a:p>
          <a:p>
            <a:pPr marL="0" indent="0">
              <a:lnSpc>
                <a:spcPct val="110000"/>
              </a:lnSpc>
              <a:spcBef>
                <a:spcPts val="0"/>
              </a:spcBef>
              <a:buNone/>
            </a:pPr>
            <a:r>
              <a:rPr lang="en-US" sz="1400" dirty="0" err="1"/>
              <a:t>plt.plot</a:t>
            </a:r>
            <a:r>
              <a:rPr lang="en-US" sz="1400" dirty="0"/>
              <a:t>(</a:t>
            </a:r>
            <a:r>
              <a:rPr lang="en-US" sz="1400" dirty="0" err="1"/>
              <a:t>Datos</a:t>
            </a:r>
            <a:r>
              <a:rPr lang="en-US" sz="1400" dirty="0"/>
              <a:t>[:,4])</a:t>
            </a:r>
          </a:p>
          <a:p>
            <a:pPr marL="0" indent="0">
              <a:lnSpc>
                <a:spcPct val="110000"/>
              </a:lnSpc>
              <a:spcBef>
                <a:spcPts val="0"/>
              </a:spcBef>
              <a:buNone/>
            </a:pPr>
            <a:r>
              <a:rPr lang="en-US" sz="1400" dirty="0" err="1"/>
              <a:t>plt.title</a:t>
            </a:r>
            <a:r>
              <a:rPr lang="en-US" sz="1400" dirty="0"/>
              <a:t>('</a:t>
            </a:r>
            <a:r>
              <a:rPr lang="en-US" sz="1400" dirty="0" err="1"/>
              <a:t>Flujo</a:t>
            </a:r>
            <a:r>
              <a:rPr lang="en-US" sz="1400" dirty="0"/>
              <a:t> de </a:t>
            </a:r>
            <a:r>
              <a:rPr lang="en-US" sz="1400" dirty="0" err="1"/>
              <a:t>Descarga</a:t>
            </a:r>
            <a:r>
              <a:rPr lang="en-US" sz="1400" dirty="0"/>
              <a:t>')</a:t>
            </a:r>
          </a:p>
          <a:p>
            <a:pPr marL="0" indent="0">
              <a:lnSpc>
                <a:spcPct val="110000"/>
              </a:lnSpc>
              <a:spcBef>
                <a:spcPts val="0"/>
              </a:spcBef>
              <a:buNone/>
            </a:pPr>
            <a:r>
              <a:rPr lang="en-US" sz="1400" dirty="0" err="1"/>
              <a:t>plt.show</a:t>
            </a:r>
            <a:r>
              <a:rPr lang="en-US" sz="1400" dirty="0"/>
              <a:t>()</a:t>
            </a:r>
          </a:p>
          <a:p>
            <a:pPr marL="0" indent="0">
              <a:lnSpc>
                <a:spcPct val="110000"/>
              </a:lnSpc>
              <a:spcBef>
                <a:spcPts val="0"/>
              </a:spcBef>
              <a:buNone/>
            </a:pPr>
            <a:r>
              <a:rPr lang="en-US" sz="1400" dirty="0"/>
              <a:t>    </a:t>
            </a:r>
          </a:p>
          <a:p>
            <a:pPr marL="0" indent="0">
              <a:lnSpc>
                <a:spcPct val="110000"/>
              </a:lnSpc>
              <a:spcBef>
                <a:spcPts val="0"/>
              </a:spcBef>
              <a:buNone/>
            </a:pPr>
            <a:r>
              <a:rPr lang="en-US" sz="1400" dirty="0" err="1"/>
              <a:t>plt.figure</a:t>
            </a:r>
            <a:r>
              <a:rPr lang="en-US" sz="1400" dirty="0"/>
              <a:t>()</a:t>
            </a:r>
          </a:p>
          <a:p>
            <a:pPr marL="0" indent="0">
              <a:lnSpc>
                <a:spcPct val="110000"/>
              </a:lnSpc>
              <a:spcBef>
                <a:spcPts val="0"/>
              </a:spcBef>
              <a:buNone/>
            </a:pPr>
            <a:r>
              <a:rPr lang="en-US" sz="1400" dirty="0" err="1"/>
              <a:t>plt.plot</a:t>
            </a:r>
            <a:r>
              <a:rPr lang="en-US" sz="1400" dirty="0"/>
              <a:t>(</a:t>
            </a:r>
            <a:r>
              <a:rPr lang="en-US" sz="1400" dirty="0" err="1"/>
              <a:t>Datos</a:t>
            </a:r>
            <a:r>
              <a:rPr lang="en-US" sz="1400" dirty="0"/>
              <a:t>[:,9])</a:t>
            </a:r>
          </a:p>
          <a:p>
            <a:pPr marL="0" indent="0">
              <a:lnSpc>
                <a:spcPct val="110000"/>
              </a:lnSpc>
              <a:spcBef>
                <a:spcPts val="0"/>
              </a:spcBef>
              <a:buNone/>
            </a:pPr>
            <a:r>
              <a:rPr lang="en-US" sz="1400" dirty="0" err="1"/>
              <a:t>plt.plot</a:t>
            </a:r>
            <a:r>
              <a:rPr lang="en-US" sz="1400" dirty="0"/>
              <a:t>(</a:t>
            </a:r>
            <a:r>
              <a:rPr lang="en-US" sz="1400" dirty="0" err="1"/>
              <a:t>Datos</a:t>
            </a:r>
            <a:r>
              <a:rPr lang="en-US" sz="1400" dirty="0"/>
              <a:t>[:,10])</a:t>
            </a:r>
          </a:p>
          <a:p>
            <a:pPr marL="0" indent="0">
              <a:lnSpc>
                <a:spcPct val="110000"/>
              </a:lnSpc>
              <a:spcBef>
                <a:spcPts val="0"/>
              </a:spcBef>
              <a:buNone/>
            </a:pPr>
            <a:r>
              <a:rPr lang="en-US" sz="1400" dirty="0" err="1"/>
              <a:t>plt.plot</a:t>
            </a:r>
            <a:r>
              <a:rPr lang="en-US" sz="1400" dirty="0"/>
              <a:t>(</a:t>
            </a:r>
            <a:r>
              <a:rPr lang="en-US" sz="1400" dirty="0" err="1"/>
              <a:t>Datos</a:t>
            </a:r>
            <a:r>
              <a:rPr lang="en-US" sz="1400" dirty="0"/>
              <a:t>[:,11])</a:t>
            </a:r>
          </a:p>
          <a:p>
            <a:pPr marL="0" indent="0">
              <a:lnSpc>
                <a:spcPct val="110000"/>
              </a:lnSpc>
              <a:spcBef>
                <a:spcPts val="0"/>
              </a:spcBef>
              <a:buNone/>
            </a:pPr>
            <a:r>
              <a:rPr lang="en-US" sz="1400" dirty="0" err="1"/>
              <a:t>plt.plot</a:t>
            </a:r>
            <a:r>
              <a:rPr lang="en-US" sz="1400" dirty="0"/>
              <a:t>(</a:t>
            </a:r>
            <a:r>
              <a:rPr lang="en-US" sz="1400" dirty="0" err="1"/>
              <a:t>Datos</a:t>
            </a:r>
            <a:r>
              <a:rPr lang="en-US" sz="1400" dirty="0"/>
              <a:t>[:,12])</a:t>
            </a:r>
          </a:p>
          <a:p>
            <a:pPr marL="0" indent="0">
              <a:lnSpc>
                <a:spcPct val="110000"/>
              </a:lnSpc>
              <a:spcBef>
                <a:spcPts val="0"/>
              </a:spcBef>
              <a:buNone/>
            </a:pPr>
            <a:r>
              <a:rPr lang="en-US" sz="1400" dirty="0" err="1"/>
              <a:t>plt.title</a:t>
            </a:r>
            <a:r>
              <a:rPr lang="en-US" sz="1400" dirty="0"/>
              <a:t>('</a:t>
            </a:r>
            <a:r>
              <a:rPr lang="en-US" sz="1400" dirty="0" err="1"/>
              <a:t>Proximetros</a:t>
            </a:r>
            <a:r>
              <a:rPr lang="en-US" sz="1400" dirty="0"/>
              <a:t> </a:t>
            </a:r>
            <a:r>
              <a:rPr lang="en-US" sz="1400" dirty="0" err="1"/>
              <a:t>Bomba</a:t>
            </a:r>
            <a:r>
              <a:rPr lang="en-US" sz="1400" dirty="0"/>
              <a:t>')</a:t>
            </a:r>
          </a:p>
          <a:p>
            <a:pPr marL="0" indent="0">
              <a:lnSpc>
                <a:spcPct val="110000"/>
              </a:lnSpc>
              <a:spcBef>
                <a:spcPts val="0"/>
              </a:spcBef>
              <a:buNone/>
            </a:pPr>
            <a:r>
              <a:rPr lang="en-US" sz="1400" dirty="0" err="1"/>
              <a:t>plt.show</a:t>
            </a:r>
            <a:r>
              <a:rPr lang="en-US" sz="1400" dirty="0"/>
              <a:t>()</a:t>
            </a:r>
          </a:p>
          <a:p>
            <a:pPr marL="0" indent="0">
              <a:lnSpc>
                <a:spcPct val="110000"/>
              </a:lnSpc>
              <a:spcBef>
                <a:spcPts val="0"/>
              </a:spcBef>
              <a:buNone/>
            </a:pPr>
            <a:endParaRPr lang="en-US" sz="1400" dirty="0"/>
          </a:p>
          <a:p>
            <a:pPr marL="0" indent="0">
              <a:lnSpc>
                <a:spcPct val="110000"/>
              </a:lnSpc>
              <a:spcBef>
                <a:spcPts val="0"/>
              </a:spcBef>
              <a:buNone/>
            </a:pPr>
            <a:r>
              <a:rPr lang="en-US" sz="1400" dirty="0" err="1"/>
              <a:t>plt.figure</a:t>
            </a:r>
            <a:r>
              <a:rPr lang="en-US" sz="1400" dirty="0"/>
              <a:t>()</a:t>
            </a:r>
          </a:p>
          <a:p>
            <a:pPr marL="0" indent="0">
              <a:lnSpc>
                <a:spcPct val="110000"/>
              </a:lnSpc>
              <a:spcBef>
                <a:spcPts val="0"/>
              </a:spcBef>
              <a:buNone/>
            </a:pPr>
            <a:r>
              <a:rPr lang="en-US" sz="1400" dirty="0" err="1"/>
              <a:t>plt.plot</a:t>
            </a:r>
            <a:r>
              <a:rPr lang="en-US" sz="1400" dirty="0"/>
              <a:t>(</a:t>
            </a:r>
            <a:r>
              <a:rPr lang="en-US" sz="1400" dirty="0" err="1"/>
              <a:t>Datos</a:t>
            </a:r>
            <a:r>
              <a:rPr lang="en-US" sz="1400" dirty="0"/>
              <a:t>[:,13])</a:t>
            </a:r>
          </a:p>
          <a:p>
            <a:pPr marL="0" indent="0">
              <a:lnSpc>
                <a:spcPct val="110000"/>
              </a:lnSpc>
              <a:spcBef>
                <a:spcPts val="0"/>
              </a:spcBef>
              <a:buNone/>
            </a:pPr>
            <a:r>
              <a:rPr lang="en-US" sz="1400" dirty="0" err="1"/>
              <a:t>plt.plot</a:t>
            </a:r>
            <a:r>
              <a:rPr lang="en-US" sz="1400" dirty="0"/>
              <a:t>(</a:t>
            </a:r>
            <a:r>
              <a:rPr lang="en-US" sz="1400" dirty="0" err="1"/>
              <a:t>Datos</a:t>
            </a:r>
            <a:r>
              <a:rPr lang="en-US" sz="1400" dirty="0"/>
              <a:t>[:,14])</a:t>
            </a:r>
          </a:p>
          <a:p>
            <a:pPr marL="0" indent="0">
              <a:lnSpc>
                <a:spcPct val="110000"/>
              </a:lnSpc>
              <a:spcBef>
                <a:spcPts val="0"/>
              </a:spcBef>
              <a:buNone/>
            </a:pPr>
            <a:r>
              <a:rPr lang="en-US" sz="1400" dirty="0" err="1"/>
              <a:t>plt.plot</a:t>
            </a:r>
            <a:r>
              <a:rPr lang="en-US" sz="1400" dirty="0"/>
              <a:t>(</a:t>
            </a:r>
            <a:r>
              <a:rPr lang="en-US" sz="1400" dirty="0" err="1"/>
              <a:t>Datos</a:t>
            </a:r>
            <a:r>
              <a:rPr lang="en-US" sz="1400" dirty="0"/>
              <a:t>[:,15])</a:t>
            </a:r>
          </a:p>
          <a:p>
            <a:pPr marL="0" indent="0">
              <a:lnSpc>
                <a:spcPct val="110000"/>
              </a:lnSpc>
              <a:spcBef>
                <a:spcPts val="0"/>
              </a:spcBef>
              <a:buNone/>
            </a:pPr>
            <a:r>
              <a:rPr lang="en-US" sz="1400" dirty="0" err="1"/>
              <a:t>plt.plot</a:t>
            </a:r>
            <a:r>
              <a:rPr lang="en-US" sz="1400" dirty="0"/>
              <a:t>(</a:t>
            </a:r>
            <a:r>
              <a:rPr lang="en-US" sz="1400" dirty="0" err="1"/>
              <a:t>Datos</a:t>
            </a:r>
            <a:r>
              <a:rPr lang="en-US" sz="1400" dirty="0"/>
              <a:t>[:,16])</a:t>
            </a:r>
          </a:p>
          <a:p>
            <a:pPr marL="0" indent="0">
              <a:lnSpc>
                <a:spcPct val="110000"/>
              </a:lnSpc>
              <a:spcBef>
                <a:spcPts val="0"/>
              </a:spcBef>
              <a:buNone/>
            </a:pPr>
            <a:r>
              <a:rPr lang="en-US" sz="1400" dirty="0" err="1"/>
              <a:t>plt.title</a:t>
            </a:r>
            <a:r>
              <a:rPr lang="en-US" sz="1400" dirty="0"/>
              <a:t>('</a:t>
            </a:r>
            <a:r>
              <a:rPr lang="en-US" sz="1400" dirty="0" err="1"/>
              <a:t>Proximetros</a:t>
            </a:r>
            <a:r>
              <a:rPr lang="en-US" sz="1400" dirty="0"/>
              <a:t> Motor')</a:t>
            </a:r>
          </a:p>
          <a:p>
            <a:pPr marL="0" indent="0">
              <a:lnSpc>
                <a:spcPct val="110000"/>
              </a:lnSpc>
              <a:spcBef>
                <a:spcPts val="0"/>
              </a:spcBef>
              <a:buNone/>
            </a:pPr>
            <a:r>
              <a:rPr lang="en-US" sz="1400" dirty="0" err="1"/>
              <a:t>plt.show</a:t>
            </a:r>
            <a:r>
              <a:rPr lang="en-US" sz="1400" dirty="0"/>
              <a:t>()</a:t>
            </a:r>
          </a:p>
        </p:txBody>
      </p:sp>
    </p:spTree>
    <p:extLst>
      <p:ext uri="{BB962C8B-B14F-4D97-AF65-F5344CB8AC3E}">
        <p14:creationId xmlns:p14="http://schemas.microsoft.com/office/powerpoint/2010/main" val="32709811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p:txBody>
          <a:bodyPr/>
          <a:lstStyle/>
          <a:p>
            <a:r>
              <a:rPr lang="es-CL" dirty="0"/>
              <a:t>Ejemplo 1</a:t>
            </a:r>
            <a:endParaRPr lang="en-US" dirty="0"/>
          </a:p>
        </p:txBody>
      </p:sp>
      <p:pic>
        <p:nvPicPr>
          <p:cNvPr id="2" name="Imagen 1"/>
          <p:cNvPicPr>
            <a:picLocks noChangeAspect="1"/>
          </p:cNvPicPr>
          <p:nvPr/>
        </p:nvPicPr>
        <p:blipFill>
          <a:blip r:embed="rId2"/>
          <a:stretch>
            <a:fillRect/>
          </a:stretch>
        </p:blipFill>
        <p:spPr>
          <a:xfrm>
            <a:off x="2734545" y="1057060"/>
            <a:ext cx="3240000" cy="2245039"/>
          </a:xfrm>
          <a:prstGeom prst="rect">
            <a:avLst/>
          </a:prstGeom>
        </p:spPr>
      </p:pic>
      <p:pic>
        <p:nvPicPr>
          <p:cNvPr id="3" name="Imagen 2"/>
          <p:cNvPicPr>
            <a:picLocks noChangeAspect="1"/>
          </p:cNvPicPr>
          <p:nvPr/>
        </p:nvPicPr>
        <p:blipFill>
          <a:blip r:embed="rId3"/>
          <a:stretch>
            <a:fillRect/>
          </a:stretch>
        </p:blipFill>
        <p:spPr>
          <a:xfrm>
            <a:off x="4354545" y="3413808"/>
            <a:ext cx="3240000" cy="2268860"/>
          </a:xfrm>
          <a:prstGeom prst="rect">
            <a:avLst/>
          </a:prstGeom>
        </p:spPr>
      </p:pic>
      <p:pic>
        <p:nvPicPr>
          <p:cNvPr id="7" name="Imagen 6"/>
          <p:cNvPicPr>
            <a:picLocks noChangeAspect="1"/>
          </p:cNvPicPr>
          <p:nvPr/>
        </p:nvPicPr>
        <p:blipFill>
          <a:blip r:embed="rId4"/>
          <a:stretch>
            <a:fillRect/>
          </a:stretch>
        </p:blipFill>
        <p:spPr>
          <a:xfrm>
            <a:off x="1114545" y="3413808"/>
            <a:ext cx="3240000" cy="2268860"/>
          </a:xfrm>
          <a:prstGeom prst="rect">
            <a:avLst/>
          </a:prstGeom>
        </p:spPr>
      </p:pic>
    </p:spTree>
    <p:extLst>
      <p:ext uri="{BB962C8B-B14F-4D97-AF65-F5344CB8AC3E}">
        <p14:creationId xmlns:p14="http://schemas.microsoft.com/office/powerpoint/2010/main" val="31506322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p:txBody>
          <a:bodyPr/>
          <a:lstStyle/>
          <a:p>
            <a:r>
              <a:rPr lang="es-CL" dirty="0"/>
              <a:t>Ejemplo 1</a:t>
            </a:r>
            <a:endParaRPr lang="en-US" dirty="0"/>
          </a:p>
        </p:txBody>
      </p:sp>
      <p:sp>
        <p:nvSpPr>
          <p:cNvPr id="6" name="Marcador de contenido 5"/>
          <p:cNvSpPr>
            <a:spLocks noGrp="1"/>
          </p:cNvSpPr>
          <p:nvPr>
            <p:ph idx="1"/>
          </p:nvPr>
        </p:nvSpPr>
        <p:spPr>
          <a:xfrm>
            <a:off x="628650" y="1185694"/>
            <a:ext cx="7886700" cy="4351338"/>
          </a:xfrm>
        </p:spPr>
        <p:txBody>
          <a:bodyPr>
            <a:noAutofit/>
          </a:bodyPr>
          <a:lstStyle/>
          <a:p>
            <a:pPr marL="0" indent="0">
              <a:lnSpc>
                <a:spcPct val="110000"/>
              </a:lnSpc>
              <a:spcBef>
                <a:spcPts val="0"/>
              </a:spcBef>
              <a:buNone/>
            </a:pPr>
            <a:r>
              <a:rPr lang="en-US" sz="1400" dirty="0"/>
              <a:t>#</a:t>
            </a:r>
            <a:r>
              <a:rPr lang="en-US" sz="1400" dirty="0" err="1"/>
              <a:t>etiqueta</a:t>
            </a:r>
            <a:endParaRPr lang="en-US" sz="1400" dirty="0"/>
          </a:p>
          <a:p>
            <a:pPr marL="0" indent="0">
              <a:lnSpc>
                <a:spcPct val="110000"/>
              </a:lnSpc>
              <a:spcBef>
                <a:spcPts val="0"/>
              </a:spcBef>
              <a:buNone/>
            </a:pPr>
            <a:r>
              <a:rPr lang="en-US" sz="1400" dirty="0" err="1"/>
              <a:t>Yt</a:t>
            </a:r>
            <a:r>
              <a:rPr lang="en-US" sz="1400" dirty="0"/>
              <a:t>=</a:t>
            </a:r>
            <a:r>
              <a:rPr lang="en-US" sz="1400" dirty="0" err="1"/>
              <a:t>np.zeros</a:t>
            </a:r>
            <a:r>
              <a:rPr lang="en-US" sz="1400" dirty="0"/>
              <a:t>((26313,1))</a:t>
            </a:r>
          </a:p>
          <a:p>
            <a:pPr marL="0" indent="0">
              <a:lnSpc>
                <a:spcPct val="110000"/>
              </a:lnSpc>
              <a:spcBef>
                <a:spcPts val="0"/>
              </a:spcBef>
              <a:buNone/>
            </a:pPr>
            <a:r>
              <a:rPr lang="en-US" sz="1400" dirty="0" err="1"/>
              <a:t>Yt</a:t>
            </a:r>
            <a:r>
              <a:rPr lang="en-US" sz="1400" dirty="0"/>
              <a:t>[19920:20600]=1</a:t>
            </a:r>
          </a:p>
          <a:p>
            <a:pPr marL="0" indent="0">
              <a:lnSpc>
                <a:spcPct val="110000"/>
              </a:lnSpc>
              <a:spcBef>
                <a:spcPts val="0"/>
              </a:spcBef>
              <a:buNone/>
            </a:pPr>
            <a:endParaRPr lang="en-US" sz="1400" dirty="0"/>
          </a:p>
          <a:p>
            <a:pPr marL="0" indent="0">
              <a:lnSpc>
                <a:spcPct val="110000"/>
              </a:lnSpc>
              <a:spcBef>
                <a:spcPts val="0"/>
              </a:spcBef>
              <a:buNone/>
            </a:pPr>
            <a:r>
              <a:rPr lang="en-US" sz="1400" dirty="0" err="1"/>
              <a:t>plt.figure</a:t>
            </a:r>
            <a:r>
              <a:rPr lang="en-US" sz="1400" dirty="0"/>
              <a:t>()</a:t>
            </a:r>
          </a:p>
          <a:p>
            <a:pPr marL="0" indent="0">
              <a:lnSpc>
                <a:spcPct val="110000"/>
              </a:lnSpc>
              <a:spcBef>
                <a:spcPts val="0"/>
              </a:spcBef>
              <a:buNone/>
            </a:pPr>
            <a:r>
              <a:rPr lang="en-US" sz="1400" dirty="0" err="1"/>
              <a:t>plt.plot</a:t>
            </a:r>
            <a:r>
              <a:rPr lang="en-US" sz="1400" dirty="0"/>
              <a:t>(</a:t>
            </a:r>
            <a:r>
              <a:rPr lang="en-US" sz="1400" dirty="0" err="1"/>
              <a:t>Yt</a:t>
            </a:r>
            <a:r>
              <a:rPr lang="en-US" sz="1400" dirty="0"/>
              <a:t>)</a:t>
            </a:r>
          </a:p>
          <a:p>
            <a:pPr marL="0" indent="0">
              <a:lnSpc>
                <a:spcPct val="110000"/>
              </a:lnSpc>
              <a:spcBef>
                <a:spcPts val="0"/>
              </a:spcBef>
              <a:buNone/>
            </a:pPr>
            <a:r>
              <a:rPr lang="en-US" sz="1400" dirty="0" err="1"/>
              <a:t>plt.title</a:t>
            </a:r>
            <a:r>
              <a:rPr lang="en-US" sz="1400" dirty="0"/>
              <a:t>('</a:t>
            </a:r>
            <a:r>
              <a:rPr lang="en-US" sz="1400" dirty="0" err="1"/>
              <a:t>Etiquetas</a:t>
            </a:r>
            <a:r>
              <a:rPr lang="en-US" sz="1400" dirty="0"/>
              <a:t>')</a:t>
            </a:r>
          </a:p>
          <a:p>
            <a:pPr marL="0" indent="0">
              <a:lnSpc>
                <a:spcPct val="110000"/>
              </a:lnSpc>
              <a:spcBef>
                <a:spcPts val="0"/>
              </a:spcBef>
              <a:buNone/>
            </a:pPr>
            <a:r>
              <a:rPr lang="en-US" sz="1400" dirty="0" err="1"/>
              <a:t>plt.show</a:t>
            </a:r>
            <a:r>
              <a:rPr lang="en-US" sz="1400" dirty="0"/>
              <a:t>()</a:t>
            </a:r>
          </a:p>
          <a:p>
            <a:pPr marL="0" indent="0">
              <a:lnSpc>
                <a:spcPct val="110000"/>
              </a:lnSpc>
              <a:spcBef>
                <a:spcPts val="0"/>
              </a:spcBef>
              <a:buNone/>
            </a:pPr>
            <a:endParaRPr lang="en-US" sz="1400" dirty="0"/>
          </a:p>
          <a:p>
            <a:pPr marL="0" indent="0">
              <a:lnSpc>
                <a:spcPct val="110000"/>
              </a:lnSpc>
              <a:spcBef>
                <a:spcPts val="0"/>
              </a:spcBef>
              <a:buNone/>
            </a:pPr>
            <a:r>
              <a:rPr lang="en-US" sz="1400" dirty="0" err="1"/>
              <a:t>np.save</a:t>
            </a:r>
            <a:r>
              <a:rPr lang="en-US" sz="1400" dirty="0"/>
              <a:t>('</a:t>
            </a:r>
            <a:r>
              <a:rPr lang="en-US" sz="1400" dirty="0" err="1"/>
              <a:t>Datos.npy</a:t>
            </a:r>
            <a:r>
              <a:rPr lang="en-US" sz="1400" dirty="0"/>
              <a:t>', </a:t>
            </a:r>
            <a:r>
              <a:rPr lang="en-US" sz="1400" dirty="0" err="1"/>
              <a:t>Datos</a:t>
            </a:r>
            <a:r>
              <a:rPr lang="en-US" sz="1400" dirty="0"/>
              <a:t>) </a:t>
            </a:r>
          </a:p>
          <a:p>
            <a:pPr marL="0" indent="0">
              <a:lnSpc>
                <a:spcPct val="110000"/>
              </a:lnSpc>
              <a:spcBef>
                <a:spcPts val="0"/>
              </a:spcBef>
              <a:buNone/>
            </a:pPr>
            <a:r>
              <a:rPr lang="en-US" sz="1400" dirty="0" err="1"/>
              <a:t>np.save</a:t>
            </a:r>
            <a:r>
              <a:rPr lang="en-US" sz="1400" dirty="0"/>
              <a:t>('</a:t>
            </a:r>
            <a:r>
              <a:rPr lang="en-US" sz="1400" dirty="0" err="1"/>
              <a:t>Yt.npy</a:t>
            </a:r>
            <a:r>
              <a:rPr lang="en-US" sz="1400" dirty="0"/>
              <a:t>', </a:t>
            </a:r>
            <a:r>
              <a:rPr lang="en-US" sz="1400" dirty="0" err="1"/>
              <a:t>Yt</a:t>
            </a:r>
            <a:r>
              <a:rPr lang="en-US" sz="1400" dirty="0"/>
              <a:t>) </a:t>
            </a:r>
          </a:p>
        </p:txBody>
      </p:sp>
      <p:pic>
        <p:nvPicPr>
          <p:cNvPr id="2" name="Imagen 1"/>
          <p:cNvPicPr>
            <a:picLocks noChangeAspect="1"/>
          </p:cNvPicPr>
          <p:nvPr/>
        </p:nvPicPr>
        <p:blipFill>
          <a:blip r:embed="rId2"/>
          <a:stretch>
            <a:fillRect/>
          </a:stretch>
        </p:blipFill>
        <p:spPr>
          <a:xfrm>
            <a:off x="4394075" y="1185694"/>
            <a:ext cx="3600000" cy="2554839"/>
          </a:xfrm>
          <a:prstGeom prst="rect">
            <a:avLst/>
          </a:prstGeom>
        </p:spPr>
      </p:pic>
    </p:spTree>
    <p:extLst>
      <p:ext uri="{BB962C8B-B14F-4D97-AF65-F5344CB8AC3E}">
        <p14:creationId xmlns:p14="http://schemas.microsoft.com/office/powerpoint/2010/main" val="3628288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p:cNvSpPr>
            <a:spLocks noGrp="1"/>
          </p:cNvSpPr>
          <p:nvPr>
            <p:ph idx="1"/>
          </p:nvPr>
        </p:nvSpPr>
        <p:spPr>
          <a:xfrm>
            <a:off x="605979" y="361978"/>
            <a:ext cx="7886700" cy="4351338"/>
          </a:xfrm>
        </p:spPr>
        <p:txBody>
          <a:bodyPr>
            <a:noAutofit/>
          </a:bodyPr>
          <a:lstStyle/>
          <a:p>
            <a:pPr marL="0" indent="0">
              <a:lnSpc>
                <a:spcPct val="110000"/>
              </a:lnSpc>
              <a:spcBef>
                <a:spcPts val="0"/>
              </a:spcBef>
              <a:buNone/>
            </a:pPr>
            <a:r>
              <a:rPr lang="en-US" sz="1400" dirty="0"/>
              <a:t>#</a:t>
            </a:r>
            <a:r>
              <a:rPr lang="en-US" sz="1400" dirty="0" err="1"/>
              <a:t>importar</a:t>
            </a:r>
            <a:r>
              <a:rPr lang="en-US" sz="1400" dirty="0"/>
              <a:t> </a:t>
            </a:r>
            <a:r>
              <a:rPr lang="en-US" sz="1400" dirty="0" err="1"/>
              <a:t>librerias</a:t>
            </a:r>
            <a:endParaRPr lang="en-US" sz="1400" dirty="0"/>
          </a:p>
          <a:p>
            <a:pPr marL="0" indent="0">
              <a:lnSpc>
                <a:spcPct val="110000"/>
              </a:lnSpc>
              <a:spcBef>
                <a:spcPts val="0"/>
              </a:spcBef>
              <a:buNone/>
            </a:pPr>
            <a:r>
              <a:rPr lang="en-US" sz="1400" dirty="0"/>
              <a:t>import </a:t>
            </a:r>
            <a:r>
              <a:rPr lang="en-US" sz="1400" dirty="0" err="1"/>
              <a:t>numpy</a:t>
            </a:r>
            <a:r>
              <a:rPr lang="en-US" sz="1400" dirty="0"/>
              <a:t> as np</a:t>
            </a:r>
          </a:p>
          <a:p>
            <a:pPr marL="0" indent="0">
              <a:lnSpc>
                <a:spcPct val="110000"/>
              </a:lnSpc>
              <a:spcBef>
                <a:spcPts val="0"/>
              </a:spcBef>
              <a:buNone/>
            </a:pPr>
            <a:r>
              <a:rPr lang="en-US" sz="1400" dirty="0"/>
              <a:t>import </a:t>
            </a:r>
            <a:r>
              <a:rPr lang="en-US" sz="1400" dirty="0" err="1"/>
              <a:t>matplotlib.pyplot</a:t>
            </a:r>
            <a:r>
              <a:rPr lang="en-US" sz="1400" dirty="0"/>
              <a:t> as </a:t>
            </a:r>
            <a:r>
              <a:rPr lang="en-US" sz="1400" dirty="0" err="1"/>
              <a:t>plt</a:t>
            </a:r>
            <a:endParaRPr lang="en-US" sz="1400" dirty="0"/>
          </a:p>
          <a:p>
            <a:pPr marL="0" indent="0">
              <a:lnSpc>
                <a:spcPct val="110000"/>
              </a:lnSpc>
              <a:spcBef>
                <a:spcPts val="0"/>
              </a:spcBef>
              <a:buNone/>
            </a:pPr>
            <a:r>
              <a:rPr lang="en-US" sz="1400" dirty="0"/>
              <a:t>from </a:t>
            </a:r>
            <a:r>
              <a:rPr lang="en-US" sz="1400" dirty="0" err="1"/>
              <a:t>sklearn.covariance</a:t>
            </a:r>
            <a:r>
              <a:rPr lang="en-US" sz="1400" dirty="0"/>
              <a:t> import </a:t>
            </a:r>
            <a:r>
              <a:rPr lang="en-US" sz="1400" dirty="0" err="1"/>
              <a:t>EllipticEnvelope</a:t>
            </a:r>
            <a:endParaRPr lang="en-US" sz="1400" dirty="0"/>
          </a:p>
          <a:p>
            <a:pPr marL="0" indent="0">
              <a:lnSpc>
                <a:spcPct val="110000"/>
              </a:lnSpc>
              <a:spcBef>
                <a:spcPts val="0"/>
              </a:spcBef>
              <a:buNone/>
            </a:pPr>
            <a:r>
              <a:rPr lang="en-US" sz="1400" dirty="0"/>
              <a:t>from </a:t>
            </a:r>
            <a:r>
              <a:rPr lang="en-US" sz="1400" dirty="0" err="1"/>
              <a:t>sklearn.ensemble</a:t>
            </a:r>
            <a:r>
              <a:rPr lang="en-US" sz="1400" dirty="0"/>
              <a:t> import </a:t>
            </a:r>
            <a:r>
              <a:rPr lang="en-US" sz="1400" dirty="0" err="1"/>
              <a:t>IsolationForest</a:t>
            </a:r>
            <a:endParaRPr lang="en-US" sz="1400" dirty="0"/>
          </a:p>
          <a:p>
            <a:pPr marL="0" indent="0">
              <a:lnSpc>
                <a:spcPct val="110000"/>
              </a:lnSpc>
              <a:spcBef>
                <a:spcPts val="0"/>
              </a:spcBef>
              <a:buNone/>
            </a:pPr>
            <a:r>
              <a:rPr lang="en-US" sz="1400" dirty="0"/>
              <a:t>from </a:t>
            </a:r>
            <a:r>
              <a:rPr lang="en-US" sz="1400" dirty="0" err="1"/>
              <a:t>sklearn.neighbors</a:t>
            </a:r>
            <a:r>
              <a:rPr lang="en-US" sz="1400" dirty="0"/>
              <a:t> import </a:t>
            </a:r>
            <a:r>
              <a:rPr lang="en-US" sz="1400" dirty="0" err="1"/>
              <a:t>LocalOutlierFactor</a:t>
            </a:r>
            <a:endParaRPr lang="en-US" sz="1400" dirty="0"/>
          </a:p>
          <a:p>
            <a:pPr marL="0" indent="0">
              <a:lnSpc>
                <a:spcPct val="110000"/>
              </a:lnSpc>
              <a:spcBef>
                <a:spcPts val="0"/>
              </a:spcBef>
              <a:buNone/>
            </a:pPr>
            <a:r>
              <a:rPr lang="en-US" sz="1400" dirty="0"/>
              <a:t>from </a:t>
            </a:r>
            <a:r>
              <a:rPr lang="en-US" sz="1400" dirty="0" err="1"/>
              <a:t>sklearn</a:t>
            </a:r>
            <a:r>
              <a:rPr lang="en-US" sz="1400" dirty="0"/>
              <a:t> import </a:t>
            </a:r>
            <a:r>
              <a:rPr lang="en-US" sz="1400" dirty="0" err="1"/>
              <a:t>svm</a:t>
            </a:r>
            <a:endParaRPr lang="en-US" sz="1400" dirty="0"/>
          </a:p>
          <a:p>
            <a:pPr marL="0" indent="0">
              <a:lnSpc>
                <a:spcPct val="110000"/>
              </a:lnSpc>
              <a:spcBef>
                <a:spcPts val="0"/>
              </a:spcBef>
              <a:buNone/>
            </a:pPr>
            <a:r>
              <a:rPr lang="en-US" sz="1400" dirty="0"/>
              <a:t>from </a:t>
            </a:r>
            <a:r>
              <a:rPr lang="en-US" sz="1400" dirty="0" err="1"/>
              <a:t>sklearn.metrics</a:t>
            </a:r>
            <a:r>
              <a:rPr lang="en-US" sz="1400" dirty="0"/>
              <a:t> import </a:t>
            </a:r>
            <a:r>
              <a:rPr lang="en-US" sz="1400" dirty="0" err="1"/>
              <a:t>precision_score</a:t>
            </a:r>
            <a:r>
              <a:rPr lang="en-US" sz="1400" dirty="0"/>
              <a:t>, </a:t>
            </a:r>
            <a:r>
              <a:rPr lang="en-US" sz="1400" dirty="0" err="1"/>
              <a:t>accuracy_score</a:t>
            </a:r>
            <a:r>
              <a:rPr lang="en-US" sz="1400" dirty="0"/>
              <a:t>, </a:t>
            </a:r>
            <a:r>
              <a:rPr lang="en-US" sz="1400" dirty="0" err="1"/>
              <a:t>recall_score</a:t>
            </a:r>
            <a:r>
              <a:rPr lang="en-US" sz="1400" dirty="0"/>
              <a:t>, f1_score</a:t>
            </a:r>
          </a:p>
          <a:p>
            <a:pPr marL="0" indent="0">
              <a:lnSpc>
                <a:spcPct val="110000"/>
              </a:lnSpc>
              <a:spcBef>
                <a:spcPts val="0"/>
              </a:spcBef>
              <a:buNone/>
            </a:pPr>
            <a:endParaRPr lang="en-US" sz="1400" dirty="0"/>
          </a:p>
          <a:p>
            <a:pPr marL="0" indent="0">
              <a:lnSpc>
                <a:spcPct val="110000"/>
              </a:lnSpc>
              <a:spcBef>
                <a:spcPts val="0"/>
              </a:spcBef>
              <a:buNone/>
            </a:pPr>
            <a:r>
              <a:rPr lang="en-US" sz="1400" dirty="0" err="1"/>
              <a:t>Datos</a:t>
            </a:r>
            <a:r>
              <a:rPr lang="en-US" sz="1400" dirty="0"/>
              <a:t>=</a:t>
            </a:r>
            <a:r>
              <a:rPr lang="en-US" sz="1400" dirty="0" err="1"/>
              <a:t>np.load</a:t>
            </a:r>
            <a:r>
              <a:rPr lang="en-US" sz="1400" dirty="0"/>
              <a:t>('Datos.</a:t>
            </a:r>
            <a:r>
              <a:rPr lang="en-US" sz="1400" dirty="0" err="1"/>
              <a:t>npy</a:t>
            </a:r>
            <a:r>
              <a:rPr lang="en-US" sz="1400" dirty="0"/>
              <a:t>',</a:t>
            </a:r>
            <a:r>
              <a:rPr lang="en-US" sz="1400" dirty="0" err="1"/>
              <a:t>allow_pickle</a:t>
            </a:r>
            <a:r>
              <a:rPr lang="en-US" sz="1400" dirty="0"/>
              <a:t>=True)</a:t>
            </a:r>
          </a:p>
          <a:p>
            <a:pPr marL="0" indent="0">
              <a:lnSpc>
                <a:spcPct val="110000"/>
              </a:lnSpc>
              <a:spcBef>
                <a:spcPts val="0"/>
              </a:spcBef>
              <a:buNone/>
            </a:pPr>
            <a:r>
              <a:rPr lang="en-US" sz="1400" dirty="0" err="1"/>
              <a:t>Datos</a:t>
            </a:r>
            <a:r>
              <a:rPr lang="en-US" sz="1400" dirty="0"/>
              <a:t>=</a:t>
            </a:r>
            <a:r>
              <a:rPr lang="en-US" sz="1400" dirty="0" err="1"/>
              <a:t>Datos</a:t>
            </a:r>
            <a:r>
              <a:rPr lang="en-US" sz="1400" dirty="0"/>
              <a:t>[:,9:17]</a:t>
            </a:r>
          </a:p>
          <a:p>
            <a:pPr marL="0" indent="0">
              <a:lnSpc>
                <a:spcPct val="110000"/>
              </a:lnSpc>
              <a:spcBef>
                <a:spcPts val="0"/>
              </a:spcBef>
              <a:buNone/>
            </a:pPr>
            <a:r>
              <a:rPr lang="en-US" sz="1400" dirty="0" err="1"/>
              <a:t>Yt</a:t>
            </a:r>
            <a:r>
              <a:rPr lang="en-US" sz="1400" dirty="0"/>
              <a:t>=</a:t>
            </a:r>
            <a:r>
              <a:rPr lang="en-US" sz="1400" dirty="0" err="1"/>
              <a:t>np.load</a:t>
            </a:r>
            <a:r>
              <a:rPr lang="en-US" sz="1400" dirty="0"/>
              <a:t>('Yt.</a:t>
            </a:r>
            <a:r>
              <a:rPr lang="en-US" sz="1400" dirty="0" err="1"/>
              <a:t>npy</a:t>
            </a:r>
            <a:r>
              <a:rPr lang="en-US" sz="1400" dirty="0"/>
              <a:t>',</a:t>
            </a:r>
            <a:r>
              <a:rPr lang="en-US" sz="1400" dirty="0" err="1"/>
              <a:t>allow_pickle</a:t>
            </a:r>
            <a:r>
              <a:rPr lang="en-US" sz="1400" dirty="0"/>
              <a:t>=True)</a:t>
            </a:r>
          </a:p>
          <a:p>
            <a:pPr marL="0" indent="0">
              <a:lnSpc>
                <a:spcPct val="110000"/>
              </a:lnSpc>
              <a:spcBef>
                <a:spcPts val="0"/>
              </a:spcBef>
              <a:buNone/>
            </a:pPr>
            <a:endParaRPr lang="en-US" sz="1400" dirty="0"/>
          </a:p>
          <a:p>
            <a:pPr marL="0" indent="0">
              <a:lnSpc>
                <a:spcPct val="110000"/>
              </a:lnSpc>
              <a:spcBef>
                <a:spcPts val="0"/>
              </a:spcBef>
              <a:buNone/>
            </a:pPr>
            <a:r>
              <a:rPr lang="en-US" sz="1400" dirty="0" err="1"/>
              <a:t>outlier_frac</a:t>
            </a:r>
            <a:r>
              <a:rPr lang="en-US" sz="1400" dirty="0"/>
              <a:t>=0.01 #</a:t>
            </a:r>
            <a:r>
              <a:rPr lang="en-US" sz="1400" dirty="0" err="1"/>
              <a:t>fracción</a:t>
            </a:r>
            <a:r>
              <a:rPr lang="en-US" sz="1400" dirty="0"/>
              <a:t> de </a:t>
            </a:r>
            <a:r>
              <a:rPr lang="en-US" sz="1400" dirty="0" err="1"/>
              <a:t>valores</a:t>
            </a:r>
            <a:r>
              <a:rPr lang="en-US" sz="1400" dirty="0"/>
              <a:t> </a:t>
            </a:r>
            <a:r>
              <a:rPr lang="en-US" sz="1400" dirty="0" err="1"/>
              <a:t>anomalos</a:t>
            </a:r>
            <a:r>
              <a:rPr lang="en-US" sz="1400" dirty="0"/>
              <a:t>, valor </a:t>
            </a:r>
            <a:r>
              <a:rPr lang="en-US" sz="1400" dirty="0" err="1"/>
              <a:t>por</a:t>
            </a:r>
            <a:r>
              <a:rPr lang="en-US" sz="1400" dirty="0"/>
              <a:t> </a:t>
            </a:r>
            <a:r>
              <a:rPr lang="en-US" sz="1400" dirty="0" err="1"/>
              <a:t>defecto</a:t>
            </a:r>
            <a:r>
              <a:rPr lang="en-US" sz="1400" dirty="0"/>
              <a:t> </a:t>
            </a:r>
            <a:r>
              <a:rPr lang="en-US" sz="1400" dirty="0" err="1"/>
              <a:t>es</a:t>
            </a:r>
            <a:r>
              <a:rPr lang="en-US" sz="1400" dirty="0"/>
              <a:t> 0.1</a:t>
            </a:r>
          </a:p>
          <a:p>
            <a:pPr marL="0" indent="0">
              <a:lnSpc>
                <a:spcPct val="110000"/>
              </a:lnSpc>
              <a:spcBef>
                <a:spcPts val="0"/>
              </a:spcBef>
              <a:buNone/>
            </a:pPr>
            <a:r>
              <a:rPr lang="en-US" sz="1400" dirty="0"/>
              <a:t>Model= </a:t>
            </a:r>
            <a:r>
              <a:rPr lang="en-US" sz="1400" dirty="0" err="1"/>
              <a:t>EllipticEnvelope</a:t>
            </a:r>
            <a:r>
              <a:rPr lang="en-US" sz="1400" dirty="0"/>
              <a:t>(contamination=</a:t>
            </a:r>
            <a:r>
              <a:rPr lang="en-US" sz="1400" dirty="0" err="1"/>
              <a:t>outlier_frac</a:t>
            </a:r>
            <a:r>
              <a:rPr lang="en-US" sz="1400" dirty="0"/>
              <a:t>)</a:t>
            </a:r>
          </a:p>
          <a:p>
            <a:pPr marL="0" indent="0">
              <a:lnSpc>
                <a:spcPct val="110000"/>
              </a:lnSpc>
              <a:spcBef>
                <a:spcPts val="0"/>
              </a:spcBef>
              <a:buNone/>
            </a:pPr>
            <a:r>
              <a:rPr lang="en-US" sz="1400" dirty="0"/>
              <a:t>title='Elliptic Envelope'</a:t>
            </a:r>
          </a:p>
          <a:p>
            <a:pPr marL="0" indent="0">
              <a:lnSpc>
                <a:spcPct val="110000"/>
              </a:lnSpc>
              <a:spcBef>
                <a:spcPts val="0"/>
              </a:spcBef>
              <a:buNone/>
            </a:pPr>
            <a:r>
              <a:rPr lang="en-US" sz="1400" dirty="0"/>
              <a:t># Model=</a:t>
            </a:r>
            <a:r>
              <a:rPr lang="en-US" sz="1400" dirty="0" err="1"/>
              <a:t>IsolationForest</a:t>
            </a:r>
            <a:r>
              <a:rPr lang="en-US" sz="1400" dirty="0"/>
              <a:t>(</a:t>
            </a:r>
            <a:r>
              <a:rPr lang="en-US" sz="1400" dirty="0" err="1"/>
              <a:t>n_estimators</a:t>
            </a:r>
            <a:r>
              <a:rPr lang="en-US" sz="1400" dirty="0"/>
              <a:t>=100, </a:t>
            </a:r>
            <a:r>
              <a:rPr lang="en-US" sz="1400" dirty="0" err="1"/>
              <a:t>max_samples</a:t>
            </a:r>
            <a:r>
              <a:rPr lang="en-US" sz="1400" dirty="0"/>
              <a:t>='auto', contamination=</a:t>
            </a:r>
            <a:r>
              <a:rPr lang="en-US" sz="1400" dirty="0" err="1"/>
              <a:t>outlier_frac</a:t>
            </a:r>
            <a:r>
              <a:rPr lang="en-US" sz="1400" dirty="0"/>
              <a:t>)</a:t>
            </a:r>
          </a:p>
          <a:p>
            <a:pPr marL="0" indent="0">
              <a:lnSpc>
                <a:spcPct val="110000"/>
              </a:lnSpc>
              <a:spcBef>
                <a:spcPts val="0"/>
              </a:spcBef>
              <a:buNone/>
            </a:pPr>
            <a:r>
              <a:rPr lang="en-US" sz="1400" dirty="0"/>
              <a:t># title='Isolation Forest'</a:t>
            </a:r>
          </a:p>
          <a:p>
            <a:pPr marL="0" indent="0">
              <a:lnSpc>
                <a:spcPct val="110000"/>
              </a:lnSpc>
              <a:spcBef>
                <a:spcPts val="0"/>
              </a:spcBef>
              <a:buNone/>
            </a:pPr>
            <a:r>
              <a:rPr lang="en-US" sz="1400" dirty="0"/>
              <a:t># Model = </a:t>
            </a:r>
            <a:r>
              <a:rPr lang="en-US" sz="1400" dirty="0" err="1"/>
              <a:t>LocalOutlierFactor</a:t>
            </a:r>
            <a:r>
              <a:rPr lang="en-US" sz="1400" dirty="0"/>
              <a:t>(</a:t>
            </a:r>
            <a:r>
              <a:rPr lang="en-US" sz="1400" dirty="0" err="1"/>
              <a:t>n_neighbors</a:t>
            </a:r>
            <a:r>
              <a:rPr lang="en-US" sz="1400" dirty="0"/>
              <a:t>=20, contamination=</a:t>
            </a:r>
            <a:r>
              <a:rPr lang="en-US" sz="1400" dirty="0" err="1"/>
              <a:t>outlier_frac</a:t>
            </a:r>
            <a:r>
              <a:rPr lang="en-US" sz="1400" dirty="0"/>
              <a:t>)</a:t>
            </a:r>
          </a:p>
          <a:p>
            <a:pPr marL="0" indent="0">
              <a:lnSpc>
                <a:spcPct val="110000"/>
              </a:lnSpc>
              <a:spcBef>
                <a:spcPts val="0"/>
              </a:spcBef>
              <a:buNone/>
            </a:pPr>
            <a:r>
              <a:rPr lang="en-US" sz="1400" dirty="0"/>
              <a:t># title='LOF'</a:t>
            </a:r>
          </a:p>
          <a:p>
            <a:pPr marL="0" indent="0">
              <a:lnSpc>
                <a:spcPct val="110000"/>
              </a:lnSpc>
              <a:spcBef>
                <a:spcPts val="0"/>
              </a:spcBef>
              <a:buNone/>
            </a:pPr>
            <a:r>
              <a:rPr lang="en-US" sz="1400" dirty="0"/>
              <a:t># Model = </a:t>
            </a:r>
            <a:r>
              <a:rPr lang="en-US" sz="1400" dirty="0" err="1"/>
              <a:t>svm.OneClassSVM</a:t>
            </a:r>
            <a:r>
              <a:rPr lang="en-US" sz="1400" dirty="0"/>
              <a:t>(nu=0.01, kernel="</a:t>
            </a:r>
            <a:r>
              <a:rPr lang="en-US" sz="1400" dirty="0" err="1"/>
              <a:t>rbf</a:t>
            </a:r>
            <a:r>
              <a:rPr lang="en-US" sz="1400" dirty="0"/>
              <a:t>", gamma='auto')</a:t>
            </a:r>
          </a:p>
          <a:p>
            <a:pPr marL="0" indent="0">
              <a:lnSpc>
                <a:spcPct val="110000"/>
              </a:lnSpc>
              <a:spcBef>
                <a:spcPts val="0"/>
              </a:spcBef>
              <a:buNone/>
            </a:pPr>
            <a:r>
              <a:rPr lang="en-US" sz="1400" dirty="0"/>
              <a:t># title='OC-SVM'</a:t>
            </a:r>
          </a:p>
          <a:p>
            <a:pPr marL="0" indent="0">
              <a:lnSpc>
                <a:spcPct val="110000"/>
              </a:lnSpc>
              <a:spcBef>
                <a:spcPts val="0"/>
              </a:spcBef>
              <a:buNone/>
            </a:pPr>
            <a:r>
              <a:rPr lang="en-US" sz="1400" dirty="0" err="1"/>
              <a:t>Yp</a:t>
            </a:r>
            <a:r>
              <a:rPr lang="en-US" sz="1400" dirty="0"/>
              <a:t>=</a:t>
            </a:r>
            <a:r>
              <a:rPr lang="en-US" sz="1400" dirty="0" err="1"/>
              <a:t>Model.fit_predict</a:t>
            </a:r>
            <a:r>
              <a:rPr lang="en-US" sz="1400" dirty="0"/>
              <a:t>(</a:t>
            </a:r>
            <a:r>
              <a:rPr lang="en-US" sz="1400" dirty="0" err="1"/>
              <a:t>Datos</a:t>
            </a:r>
            <a:r>
              <a:rPr lang="en-US" sz="1400" dirty="0"/>
              <a:t>)</a:t>
            </a:r>
          </a:p>
        </p:txBody>
      </p:sp>
    </p:spTree>
    <p:extLst>
      <p:ext uri="{BB962C8B-B14F-4D97-AF65-F5344CB8AC3E}">
        <p14:creationId xmlns:p14="http://schemas.microsoft.com/office/powerpoint/2010/main" val="19747008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p:txBody>
          <a:bodyPr/>
          <a:lstStyle/>
          <a:p>
            <a:r>
              <a:rPr lang="es-CL" dirty="0"/>
              <a:t>Ejemplo 1</a:t>
            </a:r>
            <a:endParaRPr lang="en-US" dirty="0"/>
          </a:p>
        </p:txBody>
      </p:sp>
      <p:sp>
        <p:nvSpPr>
          <p:cNvPr id="6" name="Marcador de contenido 5"/>
          <p:cNvSpPr>
            <a:spLocks noGrp="1"/>
          </p:cNvSpPr>
          <p:nvPr>
            <p:ph idx="1"/>
          </p:nvPr>
        </p:nvSpPr>
        <p:spPr>
          <a:xfrm>
            <a:off x="628650" y="1185694"/>
            <a:ext cx="7886700" cy="4351338"/>
          </a:xfrm>
        </p:spPr>
        <p:txBody>
          <a:bodyPr>
            <a:noAutofit/>
          </a:bodyPr>
          <a:lstStyle/>
          <a:p>
            <a:pPr marL="0" indent="0">
              <a:lnSpc>
                <a:spcPct val="110000"/>
              </a:lnSpc>
              <a:spcBef>
                <a:spcPts val="0"/>
              </a:spcBef>
              <a:buNone/>
            </a:pPr>
            <a:r>
              <a:rPr lang="en-US" sz="1400" dirty="0" err="1"/>
              <a:t>Yp</a:t>
            </a:r>
            <a:r>
              <a:rPr lang="en-US" sz="1400" dirty="0"/>
              <a:t>=</a:t>
            </a:r>
            <a:r>
              <a:rPr lang="en-US" sz="1400" dirty="0" err="1"/>
              <a:t>np.where</a:t>
            </a:r>
            <a:r>
              <a:rPr lang="en-US" sz="1400" dirty="0"/>
              <a:t>(</a:t>
            </a:r>
            <a:r>
              <a:rPr lang="en-US" sz="1400" dirty="0" err="1"/>
              <a:t>Yp</a:t>
            </a:r>
            <a:r>
              <a:rPr lang="en-US" sz="1400" dirty="0"/>
              <a:t>==1, 0, </a:t>
            </a:r>
            <a:r>
              <a:rPr lang="en-US" sz="1400" dirty="0" err="1"/>
              <a:t>Yp</a:t>
            </a:r>
            <a:r>
              <a:rPr lang="en-US" sz="1400" dirty="0"/>
              <a:t>)</a:t>
            </a:r>
          </a:p>
          <a:p>
            <a:pPr marL="0" indent="0">
              <a:lnSpc>
                <a:spcPct val="110000"/>
              </a:lnSpc>
              <a:spcBef>
                <a:spcPts val="0"/>
              </a:spcBef>
              <a:buNone/>
            </a:pPr>
            <a:r>
              <a:rPr lang="en-US" sz="1400" dirty="0" err="1"/>
              <a:t>Yp</a:t>
            </a:r>
            <a:r>
              <a:rPr lang="en-US" sz="1400" dirty="0"/>
              <a:t>=</a:t>
            </a:r>
            <a:r>
              <a:rPr lang="en-US" sz="1400" dirty="0" err="1"/>
              <a:t>np.where</a:t>
            </a:r>
            <a:r>
              <a:rPr lang="en-US" sz="1400" dirty="0"/>
              <a:t>(</a:t>
            </a:r>
            <a:r>
              <a:rPr lang="en-US" sz="1400" dirty="0" err="1"/>
              <a:t>Yp</a:t>
            </a:r>
            <a:r>
              <a:rPr lang="en-US" sz="1400" dirty="0"/>
              <a:t>==-1, 1, </a:t>
            </a:r>
            <a:r>
              <a:rPr lang="en-US" sz="1400" dirty="0" err="1"/>
              <a:t>Yp</a:t>
            </a:r>
            <a:r>
              <a:rPr lang="en-US" sz="1400" dirty="0"/>
              <a:t>)</a:t>
            </a:r>
          </a:p>
          <a:p>
            <a:pPr marL="0" indent="0">
              <a:lnSpc>
                <a:spcPct val="110000"/>
              </a:lnSpc>
              <a:spcBef>
                <a:spcPts val="0"/>
              </a:spcBef>
              <a:buNone/>
            </a:pPr>
            <a:endParaRPr lang="en-US" sz="1400" dirty="0"/>
          </a:p>
          <a:p>
            <a:pPr marL="0" indent="0">
              <a:lnSpc>
                <a:spcPct val="110000"/>
              </a:lnSpc>
              <a:spcBef>
                <a:spcPts val="0"/>
              </a:spcBef>
              <a:buNone/>
            </a:pPr>
            <a:r>
              <a:rPr lang="en-US" sz="1400" dirty="0" err="1"/>
              <a:t>Exactitud</a:t>
            </a:r>
            <a:r>
              <a:rPr lang="en-US" sz="1400" dirty="0"/>
              <a:t>=</a:t>
            </a:r>
            <a:r>
              <a:rPr lang="en-US" sz="1400" dirty="0" err="1"/>
              <a:t>accuracy_score</a:t>
            </a:r>
            <a:r>
              <a:rPr lang="en-US" sz="1400" dirty="0"/>
              <a:t>(</a:t>
            </a:r>
            <a:r>
              <a:rPr lang="en-US" sz="1400" dirty="0" err="1"/>
              <a:t>Yt</a:t>
            </a:r>
            <a:r>
              <a:rPr lang="en-US" sz="1400" dirty="0"/>
              <a:t>, </a:t>
            </a:r>
            <a:r>
              <a:rPr lang="en-US" sz="1400" dirty="0" err="1"/>
              <a:t>Yp</a:t>
            </a:r>
            <a:r>
              <a:rPr lang="en-US" sz="1400" dirty="0"/>
              <a:t>)</a:t>
            </a:r>
          </a:p>
          <a:p>
            <a:pPr marL="0" indent="0">
              <a:lnSpc>
                <a:spcPct val="110000"/>
              </a:lnSpc>
              <a:spcBef>
                <a:spcPts val="0"/>
              </a:spcBef>
              <a:buNone/>
            </a:pPr>
            <a:r>
              <a:rPr lang="en-US" sz="1400" dirty="0" err="1"/>
              <a:t>Presicion</a:t>
            </a:r>
            <a:r>
              <a:rPr lang="en-US" sz="1400" dirty="0"/>
              <a:t>=</a:t>
            </a:r>
            <a:r>
              <a:rPr lang="en-US" sz="1400" dirty="0" err="1"/>
              <a:t>precision_score</a:t>
            </a:r>
            <a:r>
              <a:rPr lang="en-US" sz="1400" dirty="0"/>
              <a:t>(</a:t>
            </a:r>
            <a:r>
              <a:rPr lang="en-US" sz="1400" dirty="0" err="1"/>
              <a:t>Yt</a:t>
            </a:r>
            <a:r>
              <a:rPr lang="en-US" sz="1400" dirty="0"/>
              <a:t>, </a:t>
            </a:r>
            <a:r>
              <a:rPr lang="en-US" sz="1400" dirty="0" err="1"/>
              <a:t>Yp</a:t>
            </a:r>
            <a:r>
              <a:rPr lang="en-US" sz="1400" dirty="0"/>
              <a:t>)</a:t>
            </a:r>
          </a:p>
          <a:p>
            <a:pPr marL="0" indent="0">
              <a:lnSpc>
                <a:spcPct val="110000"/>
              </a:lnSpc>
              <a:spcBef>
                <a:spcPts val="0"/>
              </a:spcBef>
              <a:buNone/>
            </a:pPr>
            <a:r>
              <a:rPr lang="en-US" sz="1400" dirty="0" err="1"/>
              <a:t>Sensibilidad</a:t>
            </a:r>
            <a:r>
              <a:rPr lang="en-US" sz="1400" dirty="0"/>
              <a:t>=</a:t>
            </a:r>
            <a:r>
              <a:rPr lang="en-US" sz="1400" dirty="0" err="1"/>
              <a:t>recall_score</a:t>
            </a:r>
            <a:r>
              <a:rPr lang="en-US" sz="1400" dirty="0"/>
              <a:t>(</a:t>
            </a:r>
            <a:r>
              <a:rPr lang="en-US" sz="1400" dirty="0" err="1"/>
              <a:t>Yt</a:t>
            </a:r>
            <a:r>
              <a:rPr lang="en-US" sz="1400" dirty="0"/>
              <a:t>, </a:t>
            </a:r>
            <a:r>
              <a:rPr lang="en-US" sz="1400" dirty="0" err="1"/>
              <a:t>Yp</a:t>
            </a:r>
            <a:r>
              <a:rPr lang="en-US" sz="1400" dirty="0"/>
              <a:t>)</a:t>
            </a:r>
          </a:p>
          <a:p>
            <a:pPr marL="0" indent="0">
              <a:lnSpc>
                <a:spcPct val="110000"/>
              </a:lnSpc>
              <a:spcBef>
                <a:spcPts val="0"/>
              </a:spcBef>
              <a:buNone/>
            </a:pPr>
            <a:r>
              <a:rPr lang="en-US" sz="1400" dirty="0"/>
              <a:t>F1score=f1_score(</a:t>
            </a:r>
            <a:r>
              <a:rPr lang="en-US" sz="1400" dirty="0" err="1"/>
              <a:t>Yt</a:t>
            </a:r>
            <a:r>
              <a:rPr lang="en-US" sz="1400" dirty="0"/>
              <a:t>, </a:t>
            </a:r>
            <a:r>
              <a:rPr lang="en-US" sz="1400" dirty="0" err="1"/>
              <a:t>Yp</a:t>
            </a:r>
            <a:r>
              <a:rPr lang="en-US" sz="1400" dirty="0"/>
              <a:t>)</a:t>
            </a:r>
          </a:p>
          <a:p>
            <a:pPr marL="0" indent="0">
              <a:lnSpc>
                <a:spcPct val="110000"/>
              </a:lnSpc>
              <a:spcBef>
                <a:spcPts val="0"/>
              </a:spcBef>
              <a:buNone/>
            </a:pPr>
            <a:endParaRPr lang="en-US" sz="1400" dirty="0"/>
          </a:p>
          <a:p>
            <a:pPr marL="0" indent="0">
              <a:lnSpc>
                <a:spcPct val="110000"/>
              </a:lnSpc>
              <a:spcBef>
                <a:spcPts val="0"/>
              </a:spcBef>
              <a:buNone/>
            </a:pPr>
            <a:r>
              <a:rPr lang="en-US" sz="1400" dirty="0"/>
              <a:t>t=</a:t>
            </a:r>
            <a:r>
              <a:rPr lang="en-US" sz="1400" dirty="0" err="1"/>
              <a:t>np.arange</a:t>
            </a:r>
            <a:r>
              <a:rPr lang="en-US" sz="1400" dirty="0"/>
              <a:t>(0,len(</a:t>
            </a:r>
            <a:r>
              <a:rPr lang="en-US" sz="1400" dirty="0" err="1"/>
              <a:t>Datos</a:t>
            </a:r>
            <a:r>
              <a:rPr lang="en-US" sz="1400" dirty="0"/>
              <a:t>))</a:t>
            </a:r>
          </a:p>
          <a:p>
            <a:pPr marL="0" indent="0">
              <a:lnSpc>
                <a:spcPct val="110000"/>
              </a:lnSpc>
              <a:spcBef>
                <a:spcPts val="0"/>
              </a:spcBef>
              <a:buNone/>
            </a:pPr>
            <a:r>
              <a:rPr lang="en-US" sz="1400" dirty="0"/>
              <a:t>Xp0=</a:t>
            </a:r>
            <a:r>
              <a:rPr lang="en-US" sz="1400" dirty="0" err="1"/>
              <a:t>Datos</a:t>
            </a:r>
            <a:r>
              <a:rPr lang="en-US" sz="1400" dirty="0"/>
              <a:t>[</a:t>
            </a:r>
            <a:r>
              <a:rPr lang="en-US" sz="1400" dirty="0" err="1"/>
              <a:t>np.where</a:t>
            </a:r>
            <a:r>
              <a:rPr lang="en-US" sz="1400" dirty="0"/>
              <a:t>(</a:t>
            </a:r>
            <a:r>
              <a:rPr lang="en-US" sz="1400" dirty="0" err="1"/>
              <a:t>Yp</a:t>
            </a:r>
            <a:r>
              <a:rPr lang="en-US" sz="1400" dirty="0"/>
              <a:t> == 0)[0],:]      </a:t>
            </a:r>
          </a:p>
          <a:p>
            <a:pPr marL="0" indent="0">
              <a:lnSpc>
                <a:spcPct val="110000"/>
              </a:lnSpc>
              <a:spcBef>
                <a:spcPts val="0"/>
              </a:spcBef>
              <a:buNone/>
            </a:pPr>
            <a:r>
              <a:rPr lang="en-US" sz="1400" dirty="0"/>
              <a:t>Xp1=</a:t>
            </a:r>
            <a:r>
              <a:rPr lang="en-US" sz="1400" dirty="0" err="1"/>
              <a:t>Datos</a:t>
            </a:r>
            <a:r>
              <a:rPr lang="en-US" sz="1400" dirty="0"/>
              <a:t>[</a:t>
            </a:r>
            <a:r>
              <a:rPr lang="en-US" sz="1400" dirty="0" err="1"/>
              <a:t>np.where</a:t>
            </a:r>
            <a:r>
              <a:rPr lang="en-US" sz="1400" dirty="0"/>
              <a:t>(</a:t>
            </a:r>
            <a:r>
              <a:rPr lang="en-US" sz="1400" dirty="0" err="1"/>
              <a:t>Yp</a:t>
            </a:r>
            <a:r>
              <a:rPr lang="en-US" sz="1400" dirty="0"/>
              <a:t> == 1)[0],:]</a:t>
            </a:r>
          </a:p>
          <a:p>
            <a:pPr marL="0" indent="0">
              <a:lnSpc>
                <a:spcPct val="110000"/>
              </a:lnSpc>
              <a:spcBef>
                <a:spcPts val="0"/>
              </a:spcBef>
              <a:buNone/>
            </a:pPr>
            <a:r>
              <a:rPr lang="en-US" sz="1400" dirty="0"/>
              <a:t>t0=t[</a:t>
            </a:r>
            <a:r>
              <a:rPr lang="en-US" sz="1400" dirty="0" err="1"/>
              <a:t>np.where</a:t>
            </a:r>
            <a:r>
              <a:rPr lang="en-US" sz="1400" dirty="0"/>
              <a:t>(</a:t>
            </a:r>
            <a:r>
              <a:rPr lang="en-US" sz="1400" dirty="0" err="1"/>
              <a:t>Yp</a:t>
            </a:r>
            <a:r>
              <a:rPr lang="en-US" sz="1400" dirty="0"/>
              <a:t> == 0)]    </a:t>
            </a:r>
          </a:p>
          <a:p>
            <a:pPr marL="0" indent="0">
              <a:lnSpc>
                <a:spcPct val="110000"/>
              </a:lnSpc>
              <a:spcBef>
                <a:spcPts val="0"/>
              </a:spcBef>
              <a:buNone/>
            </a:pPr>
            <a:r>
              <a:rPr lang="en-US" sz="1400" dirty="0"/>
              <a:t>t1=t[</a:t>
            </a:r>
            <a:r>
              <a:rPr lang="en-US" sz="1400" dirty="0" err="1"/>
              <a:t>np.where</a:t>
            </a:r>
            <a:r>
              <a:rPr lang="en-US" sz="1400" dirty="0"/>
              <a:t>(</a:t>
            </a:r>
            <a:r>
              <a:rPr lang="en-US" sz="1400" dirty="0" err="1"/>
              <a:t>Yp</a:t>
            </a:r>
            <a:r>
              <a:rPr lang="en-US" sz="1400" dirty="0"/>
              <a:t> == 1)]</a:t>
            </a:r>
          </a:p>
          <a:p>
            <a:pPr marL="0" indent="0">
              <a:lnSpc>
                <a:spcPct val="110000"/>
              </a:lnSpc>
              <a:spcBef>
                <a:spcPts val="0"/>
              </a:spcBef>
              <a:buNone/>
            </a:pPr>
            <a:endParaRPr lang="en-US" sz="1400" dirty="0"/>
          </a:p>
          <a:p>
            <a:pPr marL="0" indent="0">
              <a:lnSpc>
                <a:spcPct val="110000"/>
              </a:lnSpc>
              <a:spcBef>
                <a:spcPts val="0"/>
              </a:spcBef>
              <a:buNone/>
            </a:pPr>
            <a:r>
              <a:rPr lang="en-US" sz="1400" dirty="0" err="1"/>
              <a:t>plt.figure</a:t>
            </a:r>
            <a:r>
              <a:rPr lang="en-US" sz="1400" dirty="0"/>
              <a:t>()</a:t>
            </a:r>
          </a:p>
          <a:p>
            <a:pPr marL="0" indent="0">
              <a:lnSpc>
                <a:spcPct val="110000"/>
              </a:lnSpc>
              <a:spcBef>
                <a:spcPts val="0"/>
              </a:spcBef>
              <a:buNone/>
            </a:pPr>
            <a:r>
              <a:rPr lang="en-US" sz="1400" dirty="0" err="1"/>
              <a:t>plt.plot</a:t>
            </a:r>
            <a:r>
              <a:rPr lang="en-US" sz="1400" dirty="0"/>
              <a:t>(t0,Xp0,'k')</a:t>
            </a:r>
          </a:p>
          <a:p>
            <a:pPr marL="0" indent="0">
              <a:lnSpc>
                <a:spcPct val="110000"/>
              </a:lnSpc>
              <a:spcBef>
                <a:spcPts val="0"/>
              </a:spcBef>
              <a:buNone/>
            </a:pPr>
            <a:r>
              <a:rPr lang="en-US" sz="1400" dirty="0" err="1"/>
              <a:t>plt.plot</a:t>
            </a:r>
            <a:r>
              <a:rPr lang="en-US" sz="1400" dirty="0"/>
              <a:t>(t1,Xp1,'rx')</a:t>
            </a:r>
          </a:p>
          <a:p>
            <a:pPr marL="0" indent="0">
              <a:lnSpc>
                <a:spcPct val="110000"/>
              </a:lnSpc>
              <a:spcBef>
                <a:spcPts val="0"/>
              </a:spcBef>
              <a:buNone/>
            </a:pPr>
            <a:r>
              <a:rPr lang="en-US" sz="1400" dirty="0" err="1"/>
              <a:t>plt.title</a:t>
            </a:r>
            <a:r>
              <a:rPr lang="en-US" sz="1400" dirty="0"/>
              <a:t>(title)</a:t>
            </a:r>
          </a:p>
          <a:p>
            <a:pPr marL="0" indent="0">
              <a:lnSpc>
                <a:spcPct val="110000"/>
              </a:lnSpc>
              <a:spcBef>
                <a:spcPts val="0"/>
              </a:spcBef>
              <a:buNone/>
            </a:pPr>
            <a:r>
              <a:rPr lang="en-US" sz="1400" dirty="0" err="1"/>
              <a:t>plt.show</a:t>
            </a:r>
            <a:r>
              <a:rPr lang="en-US" sz="1400" dirty="0"/>
              <a:t>()</a:t>
            </a:r>
          </a:p>
        </p:txBody>
      </p:sp>
    </p:spTree>
    <p:extLst>
      <p:ext uri="{BB962C8B-B14F-4D97-AF65-F5344CB8AC3E}">
        <p14:creationId xmlns:p14="http://schemas.microsoft.com/office/powerpoint/2010/main" val="28252767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a:blip r:embed="rId2"/>
          <a:stretch>
            <a:fillRect/>
          </a:stretch>
        </p:blipFill>
        <p:spPr>
          <a:xfrm>
            <a:off x="847804" y="498343"/>
            <a:ext cx="3600000" cy="2520955"/>
          </a:xfrm>
          <a:prstGeom prst="rect">
            <a:avLst/>
          </a:prstGeom>
        </p:spPr>
      </p:pic>
      <p:pic>
        <p:nvPicPr>
          <p:cNvPr id="7" name="Imagen 6"/>
          <p:cNvPicPr>
            <a:picLocks noChangeAspect="1"/>
          </p:cNvPicPr>
          <p:nvPr/>
        </p:nvPicPr>
        <p:blipFill>
          <a:blip r:embed="rId3"/>
          <a:stretch>
            <a:fillRect/>
          </a:stretch>
        </p:blipFill>
        <p:spPr>
          <a:xfrm>
            <a:off x="4447804" y="498343"/>
            <a:ext cx="3600000" cy="2520955"/>
          </a:xfrm>
          <a:prstGeom prst="rect">
            <a:avLst/>
          </a:prstGeom>
        </p:spPr>
      </p:pic>
      <p:pic>
        <p:nvPicPr>
          <p:cNvPr id="8" name="Imagen 7"/>
          <p:cNvPicPr>
            <a:picLocks noChangeAspect="1"/>
          </p:cNvPicPr>
          <p:nvPr/>
        </p:nvPicPr>
        <p:blipFill>
          <a:blip r:embed="rId4"/>
          <a:stretch>
            <a:fillRect/>
          </a:stretch>
        </p:blipFill>
        <p:spPr>
          <a:xfrm>
            <a:off x="847804" y="3019298"/>
            <a:ext cx="3600000" cy="2520955"/>
          </a:xfrm>
          <a:prstGeom prst="rect">
            <a:avLst/>
          </a:prstGeom>
        </p:spPr>
      </p:pic>
      <p:pic>
        <p:nvPicPr>
          <p:cNvPr id="9" name="Imagen 8"/>
          <p:cNvPicPr>
            <a:picLocks noChangeAspect="1"/>
          </p:cNvPicPr>
          <p:nvPr/>
        </p:nvPicPr>
        <p:blipFill>
          <a:blip r:embed="rId5"/>
          <a:stretch>
            <a:fillRect/>
          </a:stretch>
        </p:blipFill>
        <p:spPr>
          <a:xfrm>
            <a:off x="4447804" y="3019298"/>
            <a:ext cx="3600000" cy="2520955"/>
          </a:xfrm>
          <a:prstGeom prst="rect">
            <a:avLst/>
          </a:prstGeom>
        </p:spPr>
      </p:pic>
    </p:spTree>
    <p:extLst>
      <p:ext uri="{BB962C8B-B14F-4D97-AF65-F5344CB8AC3E}">
        <p14:creationId xmlns:p14="http://schemas.microsoft.com/office/powerpoint/2010/main" val="13078287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Ejemplo 1</a:t>
            </a:r>
            <a:endParaRPr lang="en-US" dirty="0"/>
          </a:p>
        </p:txBody>
      </p:sp>
      <p:graphicFrame>
        <p:nvGraphicFramePr>
          <p:cNvPr id="4" name="Tabla 3"/>
          <p:cNvGraphicFramePr>
            <a:graphicFrameLocks noGrp="1"/>
          </p:cNvGraphicFramePr>
          <p:nvPr>
            <p:extLst>
              <p:ext uri="{D42A27DB-BD31-4B8C-83A1-F6EECF244321}">
                <p14:modId xmlns:p14="http://schemas.microsoft.com/office/powerpoint/2010/main" val="1344272607"/>
              </p:ext>
            </p:extLst>
          </p:nvPr>
        </p:nvGraphicFramePr>
        <p:xfrm>
          <a:off x="1323702" y="2285275"/>
          <a:ext cx="6496595" cy="1819281"/>
        </p:xfrm>
        <a:graphic>
          <a:graphicData uri="http://schemas.openxmlformats.org/drawingml/2006/table">
            <a:tbl>
              <a:tblPr firstRow="1" bandRow="1">
                <a:tableStyleId>{5C22544A-7EE6-4342-B048-85BDC9FD1C3A}</a:tableStyleId>
              </a:tblPr>
              <a:tblGrid>
                <a:gridCol w="1724298">
                  <a:extLst>
                    <a:ext uri="{9D8B030D-6E8A-4147-A177-3AD203B41FA5}">
                      <a16:colId xmlns:a16="http://schemas.microsoft.com/office/drawing/2014/main" val="795035718"/>
                    </a:ext>
                  </a:extLst>
                </a:gridCol>
                <a:gridCol w="1136468">
                  <a:extLst>
                    <a:ext uri="{9D8B030D-6E8A-4147-A177-3AD203B41FA5}">
                      <a16:colId xmlns:a16="http://schemas.microsoft.com/office/drawing/2014/main" val="2342713981"/>
                    </a:ext>
                  </a:extLst>
                </a:gridCol>
                <a:gridCol w="1110343">
                  <a:extLst>
                    <a:ext uri="{9D8B030D-6E8A-4147-A177-3AD203B41FA5}">
                      <a16:colId xmlns:a16="http://schemas.microsoft.com/office/drawing/2014/main" val="1323301335"/>
                    </a:ext>
                  </a:extLst>
                </a:gridCol>
                <a:gridCol w="1332412">
                  <a:extLst>
                    <a:ext uri="{9D8B030D-6E8A-4147-A177-3AD203B41FA5}">
                      <a16:colId xmlns:a16="http://schemas.microsoft.com/office/drawing/2014/main" val="1772105408"/>
                    </a:ext>
                  </a:extLst>
                </a:gridCol>
                <a:gridCol w="1193074">
                  <a:extLst>
                    <a:ext uri="{9D8B030D-6E8A-4147-A177-3AD203B41FA5}">
                      <a16:colId xmlns:a16="http://schemas.microsoft.com/office/drawing/2014/main" val="408912770"/>
                    </a:ext>
                  </a:extLst>
                </a:gridCol>
              </a:tblGrid>
              <a:tr h="370840">
                <a:tc>
                  <a:txBody>
                    <a:bodyPr/>
                    <a:lstStyle/>
                    <a:p>
                      <a:r>
                        <a:rPr lang="es-CL" dirty="0"/>
                        <a:t>Método</a:t>
                      </a:r>
                      <a:endParaRPr lang="en-US" dirty="0"/>
                    </a:p>
                  </a:txBody>
                  <a:tcPr/>
                </a:tc>
                <a:tc>
                  <a:txBody>
                    <a:bodyPr/>
                    <a:lstStyle/>
                    <a:p>
                      <a:r>
                        <a:rPr lang="es-CL" dirty="0"/>
                        <a:t>Exactitud</a:t>
                      </a:r>
                      <a:endParaRPr lang="en-US" dirty="0"/>
                    </a:p>
                  </a:txBody>
                  <a:tcPr/>
                </a:tc>
                <a:tc>
                  <a:txBody>
                    <a:bodyPr/>
                    <a:lstStyle/>
                    <a:p>
                      <a:r>
                        <a:rPr lang="es-CL" dirty="0"/>
                        <a:t>Precisión</a:t>
                      </a:r>
                      <a:endParaRPr lang="en-US" dirty="0"/>
                    </a:p>
                  </a:txBody>
                  <a:tcPr/>
                </a:tc>
                <a:tc>
                  <a:txBody>
                    <a:bodyPr/>
                    <a:lstStyle/>
                    <a:p>
                      <a:r>
                        <a:rPr lang="es-CL" dirty="0"/>
                        <a:t>Sensibilidad</a:t>
                      </a:r>
                      <a:endParaRPr lang="en-US" dirty="0"/>
                    </a:p>
                  </a:txBody>
                  <a:tcPr/>
                </a:tc>
                <a:tc>
                  <a:txBody>
                    <a:bodyPr/>
                    <a:lstStyle/>
                    <a:p>
                      <a:r>
                        <a:rPr lang="es-CL" dirty="0"/>
                        <a:t>F1-score</a:t>
                      </a:r>
                      <a:endParaRPr lang="en-US" dirty="0"/>
                    </a:p>
                  </a:txBody>
                  <a:tcPr/>
                </a:tc>
                <a:extLst>
                  <a:ext uri="{0D108BD9-81ED-4DB2-BD59-A6C34878D82A}">
                    <a16:rowId xmlns:a16="http://schemas.microsoft.com/office/drawing/2014/main" val="3756053086"/>
                  </a:ext>
                </a:extLst>
              </a:tr>
              <a:tr h="370840">
                <a:tc>
                  <a:txBody>
                    <a:bodyPr/>
                    <a:lstStyle/>
                    <a:p>
                      <a:r>
                        <a:rPr lang="es-CL" dirty="0"/>
                        <a:t>Estadístico</a:t>
                      </a:r>
                      <a:endParaRPr lang="en-US" dirty="0"/>
                    </a:p>
                  </a:txBody>
                  <a:tcPr/>
                </a:tc>
                <a:tc>
                  <a:txBody>
                    <a:bodyPr/>
                    <a:lstStyle/>
                    <a:p>
                      <a:r>
                        <a:rPr lang="en-US" dirty="0"/>
                        <a:t>0.98</a:t>
                      </a:r>
                    </a:p>
                  </a:txBody>
                  <a:tcPr/>
                </a:tc>
                <a:tc>
                  <a:txBody>
                    <a:bodyPr/>
                    <a:lstStyle/>
                    <a:p>
                      <a:r>
                        <a:rPr lang="en-US" dirty="0"/>
                        <a:t>0.98</a:t>
                      </a:r>
                    </a:p>
                  </a:txBody>
                  <a:tcPr/>
                </a:tc>
                <a:tc>
                  <a:txBody>
                    <a:bodyPr/>
                    <a:lstStyle/>
                    <a:p>
                      <a:r>
                        <a:rPr lang="en-US" dirty="0"/>
                        <a:t>0.38</a:t>
                      </a:r>
                    </a:p>
                  </a:txBody>
                  <a:tcPr/>
                </a:tc>
                <a:tc>
                  <a:txBody>
                    <a:bodyPr/>
                    <a:lstStyle/>
                    <a:p>
                      <a:r>
                        <a:rPr lang="en-US" dirty="0"/>
                        <a:t>0.55</a:t>
                      </a:r>
                    </a:p>
                  </a:txBody>
                  <a:tcPr/>
                </a:tc>
                <a:extLst>
                  <a:ext uri="{0D108BD9-81ED-4DB2-BD59-A6C34878D82A}">
                    <a16:rowId xmlns:a16="http://schemas.microsoft.com/office/drawing/2014/main" val="2452669837"/>
                  </a:ext>
                </a:extLst>
              </a:tr>
              <a:tr h="33592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dirty="0" err="1"/>
                        <a:t>Isolation</a:t>
                      </a:r>
                      <a:r>
                        <a:rPr lang="es-CL" dirty="0"/>
                        <a:t> </a:t>
                      </a:r>
                      <a:r>
                        <a:rPr lang="es-CL" dirty="0" err="1"/>
                        <a:t>Forest</a:t>
                      </a:r>
                      <a:endParaRPr lang="en-US" dirty="0"/>
                    </a:p>
                  </a:txBody>
                  <a:tcPr/>
                </a:tc>
                <a:tc>
                  <a:txBody>
                    <a:bodyPr/>
                    <a:lstStyle/>
                    <a:p>
                      <a:r>
                        <a:rPr lang="en-US" dirty="0"/>
                        <a:t>0.98</a:t>
                      </a:r>
                    </a:p>
                  </a:txBody>
                  <a:tcPr/>
                </a:tc>
                <a:tc>
                  <a:txBody>
                    <a:bodyPr/>
                    <a:lstStyle/>
                    <a:p>
                      <a:r>
                        <a:rPr lang="en-US" dirty="0"/>
                        <a:t>0.97</a:t>
                      </a:r>
                    </a:p>
                  </a:txBody>
                  <a:tcPr/>
                </a:tc>
                <a:tc>
                  <a:txBody>
                    <a:bodyPr/>
                    <a:lstStyle/>
                    <a:p>
                      <a:r>
                        <a:rPr lang="en-US" dirty="0"/>
                        <a:t>0.38</a:t>
                      </a:r>
                    </a:p>
                  </a:txBody>
                  <a:tcPr/>
                </a:tc>
                <a:tc>
                  <a:txBody>
                    <a:bodyPr/>
                    <a:lstStyle/>
                    <a:p>
                      <a:r>
                        <a:rPr lang="en-US" dirty="0"/>
                        <a:t>0.54</a:t>
                      </a:r>
                    </a:p>
                  </a:txBody>
                  <a:tcPr/>
                </a:tc>
                <a:extLst>
                  <a:ext uri="{0D108BD9-81ED-4DB2-BD59-A6C34878D82A}">
                    <a16:rowId xmlns:a16="http://schemas.microsoft.com/office/drawing/2014/main" val="1113188579"/>
                  </a:ext>
                </a:extLst>
              </a:tr>
              <a:tr h="370840">
                <a:tc>
                  <a:txBody>
                    <a:bodyPr/>
                    <a:lstStyle/>
                    <a:p>
                      <a:r>
                        <a:rPr lang="es-CL" dirty="0"/>
                        <a:t>LOF</a:t>
                      </a:r>
                      <a:endParaRPr lang="en-US" dirty="0"/>
                    </a:p>
                  </a:txBody>
                  <a:tcPr/>
                </a:tc>
                <a:tc>
                  <a:txBody>
                    <a:bodyPr/>
                    <a:lstStyle/>
                    <a:p>
                      <a:r>
                        <a:rPr lang="en-US" dirty="0"/>
                        <a:t>0.97</a:t>
                      </a:r>
                    </a:p>
                  </a:txBody>
                  <a:tcPr/>
                </a:tc>
                <a:tc>
                  <a:txBody>
                    <a:bodyPr/>
                    <a:lstStyle/>
                    <a:p>
                      <a:r>
                        <a:rPr lang="en-US" dirty="0"/>
                        <a:t>0.22</a:t>
                      </a:r>
                    </a:p>
                  </a:txBody>
                  <a:tcPr/>
                </a:tc>
                <a:tc>
                  <a:txBody>
                    <a:bodyPr/>
                    <a:lstStyle/>
                    <a:p>
                      <a:r>
                        <a:rPr lang="en-US" dirty="0"/>
                        <a:t>0.09</a:t>
                      </a:r>
                    </a:p>
                  </a:txBody>
                  <a:tcPr/>
                </a:tc>
                <a:tc>
                  <a:txBody>
                    <a:bodyPr/>
                    <a:lstStyle/>
                    <a:p>
                      <a:r>
                        <a:rPr lang="en-US" dirty="0"/>
                        <a:t>0.13</a:t>
                      </a:r>
                    </a:p>
                  </a:txBody>
                  <a:tcPr/>
                </a:tc>
                <a:extLst>
                  <a:ext uri="{0D108BD9-81ED-4DB2-BD59-A6C34878D82A}">
                    <a16:rowId xmlns:a16="http://schemas.microsoft.com/office/drawing/2014/main" val="1270437969"/>
                  </a:ext>
                </a:extLst>
              </a:tr>
              <a:tr h="370840">
                <a:tc>
                  <a:txBody>
                    <a:bodyPr/>
                    <a:lstStyle/>
                    <a:p>
                      <a:r>
                        <a:rPr lang="es-CL" dirty="0"/>
                        <a:t>OC-SVM</a:t>
                      </a:r>
                      <a:endParaRPr lang="en-US" dirty="0"/>
                    </a:p>
                  </a:txBody>
                  <a:tcPr/>
                </a:tc>
                <a:tc>
                  <a:txBody>
                    <a:bodyPr/>
                    <a:lstStyle/>
                    <a:p>
                      <a:r>
                        <a:rPr lang="en-US" dirty="0"/>
                        <a:t>0.97</a:t>
                      </a:r>
                    </a:p>
                  </a:txBody>
                  <a:tcPr/>
                </a:tc>
                <a:tc>
                  <a:txBody>
                    <a:bodyPr/>
                    <a:lstStyle/>
                    <a:p>
                      <a:r>
                        <a:rPr lang="en-US" dirty="0"/>
                        <a:t>0.25</a:t>
                      </a:r>
                    </a:p>
                  </a:txBody>
                  <a:tcPr/>
                </a:tc>
                <a:tc>
                  <a:txBody>
                    <a:bodyPr/>
                    <a:lstStyle/>
                    <a:p>
                      <a:r>
                        <a:rPr lang="en-US" dirty="0"/>
                        <a:t>0.14</a:t>
                      </a:r>
                    </a:p>
                  </a:txBody>
                  <a:tcPr/>
                </a:tc>
                <a:tc>
                  <a:txBody>
                    <a:bodyPr/>
                    <a:lstStyle/>
                    <a:p>
                      <a:r>
                        <a:rPr lang="en-US" dirty="0"/>
                        <a:t>0.18</a:t>
                      </a:r>
                    </a:p>
                  </a:txBody>
                  <a:tcPr/>
                </a:tc>
                <a:extLst>
                  <a:ext uri="{0D108BD9-81ED-4DB2-BD59-A6C34878D82A}">
                    <a16:rowId xmlns:a16="http://schemas.microsoft.com/office/drawing/2014/main" val="1236798757"/>
                  </a:ext>
                </a:extLst>
              </a:tr>
            </a:tbl>
          </a:graphicData>
        </a:graphic>
      </p:graphicFrame>
    </p:spTree>
    <p:extLst>
      <p:ext uri="{BB962C8B-B14F-4D97-AF65-F5344CB8AC3E}">
        <p14:creationId xmlns:p14="http://schemas.microsoft.com/office/powerpoint/2010/main" val="23918918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Detección de novedades</a:t>
            </a:r>
          </a:p>
        </p:txBody>
      </p:sp>
      <p:sp>
        <p:nvSpPr>
          <p:cNvPr id="6" name="Content Placeholder 5"/>
          <p:cNvSpPr>
            <a:spLocks noGrp="1"/>
          </p:cNvSpPr>
          <p:nvPr>
            <p:ph idx="1"/>
          </p:nvPr>
        </p:nvSpPr>
        <p:spPr/>
        <p:txBody>
          <a:bodyPr/>
          <a:lstStyle/>
          <a:p>
            <a:pPr marL="0" indent="0" algn="just">
              <a:buNone/>
            </a:pPr>
            <a:r>
              <a:rPr lang="es-ES" dirty="0"/>
              <a:t>Los datos de entrenamiento no están contaminados con datos anómalos y estamos interesados en detectar si una nueva observación es un valor anómalo. En este contexto, un valor anómalo también se denomina novedad.</a:t>
            </a:r>
          </a:p>
        </p:txBody>
      </p:sp>
      <p:sp>
        <p:nvSpPr>
          <p:cNvPr id="5" name="Slide Number Placeholder 4"/>
          <p:cNvSpPr>
            <a:spLocks noGrp="1"/>
          </p:cNvSpPr>
          <p:nvPr>
            <p:ph type="sldNum" sz="quarter" idx="12"/>
          </p:nvPr>
        </p:nvSpPr>
        <p:spPr/>
        <p:txBody>
          <a:bodyPr/>
          <a:lstStyle/>
          <a:p>
            <a:fld id="{ED3C9F24-97CD-894E-963C-61E4D5D33747}" type="slidenum">
              <a:rPr lang="es-ES_tradnl" smtClean="0"/>
              <a:t>58</a:t>
            </a:fld>
            <a:endParaRPr lang="es-ES_tradnl"/>
          </a:p>
        </p:txBody>
      </p:sp>
    </p:spTree>
    <p:extLst>
      <p:ext uri="{BB962C8B-B14F-4D97-AF65-F5344CB8AC3E}">
        <p14:creationId xmlns:p14="http://schemas.microsoft.com/office/powerpoint/2010/main" val="15346444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L" dirty="0"/>
              <a:t>Ejemplo 2 - P</a:t>
            </a:r>
            <a:r>
              <a:rPr lang="es-CL" sz="3200" dirty="0"/>
              <a:t>HM en rodamientos</a:t>
            </a:r>
            <a:endParaRPr lang="es-CL" dirty="0"/>
          </a:p>
        </p:txBody>
      </p:sp>
      <p:sp>
        <p:nvSpPr>
          <p:cNvPr id="3" name="2 Marcador de contenido"/>
          <p:cNvSpPr>
            <a:spLocks noGrp="1"/>
          </p:cNvSpPr>
          <p:nvPr>
            <p:ph idx="1"/>
          </p:nvPr>
        </p:nvSpPr>
        <p:spPr>
          <a:xfrm>
            <a:off x="628650" y="1360264"/>
            <a:ext cx="3563788" cy="4816699"/>
          </a:xfrm>
        </p:spPr>
        <p:txBody>
          <a:bodyPr>
            <a:normAutofit/>
          </a:bodyPr>
          <a:lstStyle/>
          <a:p>
            <a:pPr marL="0" indent="0" algn="just">
              <a:buNone/>
            </a:pPr>
            <a:r>
              <a:rPr lang="es-CL" sz="2000" dirty="0"/>
              <a:t>Para generación la información se trabajó en un montaje experimental que permite operar los rodamientos en condiciones desfavorables (velocidad y carga). Obteniendo una gran cantidad de información sobre la degradación del rodamiento.</a:t>
            </a:r>
          </a:p>
          <a:p>
            <a:pPr marL="0" indent="0" algn="just">
              <a:buNone/>
            </a:pPr>
            <a:endParaRPr lang="es-ES" dirty="0"/>
          </a:p>
          <a:p>
            <a:pPr marL="0" indent="0" algn="just">
              <a:buNone/>
            </a:pPr>
            <a:r>
              <a:rPr lang="es-ES" sz="2000" dirty="0"/>
              <a:t>La velocidad de giro es constante a 2000 RPM, se aplica una carga 6000 </a:t>
            </a:r>
            <a:r>
              <a:rPr lang="es-ES" sz="2000" dirty="0" err="1"/>
              <a:t>lbs</a:t>
            </a:r>
            <a:r>
              <a:rPr lang="es-ES" sz="2000" dirty="0"/>
              <a:t> (2721 </a:t>
            </a:r>
            <a:r>
              <a:rPr lang="es-ES" sz="2000" dirty="0" err="1"/>
              <a:t>kgf</a:t>
            </a:r>
            <a:r>
              <a:rPr lang="es-ES" sz="2000" dirty="0"/>
              <a:t>).</a:t>
            </a:r>
            <a:endParaRPr lang="es-CL" sz="2000" dirty="0"/>
          </a:p>
        </p:txBody>
      </p:sp>
      <p:sp>
        <p:nvSpPr>
          <p:cNvPr id="4" name="3 Marcador de número de diapositiva"/>
          <p:cNvSpPr>
            <a:spLocks noGrp="1"/>
          </p:cNvSpPr>
          <p:nvPr>
            <p:ph type="sldNum" sz="quarter" idx="12"/>
          </p:nvPr>
        </p:nvSpPr>
        <p:spPr/>
        <p:txBody>
          <a:bodyPr/>
          <a:lstStyle/>
          <a:p>
            <a:fld id="{ED3C9F24-97CD-894E-963C-61E4D5D33747}" type="slidenum">
              <a:rPr lang="es-ES_tradnl" smtClean="0"/>
              <a:t>59</a:t>
            </a:fld>
            <a:endParaRPr lang="es-ES_tradnl"/>
          </a:p>
        </p:txBody>
      </p:sp>
      <p:pic>
        <p:nvPicPr>
          <p:cNvPr id="5" name="Imagen 4"/>
          <p:cNvPicPr>
            <a:picLocks noChangeAspect="1"/>
          </p:cNvPicPr>
          <p:nvPr/>
        </p:nvPicPr>
        <p:blipFill rotWithShape="1">
          <a:blip r:embed="rId2"/>
          <a:srcRect l="7148"/>
          <a:stretch/>
        </p:blipFill>
        <p:spPr>
          <a:xfrm>
            <a:off x="4770408" y="1288343"/>
            <a:ext cx="3900216" cy="4565487"/>
          </a:xfrm>
          <a:prstGeom prst="rect">
            <a:avLst/>
          </a:prstGeom>
        </p:spPr>
      </p:pic>
    </p:spTree>
    <p:extLst>
      <p:ext uri="{BB962C8B-B14F-4D97-AF65-F5344CB8AC3E}">
        <p14:creationId xmlns:p14="http://schemas.microsoft.com/office/powerpoint/2010/main" val="29431753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Ejemplo 2</a:t>
            </a:r>
          </a:p>
        </p:txBody>
      </p:sp>
      <p:sp>
        <p:nvSpPr>
          <p:cNvPr id="3" name="Content Placeholder 2"/>
          <p:cNvSpPr>
            <a:spLocks noGrp="1"/>
          </p:cNvSpPr>
          <p:nvPr>
            <p:ph idx="1"/>
          </p:nvPr>
        </p:nvSpPr>
        <p:spPr>
          <a:xfrm>
            <a:off x="628650" y="1371600"/>
            <a:ext cx="7886700" cy="4805363"/>
          </a:xfrm>
        </p:spPr>
        <p:txBody>
          <a:bodyPr>
            <a:noAutofit/>
          </a:bodyPr>
          <a:lstStyle/>
          <a:p>
            <a:pPr marL="0" indent="0">
              <a:lnSpc>
                <a:spcPct val="110000"/>
              </a:lnSpc>
              <a:spcBef>
                <a:spcPts val="0"/>
              </a:spcBef>
              <a:buNone/>
            </a:pPr>
            <a:r>
              <a:rPr lang="es-ES" sz="1400" dirty="0" err="1"/>
              <a:t>import</a:t>
            </a:r>
            <a:r>
              <a:rPr lang="es-ES" sz="1400" dirty="0"/>
              <a:t> </a:t>
            </a:r>
            <a:r>
              <a:rPr lang="es-ES" sz="1400" dirty="0" err="1"/>
              <a:t>numpy</a:t>
            </a:r>
            <a:r>
              <a:rPr lang="es-ES" sz="1400" dirty="0"/>
              <a:t> as </a:t>
            </a:r>
            <a:r>
              <a:rPr lang="es-ES" sz="1400" dirty="0" err="1"/>
              <a:t>np</a:t>
            </a:r>
            <a:endParaRPr lang="es-ES" sz="1400" dirty="0"/>
          </a:p>
          <a:p>
            <a:pPr marL="0" indent="0">
              <a:lnSpc>
                <a:spcPct val="110000"/>
              </a:lnSpc>
              <a:spcBef>
                <a:spcPts val="0"/>
              </a:spcBef>
              <a:buNone/>
            </a:pPr>
            <a:r>
              <a:rPr lang="es-ES" sz="1400" dirty="0" err="1"/>
              <a:t>import</a:t>
            </a:r>
            <a:r>
              <a:rPr lang="es-ES" sz="1400" dirty="0"/>
              <a:t> pandas as </a:t>
            </a:r>
            <a:r>
              <a:rPr lang="es-ES" sz="1400" dirty="0" err="1"/>
              <a:t>pd</a:t>
            </a:r>
            <a:endParaRPr lang="es-ES" sz="1400" dirty="0"/>
          </a:p>
          <a:p>
            <a:pPr marL="0" indent="0">
              <a:lnSpc>
                <a:spcPct val="110000"/>
              </a:lnSpc>
              <a:spcBef>
                <a:spcPts val="0"/>
              </a:spcBef>
              <a:buNone/>
            </a:pPr>
            <a:r>
              <a:rPr lang="es-ES" sz="1400" dirty="0" err="1"/>
              <a:t>import</a:t>
            </a:r>
            <a:r>
              <a:rPr lang="es-ES" sz="1400" dirty="0"/>
              <a:t> </a:t>
            </a:r>
            <a:r>
              <a:rPr lang="es-ES" sz="1400" dirty="0" err="1"/>
              <a:t>matplotlib.pyplot</a:t>
            </a:r>
            <a:r>
              <a:rPr lang="es-ES" sz="1400" dirty="0"/>
              <a:t> as </a:t>
            </a:r>
            <a:r>
              <a:rPr lang="es-ES" sz="1400" dirty="0" err="1"/>
              <a:t>plt</a:t>
            </a:r>
            <a:endParaRPr lang="es-ES" sz="1400" dirty="0"/>
          </a:p>
          <a:p>
            <a:pPr marL="0" indent="0">
              <a:lnSpc>
                <a:spcPct val="110000"/>
              </a:lnSpc>
              <a:spcBef>
                <a:spcPts val="0"/>
              </a:spcBef>
              <a:buNone/>
            </a:pPr>
            <a:r>
              <a:rPr lang="es-ES" sz="1400" dirty="0" err="1"/>
              <a:t>from</a:t>
            </a:r>
            <a:r>
              <a:rPr lang="es-ES" sz="1400" dirty="0"/>
              <a:t> </a:t>
            </a:r>
            <a:r>
              <a:rPr lang="es-ES" sz="1400" dirty="0" err="1"/>
              <a:t>sklearn.covariance</a:t>
            </a:r>
            <a:r>
              <a:rPr lang="es-ES" sz="1400" dirty="0"/>
              <a:t> </a:t>
            </a:r>
            <a:r>
              <a:rPr lang="es-ES" sz="1400" dirty="0" err="1"/>
              <a:t>import</a:t>
            </a:r>
            <a:r>
              <a:rPr lang="es-ES" sz="1400" dirty="0"/>
              <a:t> </a:t>
            </a:r>
            <a:r>
              <a:rPr lang="es-ES" sz="1400" dirty="0" err="1"/>
              <a:t>EllipticEnvelope</a:t>
            </a:r>
            <a:endParaRPr lang="es-ES" sz="1400" dirty="0"/>
          </a:p>
          <a:p>
            <a:pPr marL="0" indent="0">
              <a:lnSpc>
                <a:spcPct val="110000"/>
              </a:lnSpc>
              <a:spcBef>
                <a:spcPts val="0"/>
              </a:spcBef>
              <a:buNone/>
            </a:pPr>
            <a:r>
              <a:rPr lang="es-ES" sz="1400" dirty="0" err="1"/>
              <a:t>from</a:t>
            </a:r>
            <a:r>
              <a:rPr lang="es-ES" sz="1400" dirty="0"/>
              <a:t> </a:t>
            </a:r>
            <a:r>
              <a:rPr lang="es-ES" sz="1400" dirty="0" err="1"/>
              <a:t>sklearn.ensemble</a:t>
            </a:r>
            <a:r>
              <a:rPr lang="es-ES" sz="1400" dirty="0"/>
              <a:t> </a:t>
            </a:r>
            <a:r>
              <a:rPr lang="es-ES" sz="1400" dirty="0" err="1"/>
              <a:t>import</a:t>
            </a:r>
            <a:r>
              <a:rPr lang="es-ES" sz="1400" dirty="0"/>
              <a:t> </a:t>
            </a:r>
            <a:r>
              <a:rPr lang="es-ES" sz="1400" dirty="0" err="1"/>
              <a:t>IsolationForest</a:t>
            </a:r>
            <a:endParaRPr lang="es-ES" sz="1400" dirty="0"/>
          </a:p>
          <a:p>
            <a:pPr marL="0" indent="0">
              <a:lnSpc>
                <a:spcPct val="110000"/>
              </a:lnSpc>
              <a:spcBef>
                <a:spcPts val="0"/>
              </a:spcBef>
              <a:buNone/>
            </a:pPr>
            <a:r>
              <a:rPr lang="es-ES" sz="1400" dirty="0" err="1"/>
              <a:t>from</a:t>
            </a:r>
            <a:r>
              <a:rPr lang="es-ES" sz="1400" dirty="0"/>
              <a:t> </a:t>
            </a:r>
            <a:r>
              <a:rPr lang="es-ES" sz="1400" dirty="0" err="1"/>
              <a:t>sklearn.neighbors</a:t>
            </a:r>
            <a:r>
              <a:rPr lang="es-ES" sz="1400" dirty="0"/>
              <a:t> </a:t>
            </a:r>
            <a:r>
              <a:rPr lang="es-ES" sz="1400" dirty="0" err="1"/>
              <a:t>import</a:t>
            </a:r>
            <a:r>
              <a:rPr lang="es-ES" sz="1400" dirty="0"/>
              <a:t> </a:t>
            </a:r>
            <a:r>
              <a:rPr lang="es-ES" sz="1400" dirty="0" err="1"/>
              <a:t>LocalOutlierFactor</a:t>
            </a:r>
            <a:endParaRPr lang="es-ES" sz="1400" dirty="0"/>
          </a:p>
          <a:p>
            <a:pPr marL="0" indent="0">
              <a:lnSpc>
                <a:spcPct val="110000"/>
              </a:lnSpc>
              <a:spcBef>
                <a:spcPts val="0"/>
              </a:spcBef>
              <a:buNone/>
            </a:pPr>
            <a:r>
              <a:rPr lang="es-ES" sz="1400" dirty="0" err="1"/>
              <a:t>from</a:t>
            </a:r>
            <a:r>
              <a:rPr lang="es-ES" sz="1400" dirty="0"/>
              <a:t> </a:t>
            </a:r>
            <a:r>
              <a:rPr lang="es-ES" sz="1400" dirty="0" err="1"/>
              <a:t>sklearn</a:t>
            </a:r>
            <a:r>
              <a:rPr lang="es-ES" sz="1400" dirty="0"/>
              <a:t> </a:t>
            </a:r>
            <a:r>
              <a:rPr lang="es-ES" sz="1400" dirty="0" err="1"/>
              <a:t>import</a:t>
            </a:r>
            <a:r>
              <a:rPr lang="es-ES" sz="1400" dirty="0"/>
              <a:t> </a:t>
            </a:r>
            <a:r>
              <a:rPr lang="es-ES" sz="1400" dirty="0" err="1"/>
              <a:t>svm</a:t>
            </a:r>
            <a:endParaRPr lang="es-ES" sz="1400" dirty="0"/>
          </a:p>
          <a:p>
            <a:pPr marL="0" indent="0">
              <a:lnSpc>
                <a:spcPct val="110000"/>
              </a:lnSpc>
              <a:spcBef>
                <a:spcPts val="0"/>
              </a:spcBef>
              <a:buNone/>
            </a:pPr>
            <a:endParaRPr lang="es-ES" sz="1400" dirty="0"/>
          </a:p>
          <a:p>
            <a:pPr marL="0" indent="0">
              <a:lnSpc>
                <a:spcPct val="110000"/>
              </a:lnSpc>
              <a:spcBef>
                <a:spcPts val="0"/>
              </a:spcBef>
              <a:buNone/>
            </a:pPr>
            <a:r>
              <a:rPr lang="es-ES" sz="1400" dirty="0"/>
              <a:t>#registro de datos de vibraciones en RMS</a:t>
            </a:r>
          </a:p>
          <a:p>
            <a:pPr marL="0" indent="0">
              <a:lnSpc>
                <a:spcPct val="110000"/>
              </a:lnSpc>
              <a:spcBef>
                <a:spcPts val="0"/>
              </a:spcBef>
              <a:buNone/>
            </a:pPr>
            <a:r>
              <a:rPr lang="es-ES" sz="1400" dirty="0"/>
              <a:t>Datos1 = </a:t>
            </a:r>
            <a:r>
              <a:rPr lang="es-ES" sz="1400" dirty="0" err="1"/>
              <a:t>pd.read_csv</a:t>
            </a:r>
            <a:r>
              <a:rPr lang="es-ES" sz="1400" dirty="0"/>
              <a:t>('RMSvibraciones1.txt')</a:t>
            </a:r>
          </a:p>
          <a:p>
            <a:pPr marL="0" indent="0">
              <a:lnSpc>
                <a:spcPct val="110000"/>
              </a:lnSpc>
              <a:spcBef>
                <a:spcPts val="0"/>
              </a:spcBef>
              <a:buNone/>
            </a:pPr>
            <a:endParaRPr lang="es-ES" sz="1400" dirty="0"/>
          </a:p>
          <a:p>
            <a:pPr marL="0" indent="0">
              <a:lnSpc>
                <a:spcPct val="110000"/>
              </a:lnSpc>
              <a:spcBef>
                <a:spcPts val="0"/>
              </a:spcBef>
              <a:buNone/>
            </a:pPr>
            <a:r>
              <a:rPr lang="es-ES" sz="1400" dirty="0"/>
              <a:t>#registro de tiempo en minutos</a:t>
            </a:r>
          </a:p>
          <a:p>
            <a:pPr marL="0" indent="0">
              <a:lnSpc>
                <a:spcPct val="110000"/>
              </a:lnSpc>
              <a:spcBef>
                <a:spcPts val="0"/>
              </a:spcBef>
              <a:buNone/>
            </a:pPr>
            <a:r>
              <a:rPr lang="es-ES" sz="1400" dirty="0"/>
              <a:t>t1 = </a:t>
            </a:r>
            <a:r>
              <a:rPr lang="es-ES" sz="1400" dirty="0" err="1"/>
              <a:t>pd.read_csv</a:t>
            </a:r>
            <a:r>
              <a:rPr lang="es-ES" sz="1400" dirty="0"/>
              <a:t>('time1.txt')</a:t>
            </a:r>
          </a:p>
          <a:p>
            <a:pPr marL="0" indent="0">
              <a:lnSpc>
                <a:spcPct val="110000"/>
              </a:lnSpc>
              <a:spcBef>
                <a:spcPts val="0"/>
              </a:spcBef>
              <a:buNone/>
            </a:pPr>
            <a:endParaRPr lang="es-ES" sz="1400" dirty="0"/>
          </a:p>
          <a:p>
            <a:pPr marL="0" indent="0">
              <a:spcBef>
                <a:spcPts val="0"/>
              </a:spcBef>
              <a:buNone/>
            </a:pPr>
            <a:endParaRPr lang="es-ES" sz="1300" dirty="0"/>
          </a:p>
          <a:p>
            <a:pPr marL="0" indent="0">
              <a:spcBef>
                <a:spcPts val="0"/>
              </a:spcBef>
              <a:buNone/>
            </a:pPr>
            <a:endParaRPr lang="es-ES" sz="1300" dirty="0"/>
          </a:p>
          <a:p>
            <a:pPr marL="0" indent="0">
              <a:spcBef>
                <a:spcPts val="0"/>
              </a:spcBef>
              <a:buNone/>
            </a:pPr>
            <a:endParaRPr lang="es-ES" sz="1300" dirty="0"/>
          </a:p>
          <a:p>
            <a:pPr marL="0" indent="0">
              <a:spcBef>
                <a:spcPts val="0"/>
              </a:spcBef>
              <a:buNone/>
            </a:pPr>
            <a:endParaRPr lang="es-ES" sz="1300" dirty="0"/>
          </a:p>
        </p:txBody>
      </p:sp>
      <p:sp>
        <p:nvSpPr>
          <p:cNvPr id="4" name="Slide Number Placeholder 3"/>
          <p:cNvSpPr>
            <a:spLocks noGrp="1"/>
          </p:cNvSpPr>
          <p:nvPr>
            <p:ph type="sldNum" sz="quarter" idx="12"/>
          </p:nvPr>
        </p:nvSpPr>
        <p:spPr/>
        <p:txBody>
          <a:bodyPr/>
          <a:lstStyle/>
          <a:p>
            <a:fld id="{ED3C9F24-97CD-894E-963C-61E4D5D33747}" type="slidenum">
              <a:rPr lang="es-ES_tradnl" smtClean="0"/>
              <a:t>60</a:t>
            </a:fld>
            <a:endParaRPr lang="es-ES_tradnl"/>
          </a:p>
        </p:txBody>
      </p:sp>
    </p:spTree>
    <p:extLst>
      <p:ext uri="{BB962C8B-B14F-4D97-AF65-F5344CB8AC3E}">
        <p14:creationId xmlns:p14="http://schemas.microsoft.com/office/powerpoint/2010/main" val="34486238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Ejemplo 2</a:t>
            </a:r>
          </a:p>
        </p:txBody>
      </p:sp>
      <p:sp>
        <p:nvSpPr>
          <p:cNvPr id="3" name="Content Placeholder 2"/>
          <p:cNvSpPr>
            <a:spLocks noGrp="1"/>
          </p:cNvSpPr>
          <p:nvPr>
            <p:ph idx="1"/>
          </p:nvPr>
        </p:nvSpPr>
        <p:spPr>
          <a:xfrm>
            <a:off x="628650" y="1371600"/>
            <a:ext cx="7886700" cy="4805363"/>
          </a:xfrm>
        </p:spPr>
        <p:txBody>
          <a:bodyPr>
            <a:noAutofit/>
          </a:bodyPr>
          <a:lstStyle/>
          <a:p>
            <a:pPr marL="0" indent="0">
              <a:lnSpc>
                <a:spcPct val="110000"/>
              </a:lnSpc>
              <a:spcBef>
                <a:spcPts val="0"/>
              </a:spcBef>
              <a:buNone/>
            </a:pPr>
            <a:r>
              <a:rPr lang="es-ES" sz="1400" dirty="0" err="1"/>
              <a:t>plt.figure</a:t>
            </a:r>
            <a:r>
              <a:rPr lang="es-ES" sz="1400" dirty="0"/>
              <a:t>()</a:t>
            </a:r>
          </a:p>
          <a:p>
            <a:pPr marL="0" indent="0">
              <a:lnSpc>
                <a:spcPct val="110000"/>
              </a:lnSpc>
              <a:spcBef>
                <a:spcPts val="0"/>
              </a:spcBef>
              <a:buNone/>
            </a:pPr>
            <a:r>
              <a:rPr lang="es-ES" sz="1400" dirty="0" err="1"/>
              <a:t>plt.plot</a:t>
            </a:r>
            <a:r>
              <a:rPr lang="es-ES" sz="1400" dirty="0"/>
              <a:t>(t1/60,Datos1)</a:t>
            </a:r>
          </a:p>
          <a:p>
            <a:pPr marL="0" indent="0">
              <a:lnSpc>
                <a:spcPct val="110000"/>
              </a:lnSpc>
              <a:spcBef>
                <a:spcPts val="0"/>
              </a:spcBef>
              <a:buNone/>
            </a:pPr>
            <a:r>
              <a:rPr lang="es-ES" sz="1400" dirty="0" err="1"/>
              <a:t>plt.xlabel</a:t>
            </a:r>
            <a:r>
              <a:rPr lang="es-ES" sz="1400" dirty="0"/>
              <a:t>('tiempo (horas)', </a:t>
            </a:r>
            <a:r>
              <a:rPr lang="es-ES" sz="1400" dirty="0" err="1"/>
              <a:t>fontsize</a:t>
            </a:r>
            <a:r>
              <a:rPr lang="es-ES" sz="1400" dirty="0"/>
              <a:t>=14)</a:t>
            </a:r>
          </a:p>
          <a:p>
            <a:pPr marL="0" indent="0">
              <a:lnSpc>
                <a:spcPct val="110000"/>
              </a:lnSpc>
              <a:spcBef>
                <a:spcPts val="0"/>
              </a:spcBef>
              <a:buNone/>
            </a:pPr>
            <a:r>
              <a:rPr lang="es-ES" sz="1400" dirty="0" err="1"/>
              <a:t>plt.ylabel</a:t>
            </a:r>
            <a:r>
              <a:rPr lang="es-ES" sz="1400" dirty="0"/>
              <a:t>('RMS vibraciones', </a:t>
            </a:r>
            <a:r>
              <a:rPr lang="es-ES" sz="1400" dirty="0" err="1"/>
              <a:t>fontsize</a:t>
            </a:r>
            <a:r>
              <a:rPr lang="es-ES" sz="1400" dirty="0"/>
              <a:t>=14)</a:t>
            </a:r>
          </a:p>
          <a:p>
            <a:pPr marL="0" indent="0">
              <a:lnSpc>
                <a:spcPct val="110000"/>
              </a:lnSpc>
              <a:spcBef>
                <a:spcPts val="0"/>
              </a:spcBef>
              <a:buNone/>
            </a:pPr>
            <a:r>
              <a:rPr lang="es-ES" sz="1400" dirty="0" err="1"/>
              <a:t>plt.legend</a:t>
            </a:r>
            <a:r>
              <a:rPr lang="es-ES" sz="1400" dirty="0"/>
              <a:t>(['R1','R2','R3','R4'])</a:t>
            </a:r>
          </a:p>
          <a:p>
            <a:pPr marL="0" indent="0">
              <a:lnSpc>
                <a:spcPct val="110000"/>
              </a:lnSpc>
              <a:spcBef>
                <a:spcPts val="0"/>
              </a:spcBef>
              <a:buNone/>
            </a:pPr>
            <a:r>
              <a:rPr lang="es-ES" sz="1400" dirty="0" err="1"/>
              <a:t>plt.title</a:t>
            </a:r>
            <a:r>
              <a:rPr lang="es-ES" sz="1400" dirty="0"/>
              <a:t>('Falla en pista interna R3 y falla en bolas R4')</a:t>
            </a:r>
            <a:endParaRPr lang="es-ES" sz="1300" dirty="0"/>
          </a:p>
          <a:p>
            <a:pPr marL="0" indent="0">
              <a:spcBef>
                <a:spcPts val="0"/>
              </a:spcBef>
              <a:buNone/>
            </a:pPr>
            <a:endParaRPr lang="es-ES" sz="1300" dirty="0"/>
          </a:p>
          <a:p>
            <a:pPr marL="0" indent="0">
              <a:spcBef>
                <a:spcPts val="0"/>
              </a:spcBef>
              <a:buNone/>
            </a:pPr>
            <a:endParaRPr lang="es-ES" sz="1300" dirty="0"/>
          </a:p>
          <a:p>
            <a:pPr marL="0" indent="0">
              <a:spcBef>
                <a:spcPts val="0"/>
              </a:spcBef>
              <a:buNone/>
            </a:pPr>
            <a:endParaRPr lang="es-ES" sz="1300" dirty="0"/>
          </a:p>
          <a:p>
            <a:pPr marL="0" indent="0">
              <a:spcBef>
                <a:spcPts val="0"/>
              </a:spcBef>
              <a:buNone/>
            </a:pPr>
            <a:endParaRPr lang="es-ES" sz="1300" dirty="0"/>
          </a:p>
          <a:p>
            <a:pPr marL="0" indent="0">
              <a:spcBef>
                <a:spcPts val="0"/>
              </a:spcBef>
              <a:buNone/>
            </a:pPr>
            <a:endParaRPr lang="es-ES" sz="1300" dirty="0"/>
          </a:p>
        </p:txBody>
      </p:sp>
      <p:sp>
        <p:nvSpPr>
          <p:cNvPr id="4" name="Slide Number Placeholder 3"/>
          <p:cNvSpPr>
            <a:spLocks noGrp="1"/>
          </p:cNvSpPr>
          <p:nvPr>
            <p:ph type="sldNum" sz="quarter" idx="12"/>
          </p:nvPr>
        </p:nvSpPr>
        <p:spPr/>
        <p:txBody>
          <a:bodyPr/>
          <a:lstStyle/>
          <a:p>
            <a:fld id="{ED3C9F24-97CD-894E-963C-61E4D5D33747}" type="slidenum">
              <a:rPr lang="es-ES_tradnl" smtClean="0"/>
              <a:t>61</a:t>
            </a:fld>
            <a:endParaRPr lang="es-ES_tradnl"/>
          </a:p>
        </p:txBody>
      </p:sp>
      <p:pic>
        <p:nvPicPr>
          <p:cNvPr id="5" name="Imagen 4"/>
          <p:cNvPicPr>
            <a:picLocks noChangeAspect="1"/>
          </p:cNvPicPr>
          <p:nvPr/>
        </p:nvPicPr>
        <p:blipFill>
          <a:blip r:embed="rId2"/>
          <a:stretch>
            <a:fillRect/>
          </a:stretch>
        </p:blipFill>
        <p:spPr>
          <a:xfrm>
            <a:off x="2419887" y="3003016"/>
            <a:ext cx="3776873" cy="2730969"/>
          </a:xfrm>
          <a:prstGeom prst="rect">
            <a:avLst/>
          </a:prstGeom>
        </p:spPr>
      </p:pic>
    </p:spTree>
    <p:extLst>
      <p:ext uri="{BB962C8B-B14F-4D97-AF65-F5344CB8AC3E}">
        <p14:creationId xmlns:p14="http://schemas.microsoft.com/office/powerpoint/2010/main" val="4078688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Ejemplo 2</a:t>
            </a:r>
            <a:endParaRPr lang="en-US" dirty="0"/>
          </a:p>
        </p:txBody>
      </p:sp>
      <p:sp>
        <p:nvSpPr>
          <p:cNvPr id="3" name="Marcador de contenido 2"/>
          <p:cNvSpPr>
            <a:spLocks noGrp="1"/>
          </p:cNvSpPr>
          <p:nvPr>
            <p:ph idx="1"/>
          </p:nvPr>
        </p:nvSpPr>
        <p:spPr/>
        <p:txBody>
          <a:bodyPr>
            <a:normAutofit/>
          </a:bodyPr>
          <a:lstStyle/>
          <a:p>
            <a:pPr marL="0" indent="0">
              <a:lnSpc>
                <a:spcPct val="120000"/>
              </a:lnSpc>
              <a:spcBef>
                <a:spcPts val="0"/>
              </a:spcBef>
              <a:buNone/>
            </a:pPr>
            <a:r>
              <a:rPr lang="en-US" sz="1400" dirty="0"/>
              <a:t>Datos_train=Datos1.to_numpy()[0:999,:] #</a:t>
            </a:r>
            <a:r>
              <a:rPr lang="en-US" sz="1400" dirty="0" err="1"/>
              <a:t>caso</a:t>
            </a:r>
            <a:r>
              <a:rPr lang="en-US" sz="1400" dirty="0"/>
              <a:t> 1: 999, </a:t>
            </a:r>
            <a:r>
              <a:rPr lang="en-US" sz="1400" dirty="0" err="1"/>
              <a:t>caso</a:t>
            </a:r>
            <a:r>
              <a:rPr lang="en-US" sz="1400" dirty="0"/>
              <a:t> 2: 449, </a:t>
            </a:r>
            <a:r>
              <a:rPr lang="en-US" sz="1400" dirty="0" err="1"/>
              <a:t>caso</a:t>
            </a:r>
            <a:r>
              <a:rPr lang="en-US" sz="1400" dirty="0"/>
              <a:t> 3: 2999</a:t>
            </a:r>
          </a:p>
          <a:p>
            <a:pPr marL="0" indent="0">
              <a:lnSpc>
                <a:spcPct val="120000"/>
              </a:lnSpc>
              <a:spcBef>
                <a:spcPts val="0"/>
              </a:spcBef>
              <a:buNone/>
            </a:pPr>
            <a:r>
              <a:rPr lang="en-US" sz="1400" dirty="0" err="1"/>
              <a:t>Datos_test</a:t>
            </a:r>
            <a:r>
              <a:rPr lang="en-US" sz="1400" dirty="0"/>
              <a:t>=Datos1.to_numpy()</a:t>
            </a:r>
          </a:p>
          <a:p>
            <a:pPr marL="0" indent="0">
              <a:lnSpc>
                <a:spcPct val="120000"/>
              </a:lnSpc>
              <a:spcBef>
                <a:spcPts val="0"/>
              </a:spcBef>
              <a:buNone/>
            </a:pPr>
            <a:endParaRPr lang="en-US" sz="1400" dirty="0"/>
          </a:p>
          <a:p>
            <a:pPr marL="0" indent="0">
              <a:lnSpc>
                <a:spcPct val="120000"/>
              </a:lnSpc>
              <a:spcBef>
                <a:spcPts val="0"/>
              </a:spcBef>
              <a:buNone/>
            </a:pPr>
            <a:r>
              <a:rPr lang="en-US" sz="1400" dirty="0" err="1"/>
              <a:t>outlier_frac</a:t>
            </a:r>
            <a:r>
              <a:rPr lang="en-US" sz="1400" dirty="0"/>
              <a:t>=0.001 #</a:t>
            </a:r>
            <a:r>
              <a:rPr lang="en-US" sz="1400" dirty="0" err="1"/>
              <a:t>fracción</a:t>
            </a:r>
            <a:r>
              <a:rPr lang="en-US" sz="1400" dirty="0"/>
              <a:t> de </a:t>
            </a:r>
            <a:r>
              <a:rPr lang="en-US" sz="1400" dirty="0" err="1"/>
              <a:t>valores</a:t>
            </a:r>
            <a:r>
              <a:rPr lang="en-US" sz="1400" dirty="0"/>
              <a:t> </a:t>
            </a:r>
            <a:r>
              <a:rPr lang="en-US" sz="1400" dirty="0" err="1"/>
              <a:t>anomalos</a:t>
            </a:r>
            <a:r>
              <a:rPr lang="en-US" sz="1400" dirty="0"/>
              <a:t>, valor </a:t>
            </a:r>
            <a:r>
              <a:rPr lang="en-US" sz="1400" dirty="0" err="1"/>
              <a:t>por</a:t>
            </a:r>
            <a:r>
              <a:rPr lang="en-US" sz="1400" dirty="0"/>
              <a:t> </a:t>
            </a:r>
            <a:r>
              <a:rPr lang="en-US" sz="1400" dirty="0" err="1"/>
              <a:t>defecto</a:t>
            </a:r>
            <a:r>
              <a:rPr lang="en-US" sz="1400" dirty="0"/>
              <a:t> </a:t>
            </a:r>
            <a:r>
              <a:rPr lang="en-US" sz="1400" dirty="0" err="1"/>
              <a:t>es</a:t>
            </a:r>
            <a:r>
              <a:rPr lang="en-US" sz="1400" dirty="0"/>
              <a:t> 0.1</a:t>
            </a:r>
          </a:p>
          <a:p>
            <a:pPr marL="0" indent="0">
              <a:lnSpc>
                <a:spcPct val="120000"/>
              </a:lnSpc>
              <a:spcBef>
                <a:spcPts val="0"/>
              </a:spcBef>
              <a:buNone/>
            </a:pPr>
            <a:r>
              <a:rPr lang="en-US" sz="1400" dirty="0" err="1"/>
              <a:t>Modelo</a:t>
            </a:r>
            <a:r>
              <a:rPr lang="en-US" sz="1400" dirty="0"/>
              <a:t>=</a:t>
            </a:r>
            <a:r>
              <a:rPr lang="en-US" sz="1400" dirty="0" err="1"/>
              <a:t>EllipticEnvelope</a:t>
            </a:r>
            <a:r>
              <a:rPr lang="en-US" sz="1400" dirty="0"/>
              <a:t>(contamination=</a:t>
            </a:r>
            <a:r>
              <a:rPr lang="en-US" sz="1400" dirty="0" err="1"/>
              <a:t>outlier_frac</a:t>
            </a:r>
            <a:r>
              <a:rPr lang="en-US" sz="1400" dirty="0"/>
              <a:t>) </a:t>
            </a:r>
          </a:p>
          <a:p>
            <a:pPr marL="0" indent="0">
              <a:lnSpc>
                <a:spcPct val="120000"/>
              </a:lnSpc>
              <a:spcBef>
                <a:spcPts val="0"/>
              </a:spcBef>
              <a:buNone/>
            </a:pPr>
            <a:r>
              <a:rPr lang="en-US" sz="1400" dirty="0"/>
              <a:t>title='Elliptic Envelope'</a:t>
            </a:r>
          </a:p>
          <a:p>
            <a:pPr marL="0" indent="0">
              <a:lnSpc>
                <a:spcPct val="120000"/>
              </a:lnSpc>
              <a:spcBef>
                <a:spcPts val="0"/>
              </a:spcBef>
              <a:buNone/>
            </a:pPr>
            <a:r>
              <a:rPr lang="en-US" sz="1400" dirty="0"/>
              <a:t># </a:t>
            </a:r>
            <a:r>
              <a:rPr lang="en-US" sz="1400" dirty="0" err="1"/>
              <a:t>Modelo</a:t>
            </a:r>
            <a:r>
              <a:rPr lang="en-US" sz="1400" dirty="0"/>
              <a:t>=</a:t>
            </a:r>
            <a:r>
              <a:rPr lang="en-US" sz="1400" dirty="0" err="1"/>
              <a:t>IsolationForest</a:t>
            </a:r>
            <a:r>
              <a:rPr lang="en-US" sz="1400" dirty="0"/>
              <a:t>(</a:t>
            </a:r>
            <a:r>
              <a:rPr lang="en-US" sz="1400" dirty="0" err="1"/>
              <a:t>n_estimators</a:t>
            </a:r>
            <a:r>
              <a:rPr lang="en-US" sz="1400" dirty="0"/>
              <a:t>=100, </a:t>
            </a:r>
            <a:r>
              <a:rPr lang="en-US" sz="1400" dirty="0" err="1"/>
              <a:t>max_samples</a:t>
            </a:r>
            <a:r>
              <a:rPr lang="en-US" sz="1400" dirty="0"/>
              <a:t>='auto', contamination=</a:t>
            </a:r>
            <a:r>
              <a:rPr lang="en-US" sz="1400" dirty="0" err="1"/>
              <a:t>outlier_frac</a:t>
            </a:r>
            <a:r>
              <a:rPr lang="en-US" sz="1400" dirty="0"/>
              <a:t>) </a:t>
            </a:r>
          </a:p>
          <a:p>
            <a:pPr marL="0" indent="0">
              <a:lnSpc>
                <a:spcPct val="120000"/>
              </a:lnSpc>
              <a:spcBef>
                <a:spcPts val="0"/>
              </a:spcBef>
              <a:buNone/>
            </a:pPr>
            <a:r>
              <a:rPr lang="en-US" sz="1400" dirty="0"/>
              <a:t># title='Isolation Forest'</a:t>
            </a:r>
          </a:p>
          <a:p>
            <a:pPr marL="0" indent="0">
              <a:lnSpc>
                <a:spcPct val="120000"/>
              </a:lnSpc>
              <a:spcBef>
                <a:spcPts val="0"/>
              </a:spcBef>
              <a:buNone/>
            </a:pPr>
            <a:r>
              <a:rPr lang="en-US" sz="1400" dirty="0"/>
              <a:t># </a:t>
            </a:r>
            <a:r>
              <a:rPr lang="en-US" sz="1400" dirty="0" err="1"/>
              <a:t>Modelo</a:t>
            </a:r>
            <a:r>
              <a:rPr lang="en-US" sz="1400" dirty="0"/>
              <a:t>=</a:t>
            </a:r>
            <a:r>
              <a:rPr lang="en-US" sz="1400" dirty="0" err="1"/>
              <a:t>LocalOutlierFactor</a:t>
            </a:r>
            <a:r>
              <a:rPr lang="en-US" sz="1400" dirty="0"/>
              <a:t>(</a:t>
            </a:r>
            <a:r>
              <a:rPr lang="en-US" sz="1400" dirty="0" err="1"/>
              <a:t>n_neighbors</a:t>
            </a:r>
            <a:r>
              <a:rPr lang="en-US" sz="1400" dirty="0"/>
              <a:t>=20, contamination=</a:t>
            </a:r>
            <a:r>
              <a:rPr lang="en-US" sz="1400" dirty="0" err="1"/>
              <a:t>outlier_frac</a:t>
            </a:r>
            <a:r>
              <a:rPr lang="en-US" sz="1400" dirty="0"/>
              <a:t>, novelty=True) </a:t>
            </a:r>
          </a:p>
          <a:p>
            <a:pPr marL="0" indent="0">
              <a:lnSpc>
                <a:spcPct val="120000"/>
              </a:lnSpc>
              <a:spcBef>
                <a:spcPts val="0"/>
              </a:spcBef>
              <a:buNone/>
            </a:pPr>
            <a:r>
              <a:rPr lang="en-US" sz="1400" dirty="0"/>
              <a:t># title='Local Outlier Factor'</a:t>
            </a:r>
          </a:p>
          <a:p>
            <a:pPr marL="0" indent="0">
              <a:lnSpc>
                <a:spcPct val="120000"/>
              </a:lnSpc>
              <a:spcBef>
                <a:spcPts val="0"/>
              </a:spcBef>
              <a:buNone/>
            </a:pPr>
            <a:r>
              <a:rPr lang="en-US" sz="1400" dirty="0"/>
              <a:t># </a:t>
            </a:r>
            <a:r>
              <a:rPr lang="en-US" sz="1400" dirty="0" err="1"/>
              <a:t>Modelo</a:t>
            </a:r>
            <a:r>
              <a:rPr lang="en-US" sz="1400" dirty="0"/>
              <a:t> = </a:t>
            </a:r>
            <a:r>
              <a:rPr lang="en-US" sz="1400" dirty="0" err="1"/>
              <a:t>svm.OneClassSVM</a:t>
            </a:r>
            <a:r>
              <a:rPr lang="en-US" sz="1400" dirty="0"/>
              <a:t>(nu=0.07, kernel="</a:t>
            </a:r>
            <a:r>
              <a:rPr lang="en-US" sz="1400" dirty="0" err="1"/>
              <a:t>rbf</a:t>
            </a:r>
            <a:r>
              <a:rPr lang="en-US" sz="1400" dirty="0"/>
              <a:t>", gamma='auto') </a:t>
            </a:r>
          </a:p>
          <a:p>
            <a:pPr marL="0" indent="0">
              <a:lnSpc>
                <a:spcPct val="120000"/>
              </a:lnSpc>
              <a:spcBef>
                <a:spcPts val="0"/>
              </a:spcBef>
              <a:buNone/>
            </a:pPr>
            <a:r>
              <a:rPr lang="en-US" sz="1400" dirty="0"/>
              <a:t># title='SVM‘</a:t>
            </a:r>
          </a:p>
          <a:p>
            <a:pPr marL="0" indent="0">
              <a:lnSpc>
                <a:spcPct val="120000"/>
              </a:lnSpc>
              <a:spcBef>
                <a:spcPts val="0"/>
              </a:spcBef>
              <a:buNone/>
            </a:pPr>
            <a:endParaRPr lang="en-US" sz="1400" dirty="0"/>
          </a:p>
          <a:p>
            <a:pPr marL="0" indent="0">
              <a:lnSpc>
                <a:spcPct val="120000"/>
              </a:lnSpc>
              <a:spcBef>
                <a:spcPts val="0"/>
              </a:spcBef>
              <a:buNone/>
            </a:pPr>
            <a:r>
              <a:rPr lang="en-US" sz="1400" dirty="0" err="1"/>
              <a:t>Modelo.fit</a:t>
            </a:r>
            <a:r>
              <a:rPr lang="en-US" sz="1400" dirty="0"/>
              <a:t>(</a:t>
            </a:r>
            <a:r>
              <a:rPr lang="en-US" sz="1400" dirty="0" err="1"/>
              <a:t>Datos_train</a:t>
            </a:r>
            <a:r>
              <a:rPr lang="en-US" sz="1400" dirty="0"/>
              <a:t>)</a:t>
            </a:r>
          </a:p>
          <a:p>
            <a:pPr marL="0" indent="0">
              <a:lnSpc>
                <a:spcPct val="120000"/>
              </a:lnSpc>
              <a:spcBef>
                <a:spcPts val="0"/>
              </a:spcBef>
              <a:buNone/>
            </a:pPr>
            <a:r>
              <a:rPr lang="en-US" sz="1400" dirty="0" err="1"/>
              <a:t>Yp</a:t>
            </a:r>
            <a:r>
              <a:rPr lang="en-US" sz="1400" dirty="0"/>
              <a:t>=</a:t>
            </a:r>
            <a:r>
              <a:rPr lang="en-US" sz="1400" dirty="0" err="1"/>
              <a:t>Modelo.predict</a:t>
            </a:r>
            <a:r>
              <a:rPr lang="en-US" sz="1400" dirty="0"/>
              <a:t>(</a:t>
            </a:r>
            <a:r>
              <a:rPr lang="en-US" sz="1400" dirty="0" err="1"/>
              <a:t>Datos_test</a:t>
            </a:r>
            <a:r>
              <a:rPr lang="en-US" sz="1400" dirty="0"/>
              <a:t>)</a:t>
            </a:r>
          </a:p>
        </p:txBody>
      </p:sp>
    </p:spTree>
    <p:extLst>
      <p:ext uri="{BB962C8B-B14F-4D97-AF65-F5344CB8AC3E}">
        <p14:creationId xmlns:p14="http://schemas.microsoft.com/office/powerpoint/2010/main" val="14072272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Ejemplo 2</a:t>
            </a:r>
          </a:p>
        </p:txBody>
      </p:sp>
      <p:sp>
        <p:nvSpPr>
          <p:cNvPr id="3" name="Content Placeholder 2"/>
          <p:cNvSpPr>
            <a:spLocks noGrp="1"/>
          </p:cNvSpPr>
          <p:nvPr>
            <p:ph idx="1"/>
          </p:nvPr>
        </p:nvSpPr>
        <p:spPr>
          <a:xfrm>
            <a:off x="628650" y="1529542"/>
            <a:ext cx="7886700" cy="4647421"/>
          </a:xfrm>
        </p:spPr>
        <p:txBody>
          <a:bodyPr>
            <a:noAutofit/>
          </a:bodyPr>
          <a:lstStyle/>
          <a:p>
            <a:pPr marL="0" indent="0">
              <a:spcBef>
                <a:spcPts val="0"/>
              </a:spcBef>
              <a:buNone/>
            </a:pPr>
            <a:r>
              <a:rPr lang="es-ES" sz="1400" dirty="0"/>
              <a:t>Xp0=</a:t>
            </a:r>
            <a:r>
              <a:rPr lang="es-ES" sz="1400" dirty="0" err="1"/>
              <a:t>Datos_test</a:t>
            </a:r>
            <a:r>
              <a:rPr lang="es-ES" sz="1400" dirty="0"/>
              <a:t>[</a:t>
            </a:r>
            <a:r>
              <a:rPr lang="es-ES" sz="1400" dirty="0" err="1"/>
              <a:t>np.where</a:t>
            </a:r>
            <a:r>
              <a:rPr lang="es-ES" sz="1400" dirty="0"/>
              <a:t>(</a:t>
            </a:r>
            <a:r>
              <a:rPr lang="es-ES" sz="1400" dirty="0" err="1"/>
              <a:t>Yp</a:t>
            </a:r>
            <a:r>
              <a:rPr lang="es-ES" sz="1400" dirty="0"/>
              <a:t> == 1)[0],:]      </a:t>
            </a:r>
          </a:p>
          <a:p>
            <a:pPr marL="0" indent="0">
              <a:spcBef>
                <a:spcPts val="0"/>
              </a:spcBef>
              <a:buNone/>
            </a:pPr>
            <a:r>
              <a:rPr lang="es-ES" sz="1400" dirty="0"/>
              <a:t>Xp1=</a:t>
            </a:r>
            <a:r>
              <a:rPr lang="es-ES" sz="1400" dirty="0" err="1"/>
              <a:t>Datos_test</a:t>
            </a:r>
            <a:r>
              <a:rPr lang="es-ES" sz="1400" dirty="0"/>
              <a:t>[</a:t>
            </a:r>
            <a:r>
              <a:rPr lang="es-ES" sz="1400" dirty="0" err="1"/>
              <a:t>np.where</a:t>
            </a:r>
            <a:r>
              <a:rPr lang="es-ES" sz="1400" dirty="0"/>
              <a:t>(</a:t>
            </a:r>
            <a:r>
              <a:rPr lang="es-ES" sz="1400" dirty="0" err="1"/>
              <a:t>Yp</a:t>
            </a:r>
            <a:r>
              <a:rPr lang="es-ES" sz="1400" dirty="0"/>
              <a:t> == -1)[0],:]</a:t>
            </a:r>
          </a:p>
          <a:p>
            <a:pPr marL="0" indent="0">
              <a:spcBef>
                <a:spcPts val="0"/>
              </a:spcBef>
              <a:buNone/>
            </a:pPr>
            <a:endParaRPr lang="es-ES" sz="1400" dirty="0"/>
          </a:p>
          <a:p>
            <a:pPr marL="0" indent="0">
              <a:spcBef>
                <a:spcPts val="0"/>
              </a:spcBef>
              <a:buNone/>
            </a:pPr>
            <a:r>
              <a:rPr lang="es-ES" sz="1400" dirty="0"/>
              <a:t>t0=t1.to_numpy()[</a:t>
            </a:r>
            <a:r>
              <a:rPr lang="es-ES" sz="1400" dirty="0" err="1"/>
              <a:t>np.where</a:t>
            </a:r>
            <a:r>
              <a:rPr lang="es-ES" sz="1400" dirty="0"/>
              <a:t>(</a:t>
            </a:r>
            <a:r>
              <a:rPr lang="es-ES" sz="1400" dirty="0" err="1"/>
              <a:t>Yp</a:t>
            </a:r>
            <a:r>
              <a:rPr lang="es-ES" sz="1400" dirty="0"/>
              <a:t> == 1)]    </a:t>
            </a:r>
          </a:p>
          <a:p>
            <a:pPr marL="0" indent="0">
              <a:spcBef>
                <a:spcPts val="0"/>
              </a:spcBef>
              <a:buNone/>
            </a:pPr>
            <a:r>
              <a:rPr lang="es-ES" sz="1400" dirty="0"/>
              <a:t>t1=t1.to_numpy()[</a:t>
            </a:r>
            <a:r>
              <a:rPr lang="es-ES" sz="1400" dirty="0" err="1"/>
              <a:t>np.where</a:t>
            </a:r>
            <a:r>
              <a:rPr lang="es-ES" sz="1400" dirty="0"/>
              <a:t>(</a:t>
            </a:r>
            <a:r>
              <a:rPr lang="es-ES" sz="1400" dirty="0" err="1"/>
              <a:t>Yp</a:t>
            </a:r>
            <a:r>
              <a:rPr lang="es-ES" sz="1400" dirty="0"/>
              <a:t> == -1)]</a:t>
            </a:r>
          </a:p>
          <a:p>
            <a:pPr marL="0" indent="0">
              <a:spcBef>
                <a:spcPts val="0"/>
              </a:spcBef>
              <a:buNone/>
            </a:pPr>
            <a:endParaRPr lang="es-ES" sz="1400" dirty="0"/>
          </a:p>
          <a:p>
            <a:pPr marL="0" indent="0">
              <a:spcBef>
                <a:spcPts val="0"/>
              </a:spcBef>
              <a:buNone/>
            </a:pPr>
            <a:r>
              <a:rPr lang="es-ES" sz="1400" dirty="0" err="1"/>
              <a:t>plt.figure</a:t>
            </a:r>
            <a:r>
              <a:rPr lang="es-ES" sz="1400" dirty="0"/>
              <a:t>()</a:t>
            </a:r>
          </a:p>
          <a:p>
            <a:pPr marL="0" indent="0">
              <a:spcBef>
                <a:spcPts val="0"/>
              </a:spcBef>
              <a:buNone/>
            </a:pPr>
            <a:r>
              <a:rPr lang="es-ES" sz="1400" dirty="0" err="1"/>
              <a:t>plt.plot</a:t>
            </a:r>
            <a:r>
              <a:rPr lang="es-ES" sz="1400" dirty="0"/>
              <a:t>(t0/60,Xp0,'k')</a:t>
            </a:r>
          </a:p>
          <a:p>
            <a:pPr marL="0" indent="0">
              <a:spcBef>
                <a:spcPts val="0"/>
              </a:spcBef>
              <a:buNone/>
            </a:pPr>
            <a:r>
              <a:rPr lang="es-ES" sz="1400" dirty="0" err="1"/>
              <a:t>plt.plot</a:t>
            </a:r>
            <a:r>
              <a:rPr lang="es-ES" sz="1400" dirty="0"/>
              <a:t>(t1/60,Xp1,'rx')</a:t>
            </a:r>
          </a:p>
          <a:p>
            <a:pPr marL="0" indent="0">
              <a:spcBef>
                <a:spcPts val="0"/>
              </a:spcBef>
              <a:buNone/>
            </a:pPr>
            <a:r>
              <a:rPr lang="es-ES" sz="1400" dirty="0" err="1"/>
              <a:t>plt.title</a:t>
            </a:r>
            <a:r>
              <a:rPr lang="es-ES" sz="1400" dirty="0"/>
              <a:t>(</a:t>
            </a:r>
            <a:r>
              <a:rPr lang="es-ES" sz="1400" dirty="0" err="1"/>
              <a:t>title</a:t>
            </a:r>
            <a:r>
              <a:rPr lang="es-ES" sz="1400" dirty="0"/>
              <a:t>)</a:t>
            </a:r>
          </a:p>
          <a:p>
            <a:pPr marL="0" indent="0">
              <a:spcBef>
                <a:spcPts val="0"/>
              </a:spcBef>
              <a:buNone/>
            </a:pPr>
            <a:r>
              <a:rPr lang="es-ES" sz="1400" dirty="0" err="1"/>
              <a:t>plt.xlabel</a:t>
            </a:r>
            <a:r>
              <a:rPr lang="es-ES" sz="1400" dirty="0"/>
              <a:t>('tiempo (horas)', </a:t>
            </a:r>
            <a:r>
              <a:rPr lang="es-ES" sz="1400" dirty="0" err="1"/>
              <a:t>fontsize</a:t>
            </a:r>
            <a:r>
              <a:rPr lang="es-ES" sz="1400" dirty="0"/>
              <a:t>=14)</a:t>
            </a:r>
          </a:p>
          <a:p>
            <a:pPr marL="0" indent="0">
              <a:spcBef>
                <a:spcPts val="0"/>
              </a:spcBef>
              <a:buNone/>
            </a:pPr>
            <a:r>
              <a:rPr lang="es-ES" sz="1400" dirty="0" err="1"/>
              <a:t>plt.ylabel</a:t>
            </a:r>
            <a:r>
              <a:rPr lang="es-ES" sz="1400" dirty="0"/>
              <a:t>('RMS vibraciones', </a:t>
            </a:r>
            <a:r>
              <a:rPr lang="es-ES" sz="1400" dirty="0" err="1"/>
              <a:t>fontsize</a:t>
            </a:r>
            <a:r>
              <a:rPr lang="es-ES" sz="1400" dirty="0"/>
              <a:t>=14)</a:t>
            </a:r>
          </a:p>
          <a:p>
            <a:pPr marL="0" indent="0">
              <a:spcBef>
                <a:spcPts val="0"/>
              </a:spcBef>
              <a:buNone/>
            </a:pPr>
            <a:r>
              <a:rPr lang="es-ES" sz="1400" dirty="0" err="1"/>
              <a:t>plt.show</a:t>
            </a:r>
            <a:r>
              <a:rPr lang="es-ES" sz="1400" dirty="0"/>
              <a:t>()</a:t>
            </a:r>
          </a:p>
          <a:p>
            <a:pPr marL="0" indent="0">
              <a:spcBef>
                <a:spcPts val="0"/>
              </a:spcBef>
              <a:buNone/>
            </a:pPr>
            <a:endParaRPr lang="es-ES" sz="1400" dirty="0"/>
          </a:p>
          <a:p>
            <a:pPr marL="0" indent="0">
              <a:spcBef>
                <a:spcPts val="0"/>
              </a:spcBef>
              <a:buNone/>
            </a:pPr>
            <a:endParaRPr lang="es-ES" sz="1400" dirty="0"/>
          </a:p>
        </p:txBody>
      </p:sp>
      <p:sp>
        <p:nvSpPr>
          <p:cNvPr id="4" name="Slide Number Placeholder 3"/>
          <p:cNvSpPr>
            <a:spLocks noGrp="1"/>
          </p:cNvSpPr>
          <p:nvPr>
            <p:ph type="sldNum" sz="quarter" idx="12"/>
          </p:nvPr>
        </p:nvSpPr>
        <p:spPr/>
        <p:txBody>
          <a:bodyPr/>
          <a:lstStyle/>
          <a:p>
            <a:fld id="{ED3C9F24-97CD-894E-963C-61E4D5D33747}" type="slidenum">
              <a:rPr lang="es-ES_tradnl" smtClean="0"/>
              <a:t>63</a:t>
            </a:fld>
            <a:endParaRPr lang="es-ES_tradnl"/>
          </a:p>
        </p:txBody>
      </p:sp>
    </p:spTree>
    <p:extLst>
      <p:ext uri="{BB962C8B-B14F-4D97-AF65-F5344CB8AC3E}">
        <p14:creationId xmlns:p14="http://schemas.microsoft.com/office/powerpoint/2010/main" val="28449326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Ejemplo 2</a:t>
            </a:r>
          </a:p>
        </p:txBody>
      </p:sp>
      <p:sp>
        <p:nvSpPr>
          <p:cNvPr id="4" name="Slide Number Placeholder 3"/>
          <p:cNvSpPr>
            <a:spLocks noGrp="1"/>
          </p:cNvSpPr>
          <p:nvPr>
            <p:ph type="sldNum" sz="quarter" idx="12"/>
          </p:nvPr>
        </p:nvSpPr>
        <p:spPr/>
        <p:txBody>
          <a:bodyPr/>
          <a:lstStyle/>
          <a:p>
            <a:fld id="{ED3C9F24-97CD-894E-963C-61E4D5D33747}" type="slidenum">
              <a:rPr lang="es-ES_tradnl" smtClean="0"/>
              <a:t>64</a:t>
            </a:fld>
            <a:endParaRPr lang="es-ES_tradnl"/>
          </a:p>
        </p:txBody>
      </p:sp>
      <p:grpSp>
        <p:nvGrpSpPr>
          <p:cNvPr id="19" name="Grupo 18"/>
          <p:cNvGrpSpPr/>
          <p:nvPr/>
        </p:nvGrpSpPr>
        <p:grpSpPr>
          <a:xfrm>
            <a:off x="1236444" y="1211087"/>
            <a:ext cx="6671112" cy="4685537"/>
            <a:chOff x="628650" y="1286657"/>
            <a:chExt cx="6671112" cy="4685537"/>
          </a:xfrm>
        </p:grpSpPr>
        <p:pic>
          <p:nvPicPr>
            <p:cNvPr id="5" name="Imagen 4"/>
            <p:cNvPicPr>
              <a:picLocks noChangeAspect="1"/>
            </p:cNvPicPr>
            <p:nvPr/>
          </p:nvPicPr>
          <p:blipFill>
            <a:blip r:embed="rId2"/>
            <a:stretch>
              <a:fillRect/>
            </a:stretch>
          </p:blipFill>
          <p:spPr>
            <a:xfrm>
              <a:off x="4059762" y="1286657"/>
              <a:ext cx="3240000" cy="2342769"/>
            </a:xfrm>
            <a:prstGeom prst="rect">
              <a:avLst/>
            </a:prstGeom>
          </p:spPr>
        </p:pic>
        <p:pic>
          <p:nvPicPr>
            <p:cNvPr id="13" name="Imagen 12"/>
            <p:cNvPicPr>
              <a:picLocks noChangeAspect="1"/>
            </p:cNvPicPr>
            <p:nvPr/>
          </p:nvPicPr>
          <p:blipFill>
            <a:blip r:embed="rId3"/>
            <a:stretch>
              <a:fillRect/>
            </a:stretch>
          </p:blipFill>
          <p:spPr>
            <a:xfrm>
              <a:off x="628650" y="1286657"/>
              <a:ext cx="3240000" cy="2342769"/>
            </a:xfrm>
            <a:prstGeom prst="rect">
              <a:avLst/>
            </a:prstGeom>
          </p:spPr>
        </p:pic>
        <p:pic>
          <p:nvPicPr>
            <p:cNvPr id="14" name="Imagen 13"/>
            <p:cNvPicPr>
              <a:picLocks noChangeAspect="1"/>
            </p:cNvPicPr>
            <p:nvPr/>
          </p:nvPicPr>
          <p:blipFill>
            <a:blip r:embed="rId4"/>
            <a:stretch>
              <a:fillRect/>
            </a:stretch>
          </p:blipFill>
          <p:spPr>
            <a:xfrm>
              <a:off x="628650" y="3629425"/>
              <a:ext cx="3240000" cy="2342769"/>
            </a:xfrm>
            <a:prstGeom prst="rect">
              <a:avLst/>
            </a:prstGeom>
          </p:spPr>
        </p:pic>
        <p:pic>
          <p:nvPicPr>
            <p:cNvPr id="15" name="Imagen 14"/>
            <p:cNvPicPr>
              <a:picLocks noChangeAspect="1"/>
            </p:cNvPicPr>
            <p:nvPr/>
          </p:nvPicPr>
          <p:blipFill>
            <a:blip r:embed="rId5"/>
            <a:stretch>
              <a:fillRect/>
            </a:stretch>
          </p:blipFill>
          <p:spPr>
            <a:xfrm>
              <a:off x="4059762" y="3629424"/>
              <a:ext cx="3240000" cy="2342769"/>
            </a:xfrm>
            <a:prstGeom prst="rect">
              <a:avLst/>
            </a:prstGeom>
          </p:spPr>
        </p:pic>
      </p:grpSp>
    </p:spTree>
    <p:extLst>
      <p:ext uri="{BB962C8B-B14F-4D97-AF65-F5344CB8AC3E}">
        <p14:creationId xmlns:p14="http://schemas.microsoft.com/office/powerpoint/2010/main" val="30894367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Ejemplo 2</a:t>
            </a:r>
          </a:p>
        </p:txBody>
      </p:sp>
      <p:sp>
        <p:nvSpPr>
          <p:cNvPr id="4" name="Slide Number Placeholder 3"/>
          <p:cNvSpPr>
            <a:spLocks noGrp="1"/>
          </p:cNvSpPr>
          <p:nvPr>
            <p:ph type="sldNum" sz="quarter" idx="12"/>
          </p:nvPr>
        </p:nvSpPr>
        <p:spPr/>
        <p:txBody>
          <a:bodyPr/>
          <a:lstStyle/>
          <a:p>
            <a:fld id="{ED3C9F24-97CD-894E-963C-61E4D5D33747}" type="slidenum">
              <a:rPr lang="es-ES_tradnl" smtClean="0"/>
              <a:t>65</a:t>
            </a:fld>
            <a:endParaRPr lang="es-ES_tradnl"/>
          </a:p>
        </p:txBody>
      </p:sp>
      <p:pic>
        <p:nvPicPr>
          <p:cNvPr id="3" name="Imagen 2"/>
          <p:cNvPicPr>
            <a:picLocks noChangeAspect="1"/>
          </p:cNvPicPr>
          <p:nvPr/>
        </p:nvPicPr>
        <p:blipFill>
          <a:blip r:embed="rId2"/>
          <a:stretch>
            <a:fillRect/>
          </a:stretch>
        </p:blipFill>
        <p:spPr>
          <a:xfrm>
            <a:off x="787570" y="1794997"/>
            <a:ext cx="3600000" cy="2603077"/>
          </a:xfrm>
          <a:prstGeom prst="rect">
            <a:avLst/>
          </a:prstGeom>
        </p:spPr>
      </p:pic>
      <p:pic>
        <p:nvPicPr>
          <p:cNvPr id="6" name="Imagen 5"/>
          <p:cNvPicPr>
            <a:picLocks noChangeAspect="1"/>
          </p:cNvPicPr>
          <p:nvPr/>
        </p:nvPicPr>
        <p:blipFill>
          <a:blip r:embed="rId3"/>
          <a:stretch>
            <a:fillRect/>
          </a:stretch>
        </p:blipFill>
        <p:spPr>
          <a:xfrm>
            <a:off x="4572000" y="1794997"/>
            <a:ext cx="3600000" cy="2603077"/>
          </a:xfrm>
          <a:prstGeom prst="rect">
            <a:avLst/>
          </a:prstGeom>
        </p:spPr>
      </p:pic>
    </p:spTree>
    <p:extLst>
      <p:ext uri="{BB962C8B-B14F-4D97-AF65-F5344CB8AC3E}">
        <p14:creationId xmlns:p14="http://schemas.microsoft.com/office/powerpoint/2010/main" val="13871531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dirty="0"/>
              <a:t>Identificación de daño</a:t>
            </a:r>
          </a:p>
        </p:txBody>
      </p:sp>
      <p:sp>
        <p:nvSpPr>
          <p:cNvPr id="7" name="Content Placeholder 6"/>
          <p:cNvSpPr>
            <a:spLocks noGrp="1"/>
          </p:cNvSpPr>
          <p:nvPr>
            <p:ph idx="1"/>
          </p:nvPr>
        </p:nvSpPr>
        <p:spPr/>
        <p:txBody>
          <a:bodyPr/>
          <a:lstStyle/>
          <a:p>
            <a:pPr marL="0" indent="0" algn="just">
              <a:buNone/>
            </a:pPr>
            <a:r>
              <a:rPr lang="es-ES" dirty="0"/>
              <a:t>Se busca determinar el tipo de daño y su severidad. Esto se puede realizar mediante algoritmos de clasificación. </a:t>
            </a:r>
          </a:p>
          <a:p>
            <a:pPr marL="0" indent="0" algn="just">
              <a:buNone/>
            </a:pPr>
            <a:r>
              <a:rPr lang="es-ES" dirty="0"/>
              <a:t>La clasificación puede ser:</a:t>
            </a:r>
          </a:p>
          <a:p>
            <a:pPr algn="just">
              <a:buFontTx/>
              <a:buChar char="-"/>
            </a:pPr>
            <a:r>
              <a:rPr lang="es-ES" dirty="0"/>
              <a:t>No hay daño o hay daño </a:t>
            </a:r>
          </a:p>
          <a:p>
            <a:pPr algn="just">
              <a:buFontTx/>
              <a:buChar char="-"/>
            </a:pPr>
            <a:r>
              <a:rPr lang="es-ES" dirty="0"/>
              <a:t>No hay daño, hay daño tipo 1, hay daño tipo 2,…</a:t>
            </a:r>
          </a:p>
          <a:p>
            <a:pPr algn="just">
              <a:buFontTx/>
              <a:buChar char="-"/>
            </a:pPr>
            <a:r>
              <a:rPr lang="es-ES" dirty="0"/>
              <a:t>No hay daño, hay daño tamaño 1, hay daño tamaño 2,…</a:t>
            </a:r>
          </a:p>
        </p:txBody>
      </p:sp>
      <p:sp>
        <p:nvSpPr>
          <p:cNvPr id="5" name="Slide Number Placeholder 4"/>
          <p:cNvSpPr>
            <a:spLocks noGrp="1"/>
          </p:cNvSpPr>
          <p:nvPr>
            <p:ph type="sldNum" sz="quarter" idx="4294967295"/>
          </p:nvPr>
        </p:nvSpPr>
        <p:spPr/>
        <p:txBody>
          <a:bodyPr/>
          <a:lstStyle/>
          <a:p>
            <a:fld id="{ED3C9F24-97CD-894E-963C-61E4D5D33747}" type="slidenum">
              <a:rPr lang="es-ES_tradnl" smtClean="0"/>
              <a:t>66</a:t>
            </a:fld>
            <a:endParaRPr lang="es-ES_tradnl"/>
          </a:p>
        </p:txBody>
      </p:sp>
    </p:spTree>
    <p:extLst>
      <p:ext uri="{BB962C8B-B14F-4D97-AF65-F5344CB8AC3E}">
        <p14:creationId xmlns:p14="http://schemas.microsoft.com/office/powerpoint/2010/main" val="12253112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Métricas de Evaluación </a:t>
            </a:r>
            <a:r>
              <a:rPr lang="es-ES" dirty="0" err="1"/>
              <a:t>Multi</a:t>
            </a:r>
            <a:r>
              <a:rPr lang="es-ES" dirty="0"/>
              <a:t>-clase</a:t>
            </a:r>
          </a:p>
        </p:txBody>
      </p:sp>
      <p:sp>
        <p:nvSpPr>
          <p:cNvPr id="3" name="Content Placeholder 2"/>
          <p:cNvSpPr>
            <a:spLocks noGrp="1"/>
          </p:cNvSpPr>
          <p:nvPr>
            <p:ph idx="1"/>
          </p:nvPr>
        </p:nvSpPr>
        <p:spPr/>
        <p:txBody>
          <a:bodyPr/>
          <a:lstStyle/>
          <a:p>
            <a:pPr marL="0" indent="0" algn="just">
              <a:buNone/>
            </a:pPr>
            <a:r>
              <a:rPr lang="es-ES" dirty="0"/>
              <a:t>Las métricas típicas que se utilizan en la </a:t>
            </a:r>
            <a:r>
              <a:rPr lang="es-ES" dirty="0" err="1"/>
              <a:t>multi</a:t>
            </a:r>
            <a:r>
              <a:rPr lang="es-ES" dirty="0"/>
              <a:t>-clase son las mismas que se utilizan en el caso de la clasificación binaria. La métrica se calcula para cada clase al procesarla como un problema de clasificación binaria después de agrupar todas las otras clases como pertenecientes a la segunda clase.</a:t>
            </a:r>
          </a:p>
          <a:p>
            <a:pPr marL="0" indent="0" algn="just">
              <a:buNone/>
            </a:pPr>
            <a:endParaRPr lang="es-ES" dirty="0"/>
          </a:p>
        </p:txBody>
      </p:sp>
      <p:sp>
        <p:nvSpPr>
          <p:cNvPr id="4" name="Slide Number Placeholder 3"/>
          <p:cNvSpPr>
            <a:spLocks noGrp="1"/>
          </p:cNvSpPr>
          <p:nvPr>
            <p:ph type="sldNum" sz="quarter" idx="4294967295"/>
          </p:nvPr>
        </p:nvSpPr>
        <p:spPr/>
        <p:txBody>
          <a:bodyPr/>
          <a:lstStyle/>
          <a:p>
            <a:fld id="{ED3C9F24-97CD-894E-963C-61E4D5D33747}" type="slidenum">
              <a:rPr lang="es-ES_tradnl" smtClean="0"/>
              <a:t>67</a:t>
            </a:fld>
            <a:endParaRPr lang="es-ES_tradnl"/>
          </a:p>
        </p:txBody>
      </p:sp>
    </p:spTree>
    <p:extLst>
      <p:ext uri="{BB962C8B-B14F-4D97-AF65-F5344CB8AC3E}">
        <p14:creationId xmlns:p14="http://schemas.microsoft.com/office/powerpoint/2010/main" val="19657234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Ejemplo</a:t>
            </a:r>
          </a:p>
        </p:txBody>
      </p:sp>
      <p:sp>
        <p:nvSpPr>
          <p:cNvPr id="3" name="Content Placeholder 2"/>
          <p:cNvSpPr>
            <a:spLocks noGrp="1"/>
          </p:cNvSpPr>
          <p:nvPr>
            <p:ph idx="1"/>
          </p:nvPr>
        </p:nvSpPr>
        <p:spPr>
          <a:xfrm>
            <a:off x="628650" y="1808349"/>
            <a:ext cx="7886700" cy="4368614"/>
          </a:xfrm>
        </p:spPr>
        <p:txBody>
          <a:bodyPr/>
          <a:lstStyle/>
          <a:p>
            <a:pPr marL="0" indent="0" algn="just">
              <a:buNone/>
            </a:pPr>
            <a:r>
              <a:rPr lang="es-ES" dirty="0"/>
              <a:t>Real:         </a:t>
            </a:r>
            <a:r>
              <a:rPr lang="pt-BR" dirty="0"/>
              <a:t>A A A A C C C B BB</a:t>
            </a:r>
          </a:p>
          <a:p>
            <a:pPr marL="0" indent="0" algn="just">
              <a:buNone/>
            </a:pPr>
            <a:r>
              <a:rPr lang="pt-BR" dirty="0"/>
              <a:t>Predicho: A B A B C C C A BB</a:t>
            </a:r>
            <a:endParaRPr lang="es-ES" dirty="0"/>
          </a:p>
          <a:p>
            <a:pPr marL="0" indent="0">
              <a:buNone/>
            </a:pPr>
            <a:endParaRPr lang="es-ES" dirty="0"/>
          </a:p>
        </p:txBody>
      </p:sp>
      <p:sp>
        <p:nvSpPr>
          <p:cNvPr id="4" name="Slide Number Placeholder 3"/>
          <p:cNvSpPr>
            <a:spLocks noGrp="1"/>
          </p:cNvSpPr>
          <p:nvPr>
            <p:ph type="sldNum" sz="quarter" idx="4294967295"/>
          </p:nvPr>
        </p:nvSpPr>
        <p:spPr/>
        <p:txBody>
          <a:bodyPr/>
          <a:lstStyle/>
          <a:p>
            <a:fld id="{ED3C9F24-97CD-894E-963C-61E4D5D33747}" type="slidenum">
              <a:rPr lang="es-ES_tradnl" smtClean="0"/>
              <a:t>68</a:t>
            </a:fld>
            <a:endParaRPr lang="es-ES_tradnl" dirty="0"/>
          </a:p>
        </p:txBody>
      </p:sp>
      <p:grpSp>
        <p:nvGrpSpPr>
          <p:cNvPr id="6" name="Grupo 5"/>
          <p:cNvGrpSpPr/>
          <p:nvPr/>
        </p:nvGrpSpPr>
        <p:grpSpPr>
          <a:xfrm>
            <a:off x="2383012" y="2752220"/>
            <a:ext cx="3850288" cy="2913545"/>
            <a:chOff x="2448326" y="3353112"/>
            <a:chExt cx="3850288" cy="2913545"/>
          </a:xfrm>
        </p:grpSpPr>
        <p:pic>
          <p:nvPicPr>
            <p:cNvPr id="17410" name="Picture 2" descr="text438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5086" y="3454678"/>
              <a:ext cx="3683528" cy="281197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48326" y="4483393"/>
              <a:ext cx="778210" cy="1036147"/>
            </a:xfrm>
            <a:prstGeom prst="rect">
              <a:avLst/>
            </a:prstGeom>
            <a:solidFill>
              <a:srgbClr val="FAFAFA"/>
            </a:solidFill>
          </p:spPr>
          <p:txBody>
            <a:bodyPr wrap="square" rtlCol="0" anchor="ctr">
              <a:spAutoFit/>
            </a:bodyPr>
            <a:lstStyle/>
            <a:p>
              <a:pPr algn="r"/>
              <a:endParaRPr lang="es-ES" sz="2000" dirty="0"/>
            </a:p>
            <a:p>
              <a:pPr algn="r"/>
              <a:r>
                <a:rPr lang="es-ES" sz="2000" dirty="0"/>
                <a:t>Real</a:t>
              </a:r>
            </a:p>
            <a:p>
              <a:pPr algn="r"/>
              <a:endParaRPr lang="es-ES" sz="2000" dirty="0"/>
            </a:p>
          </p:txBody>
        </p:sp>
        <p:sp>
          <p:nvSpPr>
            <p:cNvPr id="7" name="TextBox 6"/>
            <p:cNvSpPr txBox="1"/>
            <p:nvPr/>
          </p:nvSpPr>
          <p:spPr>
            <a:xfrm>
              <a:off x="4099824" y="3353112"/>
              <a:ext cx="1386186" cy="398518"/>
            </a:xfrm>
            <a:prstGeom prst="rect">
              <a:avLst/>
            </a:prstGeom>
            <a:solidFill>
              <a:srgbClr val="FAFAFA"/>
            </a:solidFill>
          </p:spPr>
          <p:txBody>
            <a:bodyPr wrap="square" rtlCol="0" anchor="ctr">
              <a:spAutoFit/>
            </a:bodyPr>
            <a:lstStyle/>
            <a:p>
              <a:pPr algn="ctr"/>
              <a:r>
                <a:rPr lang="es-ES" sz="2000" dirty="0"/>
                <a:t>Predicho</a:t>
              </a:r>
            </a:p>
          </p:txBody>
        </p:sp>
      </p:grpSp>
    </p:spTree>
    <p:extLst>
      <p:ext uri="{BB962C8B-B14F-4D97-AF65-F5344CB8AC3E}">
        <p14:creationId xmlns:p14="http://schemas.microsoft.com/office/powerpoint/2010/main" val="22235350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Ejemplo</a:t>
            </a:r>
          </a:p>
        </p:txBody>
      </p:sp>
      <p:sp>
        <p:nvSpPr>
          <p:cNvPr id="4" name="Slide Number Placeholder 3"/>
          <p:cNvSpPr>
            <a:spLocks noGrp="1"/>
          </p:cNvSpPr>
          <p:nvPr>
            <p:ph type="sldNum" sz="quarter" idx="4294967295"/>
          </p:nvPr>
        </p:nvSpPr>
        <p:spPr/>
        <p:txBody>
          <a:bodyPr/>
          <a:lstStyle/>
          <a:p>
            <a:fld id="{ED3C9F24-97CD-894E-963C-61E4D5D33747}" type="slidenum">
              <a:rPr lang="es-ES_tradnl" smtClean="0"/>
              <a:t>69</a:t>
            </a:fld>
            <a:endParaRPr lang="es-ES_tradnl" dirty="0"/>
          </a:p>
        </p:txBody>
      </p:sp>
      <p:grpSp>
        <p:nvGrpSpPr>
          <p:cNvPr id="9" name="Group 8"/>
          <p:cNvGrpSpPr>
            <a:grpSpLocks noChangeAspect="1"/>
          </p:cNvGrpSpPr>
          <p:nvPr/>
        </p:nvGrpSpPr>
        <p:grpSpPr>
          <a:xfrm>
            <a:off x="1524001" y="3013728"/>
            <a:ext cx="4382553" cy="2880000"/>
            <a:chOff x="3104096" y="3372771"/>
            <a:chExt cx="4382554" cy="3093145"/>
          </a:xfrm>
        </p:grpSpPr>
        <p:pic>
          <p:nvPicPr>
            <p:cNvPr id="18434" name="Picture 2" descr="text438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4096" y="3372771"/>
              <a:ext cx="3440083" cy="298358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3104096" y="6067398"/>
              <a:ext cx="1386186" cy="398518"/>
            </a:xfrm>
            <a:prstGeom prst="rect">
              <a:avLst/>
            </a:prstGeom>
            <a:solidFill>
              <a:srgbClr val="FAFAFA"/>
            </a:solidFill>
          </p:spPr>
          <p:txBody>
            <a:bodyPr wrap="square" rtlCol="0" anchor="ctr">
              <a:spAutoFit/>
            </a:bodyPr>
            <a:lstStyle/>
            <a:p>
              <a:pPr algn="ctr"/>
              <a:r>
                <a:rPr lang="es-ES" sz="2000" dirty="0"/>
                <a:t>Precisión</a:t>
              </a:r>
            </a:p>
          </p:txBody>
        </p:sp>
        <p:sp>
          <p:nvSpPr>
            <p:cNvPr id="11" name="TextBox 10"/>
            <p:cNvSpPr txBox="1"/>
            <p:nvPr/>
          </p:nvSpPr>
          <p:spPr>
            <a:xfrm>
              <a:off x="5965083" y="3807901"/>
              <a:ext cx="1521567" cy="400110"/>
            </a:xfrm>
            <a:prstGeom prst="rect">
              <a:avLst/>
            </a:prstGeom>
            <a:solidFill>
              <a:srgbClr val="FAFAFA"/>
            </a:solidFill>
          </p:spPr>
          <p:txBody>
            <a:bodyPr wrap="square" rtlCol="0" anchor="ctr">
              <a:spAutoFit/>
            </a:bodyPr>
            <a:lstStyle/>
            <a:p>
              <a:r>
                <a:rPr lang="es-ES" sz="2000" dirty="0"/>
                <a:t>Sensibilidad</a:t>
              </a:r>
            </a:p>
          </p:txBody>
        </p:sp>
      </p:grpSp>
      <p:graphicFrame>
        <p:nvGraphicFramePr>
          <p:cNvPr id="8" name="Table 7"/>
          <p:cNvGraphicFramePr>
            <a:graphicFrameLocks noGrp="1"/>
          </p:cNvGraphicFramePr>
          <p:nvPr/>
        </p:nvGraphicFramePr>
        <p:xfrm>
          <a:off x="1524001" y="1315651"/>
          <a:ext cx="6096000" cy="14833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pPr algn="ctr"/>
                      <a:r>
                        <a:rPr lang="es-ES" dirty="0"/>
                        <a:t>Clase</a:t>
                      </a:r>
                    </a:p>
                  </a:txBody>
                  <a:tcPr/>
                </a:tc>
                <a:tc>
                  <a:txBody>
                    <a:bodyPr/>
                    <a:lstStyle/>
                    <a:p>
                      <a:pPr algn="ctr"/>
                      <a:r>
                        <a:rPr lang="es-ES" dirty="0"/>
                        <a:t>Precisión</a:t>
                      </a:r>
                    </a:p>
                  </a:txBody>
                  <a:tcPr/>
                </a:tc>
                <a:tc>
                  <a:txBody>
                    <a:bodyPr/>
                    <a:lstStyle/>
                    <a:p>
                      <a:pPr algn="ctr"/>
                      <a:r>
                        <a:rPr lang="es-ES" dirty="0"/>
                        <a:t>Sensibilidad</a:t>
                      </a:r>
                    </a:p>
                  </a:txBody>
                  <a:tcPr/>
                </a:tc>
                <a:tc>
                  <a:txBody>
                    <a:bodyPr/>
                    <a:lstStyle/>
                    <a:p>
                      <a:pPr algn="ctr"/>
                      <a:r>
                        <a:rPr lang="es-ES" dirty="0"/>
                        <a:t>F1-score</a:t>
                      </a:r>
                    </a:p>
                  </a:txBody>
                  <a:tcPr/>
                </a:tc>
                <a:extLst>
                  <a:ext uri="{0D108BD9-81ED-4DB2-BD59-A6C34878D82A}">
                    <a16:rowId xmlns:a16="http://schemas.microsoft.com/office/drawing/2014/main" val="10000"/>
                  </a:ext>
                </a:extLst>
              </a:tr>
              <a:tr h="370840">
                <a:tc>
                  <a:txBody>
                    <a:bodyPr/>
                    <a:lstStyle/>
                    <a:p>
                      <a:pPr algn="ctr"/>
                      <a:r>
                        <a:rPr lang="es-ES" dirty="0"/>
                        <a:t>A</a:t>
                      </a:r>
                    </a:p>
                  </a:txBody>
                  <a:tcPr/>
                </a:tc>
                <a:tc>
                  <a:txBody>
                    <a:bodyPr/>
                    <a:lstStyle/>
                    <a:p>
                      <a:pPr algn="ctr"/>
                      <a:r>
                        <a:rPr lang="es-ES" dirty="0"/>
                        <a:t>0.67</a:t>
                      </a:r>
                    </a:p>
                  </a:txBody>
                  <a:tcPr/>
                </a:tc>
                <a:tc>
                  <a:txBody>
                    <a:bodyPr/>
                    <a:lstStyle/>
                    <a:p>
                      <a:pPr algn="ctr"/>
                      <a:r>
                        <a:rPr lang="es-ES" dirty="0"/>
                        <a:t>0.50</a:t>
                      </a:r>
                    </a:p>
                  </a:txBody>
                  <a:tcPr/>
                </a:tc>
                <a:tc>
                  <a:txBody>
                    <a:bodyPr/>
                    <a:lstStyle/>
                    <a:p>
                      <a:pPr algn="ctr"/>
                      <a:r>
                        <a:rPr lang="es-ES" dirty="0"/>
                        <a:t>0.57</a:t>
                      </a:r>
                    </a:p>
                  </a:txBody>
                  <a:tcPr/>
                </a:tc>
                <a:extLst>
                  <a:ext uri="{0D108BD9-81ED-4DB2-BD59-A6C34878D82A}">
                    <a16:rowId xmlns:a16="http://schemas.microsoft.com/office/drawing/2014/main" val="10001"/>
                  </a:ext>
                </a:extLst>
              </a:tr>
              <a:tr h="370840">
                <a:tc>
                  <a:txBody>
                    <a:bodyPr/>
                    <a:lstStyle/>
                    <a:p>
                      <a:pPr algn="ctr"/>
                      <a:r>
                        <a:rPr lang="es-ES" dirty="0"/>
                        <a:t>B</a:t>
                      </a:r>
                    </a:p>
                  </a:txBody>
                  <a:tcPr/>
                </a:tc>
                <a:tc>
                  <a:txBody>
                    <a:bodyPr/>
                    <a:lstStyle/>
                    <a:p>
                      <a:pPr algn="ctr"/>
                      <a:r>
                        <a:rPr lang="es-ES" dirty="0"/>
                        <a:t>0.50</a:t>
                      </a:r>
                    </a:p>
                  </a:txBody>
                  <a:tcPr/>
                </a:tc>
                <a:tc>
                  <a:txBody>
                    <a:bodyPr/>
                    <a:lstStyle/>
                    <a:p>
                      <a:pPr algn="ctr"/>
                      <a:r>
                        <a:rPr lang="es-ES" dirty="0"/>
                        <a:t>0.67</a:t>
                      </a:r>
                    </a:p>
                  </a:txBody>
                  <a:tcPr/>
                </a:tc>
                <a:tc>
                  <a:txBody>
                    <a:bodyPr/>
                    <a:lstStyle/>
                    <a:p>
                      <a:pPr algn="ctr"/>
                      <a:r>
                        <a:rPr lang="es-ES" dirty="0"/>
                        <a:t>0.57</a:t>
                      </a:r>
                    </a:p>
                  </a:txBody>
                  <a:tcPr/>
                </a:tc>
                <a:extLst>
                  <a:ext uri="{0D108BD9-81ED-4DB2-BD59-A6C34878D82A}">
                    <a16:rowId xmlns:a16="http://schemas.microsoft.com/office/drawing/2014/main" val="10002"/>
                  </a:ext>
                </a:extLst>
              </a:tr>
              <a:tr h="370840">
                <a:tc>
                  <a:txBody>
                    <a:bodyPr/>
                    <a:lstStyle/>
                    <a:p>
                      <a:pPr algn="ctr"/>
                      <a:r>
                        <a:rPr lang="es-ES" dirty="0"/>
                        <a:t>C</a:t>
                      </a:r>
                    </a:p>
                  </a:txBody>
                  <a:tcPr/>
                </a:tc>
                <a:tc>
                  <a:txBody>
                    <a:bodyPr/>
                    <a:lstStyle/>
                    <a:p>
                      <a:pPr algn="ctr"/>
                      <a:r>
                        <a:rPr lang="es-ES" dirty="0"/>
                        <a:t>1.00</a:t>
                      </a:r>
                    </a:p>
                  </a:txBody>
                  <a:tcPr/>
                </a:tc>
                <a:tc>
                  <a:txBody>
                    <a:bodyPr/>
                    <a:lstStyle/>
                    <a:p>
                      <a:pPr algn="ctr"/>
                      <a:r>
                        <a:rPr lang="es-ES" dirty="0"/>
                        <a:t>1.00</a:t>
                      </a:r>
                    </a:p>
                  </a:txBody>
                  <a:tcPr/>
                </a:tc>
                <a:tc>
                  <a:txBody>
                    <a:bodyPr/>
                    <a:lstStyle/>
                    <a:p>
                      <a:pPr algn="ctr"/>
                      <a:r>
                        <a:rPr lang="es-ES" dirty="0"/>
                        <a:t>1.00</a:t>
                      </a:r>
                    </a:p>
                  </a:txBody>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4" name="TextBox 13"/>
              <p:cNvSpPr txBox="1"/>
              <p:nvPr/>
            </p:nvSpPr>
            <p:spPr>
              <a:xfrm>
                <a:off x="5906554" y="3937289"/>
                <a:ext cx="2199320" cy="5185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ES" b="0" i="0" smtClean="0">
                          <a:latin typeface="Cambria Math" panose="02040503050406030204" pitchFamily="18" charset="0"/>
                        </a:rPr>
                        <m:t>Exactidud</m:t>
                      </m:r>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7</m:t>
                          </m:r>
                        </m:num>
                        <m:den>
                          <m:r>
                            <a:rPr lang="es-ES" b="0" i="1" smtClean="0">
                              <a:latin typeface="Cambria Math" panose="02040503050406030204" pitchFamily="18" charset="0"/>
                            </a:rPr>
                            <m:t>10</m:t>
                          </m:r>
                        </m:den>
                      </m:f>
                      <m:r>
                        <a:rPr lang="es-ES" b="0" i="1" smtClean="0">
                          <a:latin typeface="Cambria Math" panose="02040503050406030204" pitchFamily="18" charset="0"/>
                        </a:rPr>
                        <m:t>=0.7</m:t>
                      </m:r>
                    </m:oMath>
                  </m:oMathPara>
                </a14:m>
                <a:endParaRPr lang="es-ES" dirty="0"/>
              </a:p>
            </p:txBody>
          </p:sp>
        </mc:Choice>
        <mc:Fallback xmlns="">
          <p:sp>
            <p:nvSpPr>
              <p:cNvPr id="14" name="TextBox 13"/>
              <p:cNvSpPr txBox="1">
                <a:spLocks noRot="1" noChangeAspect="1" noMove="1" noResize="1" noEditPoints="1" noAdjustHandles="1" noChangeArrowheads="1" noChangeShapeType="1" noTextEdit="1"/>
              </p:cNvSpPr>
              <p:nvPr/>
            </p:nvSpPr>
            <p:spPr>
              <a:xfrm>
                <a:off x="5906554" y="3937289"/>
                <a:ext cx="2199320" cy="51854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110772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Algoritmos de clasificación</a:t>
            </a:r>
          </a:p>
        </p:txBody>
      </p:sp>
      <p:sp>
        <p:nvSpPr>
          <p:cNvPr id="3" name="Content Placeholder 2"/>
          <p:cNvSpPr>
            <a:spLocks noGrp="1"/>
          </p:cNvSpPr>
          <p:nvPr>
            <p:ph idx="1"/>
          </p:nvPr>
        </p:nvSpPr>
        <p:spPr/>
        <p:txBody>
          <a:bodyPr/>
          <a:lstStyle/>
          <a:p>
            <a:r>
              <a:rPr lang="es-ES" dirty="0"/>
              <a:t>K-</a:t>
            </a:r>
            <a:r>
              <a:rPr lang="es-ES" dirty="0" err="1"/>
              <a:t>nearest</a:t>
            </a:r>
            <a:r>
              <a:rPr lang="es-ES" dirty="0"/>
              <a:t> </a:t>
            </a:r>
            <a:r>
              <a:rPr lang="es-ES" dirty="0" err="1"/>
              <a:t>neighbors</a:t>
            </a:r>
            <a:r>
              <a:rPr lang="es-ES" dirty="0"/>
              <a:t> </a:t>
            </a:r>
            <a:r>
              <a:rPr lang="es-ES" dirty="0" err="1"/>
              <a:t>algorithm</a:t>
            </a:r>
            <a:r>
              <a:rPr lang="es-ES" dirty="0"/>
              <a:t> (k-NN)</a:t>
            </a:r>
          </a:p>
          <a:p>
            <a:r>
              <a:rPr lang="es-ES" dirty="0"/>
              <a:t>Arboles de decisión</a:t>
            </a:r>
          </a:p>
          <a:p>
            <a:r>
              <a:rPr lang="es-ES" dirty="0" err="1"/>
              <a:t>Random</a:t>
            </a:r>
            <a:r>
              <a:rPr lang="es-ES" dirty="0"/>
              <a:t> </a:t>
            </a:r>
            <a:r>
              <a:rPr lang="es-ES" dirty="0" err="1"/>
              <a:t>Forest</a:t>
            </a:r>
            <a:endParaRPr lang="es-ES" dirty="0"/>
          </a:p>
          <a:p>
            <a:r>
              <a:rPr lang="es-ES" dirty="0"/>
              <a:t>Maquinas de vectores de soporte</a:t>
            </a:r>
          </a:p>
          <a:p>
            <a:r>
              <a:rPr lang="es-ES"/>
              <a:t>Redes Neuronales</a:t>
            </a:r>
            <a:endParaRPr lang="es-ES" dirty="0"/>
          </a:p>
        </p:txBody>
      </p:sp>
      <p:sp>
        <p:nvSpPr>
          <p:cNvPr id="4" name="Slide Number Placeholder 3"/>
          <p:cNvSpPr>
            <a:spLocks noGrp="1"/>
          </p:cNvSpPr>
          <p:nvPr>
            <p:ph type="sldNum" sz="quarter" idx="4294967295"/>
          </p:nvPr>
        </p:nvSpPr>
        <p:spPr/>
        <p:txBody>
          <a:bodyPr/>
          <a:lstStyle/>
          <a:p>
            <a:fld id="{ED3C9F24-97CD-894E-963C-61E4D5D33747}" type="slidenum">
              <a:rPr lang="es-ES_tradnl" smtClean="0"/>
              <a:t>70</a:t>
            </a:fld>
            <a:endParaRPr lang="es-ES_tradnl"/>
          </a:p>
        </p:txBody>
      </p:sp>
    </p:spTree>
    <p:extLst>
      <p:ext uri="{BB962C8B-B14F-4D97-AF65-F5344CB8AC3E}">
        <p14:creationId xmlns:p14="http://schemas.microsoft.com/office/powerpoint/2010/main" val="281953551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K-</a:t>
            </a:r>
            <a:r>
              <a:rPr lang="es-ES" dirty="0" err="1"/>
              <a:t>nearest</a:t>
            </a:r>
            <a:r>
              <a:rPr lang="es-ES" dirty="0"/>
              <a:t> </a:t>
            </a:r>
            <a:r>
              <a:rPr lang="es-ES" dirty="0" err="1"/>
              <a:t>neighbors</a:t>
            </a:r>
            <a:r>
              <a:rPr lang="es-ES" dirty="0"/>
              <a:t> </a:t>
            </a:r>
            <a:r>
              <a:rPr lang="es-ES" dirty="0" err="1"/>
              <a:t>algorithm</a:t>
            </a:r>
            <a:r>
              <a:rPr lang="es-ES" dirty="0"/>
              <a:t> (k-NN)</a:t>
            </a:r>
          </a:p>
        </p:txBody>
      </p:sp>
      <p:sp>
        <p:nvSpPr>
          <p:cNvPr id="3" name="Content Placeholder 2"/>
          <p:cNvSpPr>
            <a:spLocks noGrp="1"/>
          </p:cNvSpPr>
          <p:nvPr>
            <p:ph idx="1"/>
          </p:nvPr>
        </p:nvSpPr>
        <p:spPr>
          <a:xfrm>
            <a:off x="628650" y="1159589"/>
            <a:ext cx="7886700" cy="4919728"/>
          </a:xfrm>
        </p:spPr>
        <p:txBody>
          <a:bodyPr>
            <a:normAutofit/>
          </a:bodyPr>
          <a:lstStyle/>
          <a:p>
            <a:pPr algn="just"/>
            <a:r>
              <a:rPr lang="es-ES" dirty="0"/>
              <a:t>Es muy método muy simple para clasificar datos</a:t>
            </a:r>
          </a:p>
          <a:p>
            <a:pPr algn="just"/>
            <a:r>
              <a:rPr lang="es-ES" dirty="0"/>
              <a:t>Solo requiere de un </a:t>
            </a:r>
            <a:r>
              <a:rPr lang="es-ES" dirty="0" err="1"/>
              <a:t>hiperparámetro</a:t>
            </a:r>
            <a:endParaRPr lang="es-ES" dirty="0"/>
          </a:p>
          <a:p>
            <a:pPr algn="just"/>
            <a:r>
              <a:rPr lang="es-ES" dirty="0"/>
              <a:t>Funciona bien en varias situaciones</a:t>
            </a:r>
          </a:p>
        </p:txBody>
      </p:sp>
      <p:sp>
        <p:nvSpPr>
          <p:cNvPr id="4" name="Slide Number Placeholder 3"/>
          <p:cNvSpPr>
            <a:spLocks noGrp="1"/>
          </p:cNvSpPr>
          <p:nvPr>
            <p:ph type="sldNum" sz="quarter" idx="4294967295"/>
          </p:nvPr>
        </p:nvSpPr>
        <p:spPr/>
        <p:txBody>
          <a:bodyPr/>
          <a:lstStyle/>
          <a:p>
            <a:fld id="{ED3C9F24-97CD-894E-963C-61E4D5D33747}" type="slidenum">
              <a:rPr lang="es-ES_tradnl" smtClean="0"/>
              <a:t>71</a:t>
            </a:fld>
            <a:endParaRPr lang="es-ES_tradnl"/>
          </a:p>
        </p:txBody>
      </p:sp>
    </p:spTree>
    <p:extLst>
      <p:ext uri="{BB962C8B-B14F-4D97-AF65-F5344CB8AC3E}">
        <p14:creationId xmlns:p14="http://schemas.microsoft.com/office/powerpoint/2010/main" val="32504605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K-</a:t>
            </a:r>
            <a:r>
              <a:rPr lang="es-ES" dirty="0" err="1"/>
              <a:t>nearest</a:t>
            </a:r>
            <a:r>
              <a:rPr lang="es-ES" dirty="0"/>
              <a:t> </a:t>
            </a:r>
            <a:r>
              <a:rPr lang="es-ES" dirty="0" err="1"/>
              <a:t>neighbors</a:t>
            </a:r>
            <a:r>
              <a:rPr lang="es-ES" dirty="0"/>
              <a:t> </a:t>
            </a:r>
            <a:r>
              <a:rPr lang="es-ES" dirty="0" err="1"/>
              <a:t>algorithm</a:t>
            </a:r>
            <a:r>
              <a:rPr lang="es-ES" dirty="0"/>
              <a:t> (k-NN)</a:t>
            </a:r>
          </a:p>
        </p:txBody>
      </p:sp>
      <p:sp>
        <p:nvSpPr>
          <p:cNvPr id="3" name="Content Placeholder 2"/>
          <p:cNvSpPr>
            <a:spLocks noGrp="1"/>
          </p:cNvSpPr>
          <p:nvPr>
            <p:ph idx="1"/>
          </p:nvPr>
        </p:nvSpPr>
        <p:spPr>
          <a:xfrm>
            <a:off x="628650" y="1159589"/>
            <a:ext cx="7886700" cy="4919728"/>
          </a:xfrm>
        </p:spPr>
        <p:txBody>
          <a:bodyPr>
            <a:normAutofit/>
          </a:bodyPr>
          <a:lstStyle/>
          <a:p>
            <a:pPr marL="0" indent="0" algn="just">
              <a:buNone/>
            </a:pPr>
            <a:r>
              <a:rPr lang="es-ES" sz="2000" dirty="0"/>
              <a:t>El objeto se asigna a la clase más común entre sus k-vecinos más cercanos (k es un número entero positivo, típicamente pequeño). </a:t>
            </a:r>
          </a:p>
          <a:p>
            <a:pPr marL="0" indent="0" algn="just">
              <a:buNone/>
            </a:pPr>
            <a:endParaRPr lang="es-ES" sz="2000" dirty="0"/>
          </a:p>
          <a:p>
            <a:pPr marL="0" indent="0" algn="just">
              <a:buNone/>
            </a:pPr>
            <a:endParaRPr lang="es-ES" sz="2000" dirty="0"/>
          </a:p>
          <a:p>
            <a:pPr marL="0" indent="0" algn="just">
              <a:buNone/>
            </a:pPr>
            <a:endParaRPr lang="es-ES" sz="2000" dirty="0"/>
          </a:p>
          <a:p>
            <a:pPr marL="0" indent="0" algn="just">
              <a:buNone/>
            </a:pPr>
            <a:endParaRPr lang="es-ES" sz="2000" dirty="0"/>
          </a:p>
          <a:p>
            <a:pPr marL="0" indent="0" algn="just">
              <a:buNone/>
            </a:pPr>
            <a:endParaRPr lang="es-ES" sz="2000" dirty="0"/>
          </a:p>
          <a:p>
            <a:pPr marL="0" indent="0" algn="just">
              <a:buNone/>
            </a:pPr>
            <a:endParaRPr lang="es-ES" sz="2000" dirty="0"/>
          </a:p>
          <a:p>
            <a:pPr marL="0" indent="0" algn="just">
              <a:buNone/>
            </a:pPr>
            <a:endParaRPr lang="es-ES" sz="2000" dirty="0"/>
          </a:p>
          <a:p>
            <a:pPr marL="0" indent="0" algn="just">
              <a:buNone/>
            </a:pPr>
            <a:r>
              <a:rPr lang="es-ES" sz="2000" dirty="0"/>
              <a:t>En el ejemplo, para k = 3 el circulo verde es clasificado con la clase triángulo, ya que hay solo un cuadrado y 2 triángulos, dentro del círculo que los contiene. Si k = 5 este es clasificado con la clase cuadrado, ya que hay 2 triángulos y 3 cuadrados, dentro del círculo externo.</a:t>
            </a:r>
          </a:p>
        </p:txBody>
      </p:sp>
      <p:sp>
        <p:nvSpPr>
          <p:cNvPr id="4" name="Slide Number Placeholder 3"/>
          <p:cNvSpPr>
            <a:spLocks noGrp="1"/>
          </p:cNvSpPr>
          <p:nvPr>
            <p:ph type="sldNum" sz="quarter" idx="4294967295"/>
          </p:nvPr>
        </p:nvSpPr>
        <p:spPr/>
        <p:txBody>
          <a:bodyPr/>
          <a:lstStyle/>
          <a:p>
            <a:fld id="{ED3C9F24-97CD-894E-963C-61E4D5D33747}" type="slidenum">
              <a:rPr lang="es-ES_tradnl" smtClean="0"/>
              <a:t>72</a:t>
            </a:fld>
            <a:endParaRPr lang="es-ES_tradnl"/>
          </a:p>
        </p:txBody>
      </p:sp>
      <p:pic>
        <p:nvPicPr>
          <p:cNvPr id="1026" name="Picture 2" descr="https://upload.wikimedia.org/wikipedia/commons/thumb/e/e7/KnnClassification.svg/220px-KnnClassification.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1748" y="2116744"/>
            <a:ext cx="2600504" cy="2352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762957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K-</a:t>
            </a:r>
            <a:r>
              <a:rPr lang="es-ES" dirty="0" err="1"/>
              <a:t>nearest</a:t>
            </a:r>
            <a:r>
              <a:rPr lang="es-ES" dirty="0"/>
              <a:t> </a:t>
            </a:r>
            <a:r>
              <a:rPr lang="es-ES" dirty="0" err="1"/>
              <a:t>neighbors</a:t>
            </a:r>
            <a:r>
              <a:rPr lang="es-ES" dirty="0"/>
              <a:t> </a:t>
            </a:r>
            <a:r>
              <a:rPr lang="es-ES" dirty="0" err="1"/>
              <a:t>algorithm</a:t>
            </a:r>
            <a:r>
              <a:rPr lang="es-ES" dirty="0"/>
              <a:t> (k-NN)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545466"/>
                <a:ext cx="7886700" cy="4919728"/>
              </a:xfrm>
            </p:spPr>
            <p:txBody>
              <a:bodyPr>
                <a:normAutofit/>
              </a:bodyPr>
              <a:lstStyle/>
              <a:p>
                <a:pPr marL="0" indent="0" algn="just">
                  <a:buNone/>
                </a:pPr>
                <a:r>
                  <a:rPr lang="es-ES" dirty="0"/>
                  <a:t>Cada objeto se caracteriza un conjunto de </a:t>
                </a:r>
                <a:r>
                  <a:rPr lang="es-ES" i="1" dirty="0"/>
                  <a:t>n</a:t>
                </a:r>
                <a:r>
                  <a:rPr lang="es-ES" dirty="0"/>
                  <a:t> parámetros:</a:t>
                </a:r>
              </a:p>
              <a:p>
                <a:pPr marL="0" indent="0" algn="just">
                  <a:buNone/>
                </a:pPr>
                <a:endParaRPr lang="es-ES" dirty="0"/>
              </a:p>
              <a:p>
                <a:pPr marL="0" indent="0" algn="just">
                  <a:buNone/>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𝑖</m:t>
                          </m:r>
                        </m:sub>
                      </m:sSub>
                      <m:r>
                        <a:rPr lang="es-ES" b="0" i="1" smtClean="0">
                          <a:latin typeface="Cambria Math" panose="02040503050406030204" pitchFamily="18" charset="0"/>
                        </a:rPr>
                        <m:t>=</m:t>
                      </m:r>
                      <m:d>
                        <m:dPr>
                          <m:begChr m:val="{"/>
                          <m:endChr m:val="}"/>
                          <m:ctrlPr>
                            <a:rPr lang="es-ES" b="0" i="1" smtClean="0">
                              <a:latin typeface="Cambria Math" panose="02040503050406030204" pitchFamily="18" charset="0"/>
                            </a:rPr>
                          </m:ctrlPr>
                        </m:dPr>
                        <m:e>
                          <m:sSubSup>
                            <m:sSubSupPr>
                              <m:ctrlPr>
                                <a:rPr lang="es-ES" b="0" i="1" smtClean="0">
                                  <a:latin typeface="Cambria Math" panose="02040503050406030204" pitchFamily="18" charset="0"/>
                                </a:rPr>
                              </m:ctrlPr>
                            </m:sSubSupPr>
                            <m:e>
                              <m:r>
                                <a:rPr lang="es-ES" b="0" i="1" smtClean="0">
                                  <a:latin typeface="Cambria Math" panose="02040503050406030204" pitchFamily="18" charset="0"/>
                                </a:rPr>
                                <m:t>𝑥</m:t>
                              </m:r>
                            </m:e>
                            <m:sub>
                              <m:r>
                                <a:rPr lang="es-ES" b="0" i="1" smtClean="0">
                                  <a:latin typeface="Cambria Math" panose="02040503050406030204" pitchFamily="18" charset="0"/>
                                </a:rPr>
                                <m:t>𝑖</m:t>
                              </m:r>
                            </m:sub>
                            <m:sup>
                              <m:r>
                                <a:rPr lang="es-ES" b="0" i="1" smtClean="0">
                                  <a:latin typeface="Cambria Math" panose="02040503050406030204" pitchFamily="18" charset="0"/>
                                </a:rPr>
                                <m:t>1</m:t>
                              </m:r>
                            </m:sup>
                          </m:sSubSup>
                          <m:r>
                            <a:rPr lang="es-ES" b="0" i="1" smtClean="0">
                              <a:latin typeface="Cambria Math" panose="02040503050406030204" pitchFamily="18" charset="0"/>
                            </a:rPr>
                            <m:t>,</m:t>
                          </m:r>
                          <m:sSubSup>
                            <m:sSubSupPr>
                              <m:ctrlPr>
                                <a:rPr lang="es-ES" i="1">
                                  <a:latin typeface="Cambria Math" panose="02040503050406030204" pitchFamily="18" charset="0"/>
                                </a:rPr>
                              </m:ctrlPr>
                            </m:sSubSupPr>
                            <m:e>
                              <m:r>
                                <a:rPr lang="es-ES" i="1">
                                  <a:latin typeface="Cambria Math" panose="02040503050406030204" pitchFamily="18" charset="0"/>
                                </a:rPr>
                                <m:t>𝑥</m:t>
                              </m:r>
                            </m:e>
                            <m:sub>
                              <m:r>
                                <a:rPr lang="es-ES" i="1">
                                  <a:latin typeface="Cambria Math" panose="02040503050406030204" pitchFamily="18" charset="0"/>
                                </a:rPr>
                                <m:t>𝑖</m:t>
                              </m:r>
                            </m:sub>
                            <m:sup>
                              <m:r>
                                <a:rPr lang="es-ES" b="0" i="1" smtClean="0">
                                  <a:latin typeface="Cambria Math" panose="02040503050406030204" pitchFamily="18" charset="0"/>
                                </a:rPr>
                                <m:t>2</m:t>
                              </m:r>
                            </m:sup>
                          </m:sSubSup>
                          <m:r>
                            <a:rPr lang="es-ES" b="0" i="1" smtClean="0">
                              <a:latin typeface="Cambria Math" panose="02040503050406030204" pitchFamily="18" charset="0"/>
                            </a:rPr>
                            <m:t>,</m:t>
                          </m:r>
                          <m:sSubSup>
                            <m:sSubSupPr>
                              <m:ctrlPr>
                                <a:rPr lang="es-ES" i="1">
                                  <a:latin typeface="Cambria Math" panose="02040503050406030204" pitchFamily="18" charset="0"/>
                                </a:rPr>
                              </m:ctrlPr>
                            </m:sSubSupPr>
                            <m:e>
                              <m:r>
                                <a:rPr lang="es-ES" i="1">
                                  <a:latin typeface="Cambria Math" panose="02040503050406030204" pitchFamily="18" charset="0"/>
                                </a:rPr>
                                <m:t>𝑥</m:t>
                              </m:r>
                            </m:e>
                            <m:sub>
                              <m:r>
                                <a:rPr lang="es-ES" i="1">
                                  <a:latin typeface="Cambria Math" panose="02040503050406030204" pitchFamily="18" charset="0"/>
                                </a:rPr>
                                <m:t>𝑖</m:t>
                              </m:r>
                            </m:sub>
                            <m:sup>
                              <m:r>
                                <a:rPr lang="es-ES" b="0" i="1" smtClean="0">
                                  <a:latin typeface="Cambria Math" panose="02040503050406030204" pitchFamily="18" charset="0"/>
                                </a:rPr>
                                <m:t>3</m:t>
                              </m:r>
                            </m:sup>
                          </m:sSubSup>
                          <m:r>
                            <a:rPr lang="es-ES" b="0" i="1" smtClean="0">
                              <a:latin typeface="Cambria Math" panose="02040503050406030204" pitchFamily="18" charset="0"/>
                            </a:rPr>
                            <m:t>,…</m:t>
                          </m:r>
                          <m:sSubSup>
                            <m:sSubSupPr>
                              <m:ctrlPr>
                                <a:rPr lang="es-ES" i="1">
                                  <a:latin typeface="Cambria Math" panose="02040503050406030204" pitchFamily="18" charset="0"/>
                                </a:rPr>
                              </m:ctrlPr>
                            </m:sSubSupPr>
                            <m:e>
                              <m:r>
                                <a:rPr lang="es-ES" b="0" i="1" smtClean="0">
                                  <a:latin typeface="Cambria Math" panose="02040503050406030204" pitchFamily="18" charset="0"/>
                                </a:rPr>
                                <m:t>,</m:t>
                              </m:r>
                              <m:r>
                                <a:rPr lang="es-ES" i="1">
                                  <a:latin typeface="Cambria Math" panose="02040503050406030204" pitchFamily="18" charset="0"/>
                                </a:rPr>
                                <m:t>𝑥</m:t>
                              </m:r>
                            </m:e>
                            <m:sub>
                              <m:r>
                                <a:rPr lang="es-ES" i="1">
                                  <a:latin typeface="Cambria Math" panose="02040503050406030204" pitchFamily="18" charset="0"/>
                                </a:rPr>
                                <m:t>𝑖</m:t>
                              </m:r>
                            </m:sub>
                            <m:sup>
                              <m:r>
                                <a:rPr lang="es-ES" b="0" i="1" smtClean="0">
                                  <a:latin typeface="Cambria Math" panose="02040503050406030204" pitchFamily="18" charset="0"/>
                                </a:rPr>
                                <m:t>𝑛</m:t>
                              </m:r>
                            </m:sup>
                          </m:sSubSup>
                        </m:e>
                      </m:d>
                    </m:oMath>
                  </m:oMathPara>
                </a14:m>
                <a:endParaRPr lang="es-ES" dirty="0"/>
              </a:p>
              <a:p>
                <a:pPr marL="0" indent="0" algn="just">
                  <a:buNone/>
                </a:pPr>
                <a:r>
                  <a:rPr lang="es-ES" dirty="0"/>
                  <a:t>La distancia se mide usualmente mediante la distancia euclidiana:</a:t>
                </a:r>
              </a:p>
              <a:p>
                <a:pPr marL="0" indent="0" algn="just">
                  <a:buNone/>
                </a:pPr>
                <a:endParaRPr lang="es-ES" dirty="0"/>
              </a:p>
              <a:p>
                <a:pPr marL="0" indent="0" algn="just">
                  <a:buNone/>
                </a:pPr>
                <a14:m>
                  <m:oMathPara xmlns:m="http://schemas.openxmlformats.org/officeDocument/2006/math">
                    <m:oMathParaPr>
                      <m:jc m:val="left"/>
                    </m:oMathParaPr>
                    <m:oMath xmlns:m="http://schemas.openxmlformats.org/officeDocument/2006/math">
                      <m:r>
                        <a:rPr lang="es-ES" b="0" i="1" smtClean="0">
                          <a:latin typeface="Cambria Math" panose="02040503050406030204" pitchFamily="18" charset="0"/>
                        </a:rPr>
                        <m:t>𝑑</m:t>
                      </m:r>
                      <m:d>
                        <m:dPr>
                          <m:ctrlPr>
                            <a:rPr lang="es-ES" b="0" i="1" smtClean="0">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𝑥</m:t>
                              </m:r>
                            </m:e>
                            <m:sub>
                              <m:r>
                                <a:rPr lang="es-ES" i="1">
                                  <a:latin typeface="Cambria Math" panose="02040503050406030204" pitchFamily="18" charset="0"/>
                                </a:rPr>
                                <m:t>𝑖</m:t>
                              </m:r>
                            </m:sub>
                          </m:sSub>
                          <m:r>
                            <a:rPr lang="es-ES" b="0" i="0"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𝑥</m:t>
                              </m:r>
                            </m:e>
                            <m:sub>
                              <m:r>
                                <a:rPr lang="es-ES" b="0" i="1" smtClean="0">
                                  <a:latin typeface="Cambria Math" panose="02040503050406030204" pitchFamily="18" charset="0"/>
                                </a:rPr>
                                <m:t>𝑗</m:t>
                              </m:r>
                            </m:sub>
                          </m:sSub>
                        </m:e>
                      </m:d>
                      <m:r>
                        <a:rPr lang="es-ES" b="0" i="1" smtClean="0">
                          <a:latin typeface="Cambria Math" panose="02040503050406030204" pitchFamily="18" charset="0"/>
                        </a:rPr>
                        <m:t>=</m:t>
                      </m:r>
                      <m:rad>
                        <m:radPr>
                          <m:degHide m:val="on"/>
                          <m:ctrlPr>
                            <a:rPr lang="es-ES" b="0" i="1" smtClean="0">
                              <a:latin typeface="Cambria Math" panose="02040503050406030204" pitchFamily="18" charset="0"/>
                            </a:rPr>
                          </m:ctrlPr>
                        </m:radPr>
                        <m:deg/>
                        <m:e>
                          <m:nary>
                            <m:naryPr>
                              <m:chr m:val="∑"/>
                              <m:ctrlPr>
                                <a:rPr lang="es-ES" b="0" i="1" smtClean="0">
                                  <a:latin typeface="Cambria Math" panose="02040503050406030204" pitchFamily="18" charset="0"/>
                                </a:rPr>
                              </m:ctrlPr>
                            </m:naryPr>
                            <m:sub>
                              <m:r>
                                <m:rPr>
                                  <m:brk m:alnAt="23"/>
                                </m:rPr>
                                <a:rPr lang="es-ES" b="0" i="1" smtClean="0">
                                  <a:latin typeface="Cambria Math" panose="02040503050406030204" pitchFamily="18" charset="0"/>
                                </a:rPr>
                                <m:t>𝑟</m:t>
                              </m:r>
                              <m:r>
                                <a:rPr lang="es-ES" b="0" i="1" smtClean="0">
                                  <a:latin typeface="Cambria Math" panose="02040503050406030204" pitchFamily="18" charset="0"/>
                                </a:rPr>
                                <m:t>=1</m:t>
                              </m:r>
                            </m:sub>
                            <m:sup>
                              <m:r>
                                <a:rPr lang="es-ES" b="0" i="1" smtClean="0">
                                  <a:latin typeface="Cambria Math" panose="02040503050406030204" pitchFamily="18" charset="0"/>
                                </a:rPr>
                                <m:t>𝑛</m:t>
                              </m:r>
                            </m:sup>
                            <m:e>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sSubSup>
                                        <m:sSubSupPr>
                                          <m:ctrlPr>
                                            <a:rPr lang="es-ES" i="1">
                                              <a:latin typeface="Cambria Math" panose="02040503050406030204" pitchFamily="18" charset="0"/>
                                            </a:rPr>
                                          </m:ctrlPr>
                                        </m:sSubSupPr>
                                        <m:e>
                                          <m:r>
                                            <a:rPr lang="es-ES" i="1">
                                              <a:latin typeface="Cambria Math" panose="02040503050406030204" pitchFamily="18" charset="0"/>
                                            </a:rPr>
                                            <m:t>𝑥</m:t>
                                          </m:r>
                                        </m:e>
                                        <m:sub>
                                          <m:r>
                                            <a:rPr lang="es-ES" i="1">
                                              <a:latin typeface="Cambria Math" panose="02040503050406030204" pitchFamily="18" charset="0"/>
                                            </a:rPr>
                                            <m:t>𝑖</m:t>
                                          </m:r>
                                        </m:sub>
                                        <m:sup>
                                          <m:r>
                                            <a:rPr lang="es-ES" b="0" i="1" smtClean="0">
                                              <a:latin typeface="Cambria Math" panose="02040503050406030204" pitchFamily="18" charset="0"/>
                                            </a:rPr>
                                            <m:t>𝑟</m:t>
                                          </m:r>
                                        </m:sup>
                                      </m:sSubSup>
                                      <m:r>
                                        <a:rPr lang="es-ES" b="0" i="1" smtClean="0">
                                          <a:latin typeface="Cambria Math" panose="02040503050406030204" pitchFamily="18" charset="0"/>
                                        </a:rPr>
                                        <m:t>−</m:t>
                                      </m:r>
                                      <m:sSubSup>
                                        <m:sSubSupPr>
                                          <m:ctrlPr>
                                            <a:rPr lang="es-ES" i="1">
                                              <a:latin typeface="Cambria Math" panose="02040503050406030204" pitchFamily="18" charset="0"/>
                                            </a:rPr>
                                          </m:ctrlPr>
                                        </m:sSubSupPr>
                                        <m:e>
                                          <m:r>
                                            <a:rPr lang="es-ES" i="1">
                                              <a:latin typeface="Cambria Math" panose="02040503050406030204" pitchFamily="18" charset="0"/>
                                            </a:rPr>
                                            <m:t>𝑥</m:t>
                                          </m:r>
                                        </m:e>
                                        <m:sub>
                                          <m:r>
                                            <a:rPr lang="es-ES" b="0" i="1" smtClean="0">
                                              <a:latin typeface="Cambria Math" panose="02040503050406030204" pitchFamily="18" charset="0"/>
                                            </a:rPr>
                                            <m:t>𝑗</m:t>
                                          </m:r>
                                        </m:sub>
                                        <m:sup>
                                          <m:r>
                                            <a:rPr lang="es-ES" b="0" i="1" smtClean="0">
                                              <a:latin typeface="Cambria Math" panose="02040503050406030204" pitchFamily="18" charset="0"/>
                                            </a:rPr>
                                            <m:t>𝑟</m:t>
                                          </m:r>
                                        </m:sup>
                                      </m:sSubSup>
                                    </m:e>
                                  </m:d>
                                </m:e>
                                <m:sup>
                                  <m:r>
                                    <a:rPr lang="es-ES" b="0" i="1" smtClean="0">
                                      <a:latin typeface="Cambria Math" panose="02040503050406030204" pitchFamily="18" charset="0"/>
                                    </a:rPr>
                                    <m:t>2</m:t>
                                  </m:r>
                                </m:sup>
                              </m:sSup>
                            </m:e>
                          </m:nary>
                        </m:e>
                      </m:rad>
                    </m:oMath>
                  </m:oMathPara>
                </a14:m>
                <a:endParaRPr lang="es-E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545466"/>
                <a:ext cx="7886700" cy="4919728"/>
              </a:xfrm>
              <a:blipFill rotWithShape="0">
                <a:blip r:embed="rId2"/>
                <a:stretch>
                  <a:fillRect l="-1159" t="-1735" r="-1236"/>
                </a:stretch>
              </a:blipFill>
            </p:spPr>
            <p:txBody>
              <a:bodyPr/>
              <a:lstStyle/>
              <a:p>
                <a:r>
                  <a:rPr lang="es-ES">
                    <a:noFill/>
                  </a:rPr>
                  <a:t> </a:t>
                </a:r>
              </a:p>
            </p:txBody>
          </p:sp>
        </mc:Fallback>
      </mc:AlternateContent>
      <p:sp>
        <p:nvSpPr>
          <p:cNvPr id="4" name="Slide Number Placeholder 3"/>
          <p:cNvSpPr>
            <a:spLocks noGrp="1"/>
          </p:cNvSpPr>
          <p:nvPr>
            <p:ph type="sldNum" sz="quarter" idx="4294967295"/>
          </p:nvPr>
        </p:nvSpPr>
        <p:spPr/>
        <p:txBody>
          <a:bodyPr/>
          <a:lstStyle/>
          <a:p>
            <a:fld id="{ED3C9F24-97CD-894E-963C-61E4D5D33747}" type="slidenum">
              <a:rPr lang="es-ES_tradnl" smtClean="0"/>
              <a:t>73</a:t>
            </a:fld>
            <a:endParaRPr lang="es-ES_tradnl"/>
          </a:p>
        </p:txBody>
      </p:sp>
      <p:sp>
        <p:nvSpPr>
          <p:cNvPr id="5" name="TextBox 4"/>
          <p:cNvSpPr txBox="1"/>
          <p:nvPr/>
        </p:nvSpPr>
        <p:spPr>
          <a:xfrm>
            <a:off x="5731099" y="3635998"/>
            <a:ext cx="290464" cy="369332"/>
          </a:xfrm>
          <a:prstGeom prst="rect">
            <a:avLst/>
          </a:prstGeom>
          <a:noFill/>
        </p:spPr>
        <p:txBody>
          <a:bodyPr wrap="none" rtlCol="0">
            <a:spAutoFit/>
          </a:bodyPr>
          <a:lstStyle/>
          <a:p>
            <a:r>
              <a:rPr lang="es-ES" b="1" dirty="0">
                <a:solidFill>
                  <a:srgbClr val="002060"/>
                </a:solidFill>
              </a:rPr>
              <a:t>x</a:t>
            </a:r>
          </a:p>
        </p:txBody>
      </p:sp>
      <p:sp>
        <p:nvSpPr>
          <p:cNvPr id="8" name="TextBox 7"/>
          <p:cNvSpPr txBox="1"/>
          <p:nvPr/>
        </p:nvSpPr>
        <p:spPr>
          <a:xfrm>
            <a:off x="6181092" y="3891129"/>
            <a:ext cx="290464" cy="369332"/>
          </a:xfrm>
          <a:prstGeom prst="rect">
            <a:avLst/>
          </a:prstGeom>
          <a:noFill/>
        </p:spPr>
        <p:txBody>
          <a:bodyPr wrap="none" rtlCol="0">
            <a:spAutoFit/>
          </a:bodyPr>
          <a:lstStyle/>
          <a:p>
            <a:r>
              <a:rPr lang="es-ES" b="1" dirty="0">
                <a:solidFill>
                  <a:srgbClr val="002060"/>
                </a:solidFill>
              </a:rPr>
              <a:t>x</a:t>
            </a:r>
          </a:p>
        </p:txBody>
      </p:sp>
      <p:sp>
        <p:nvSpPr>
          <p:cNvPr id="9" name="TextBox 8"/>
          <p:cNvSpPr txBox="1"/>
          <p:nvPr/>
        </p:nvSpPr>
        <p:spPr>
          <a:xfrm>
            <a:off x="7017741" y="4831655"/>
            <a:ext cx="290464" cy="369332"/>
          </a:xfrm>
          <a:prstGeom prst="rect">
            <a:avLst/>
          </a:prstGeom>
          <a:noFill/>
        </p:spPr>
        <p:txBody>
          <a:bodyPr wrap="none" rtlCol="0">
            <a:spAutoFit/>
          </a:bodyPr>
          <a:lstStyle/>
          <a:p>
            <a:r>
              <a:rPr lang="es-ES" b="1" dirty="0">
                <a:solidFill>
                  <a:srgbClr val="002060"/>
                </a:solidFill>
              </a:rPr>
              <a:t>x</a:t>
            </a:r>
          </a:p>
        </p:txBody>
      </p:sp>
      <p:sp>
        <p:nvSpPr>
          <p:cNvPr id="10" name="TextBox 9"/>
          <p:cNvSpPr txBox="1"/>
          <p:nvPr/>
        </p:nvSpPr>
        <p:spPr>
          <a:xfrm>
            <a:off x="5745435" y="5048751"/>
            <a:ext cx="290464" cy="369332"/>
          </a:xfrm>
          <a:prstGeom prst="rect">
            <a:avLst/>
          </a:prstGeom>
          <a:noFill/>
        </p:spPr>
        <p:txBody>
          <a:bodyPr wrap="none" rtlCol="0">
            <a:spAutoFit/>
          </a:bodyPr>
          <a:lstStyle/>
          <a:p>
            <a:r>
              <a:rPr lang="es-ES" b="1" dirty="0">
                <a:solidFill>
                  <a:srgbClr val="002060"/>
                </a:solidFill>
              </a:rPr>
              <a:t>x</a:t>
            </a:r>
          </a:p>
        </p:txBody>
      </p:sp>
      <p:sp>
        <p:nvSpPr>
          <p:cNvPr id="11" name="TextBox 10"/>
          <p:cNvSpPr txBox="1"/>
          <p:nvPr/>
        </p:nvSpPr>
        <p:spPr>
          <a:xfrm>
            <a:off x="6354028" y="4646989"/>
            <a:ext cx="290464" cy="369332"/>
          </a:xfrm>
          <a:prstGeom prst="rect">
            <a:avLst/>
          </a:prstGeom>
          <a:noFill/>
        </p:spPr>
        <p:txBody>
          <a:bodyPr wrap="none" rtlCol="0">
            <a:spAutoFit/>
          </a:bodyPr>
          <a:lstStyle/>
          <a:p>
            <a:r>
              <a:rPr lang="es-ES" b="1" dirty="0">
                <a:solidFill>
                  <a:srgbClr val="002060"/>
                </a:solidFill>
              </a:rPr>
              <a:t>x</a:t>
            </a:r>
          </a:p>
        </p:txBody>
      </p:sp>
      <p:sp>
        <p:nvSpPr>
          <p:cNvPr id="12" name="TextBox 11"/>
          <p:cNvSpPr txBox="1"/>
          <p:nvPr/>
        </p:nvSpPr>
        <p:spPr>
          <a:xfrm>
            <a:off x="7017741" y="3956124"/>
            <a:ext cx="290464" cy="369332"/>
          </a:xfrm>
          <a:prstGeom prst="rect">
            <a:avLst/>
          </a:prstGeom>
          <a:noFill/>
        </p:spPr>
        <p:txBody>
          <a:bodyPr wrap="none" rtlCol="0">
            <a:spAutoFit/>
          </a:bodyPr>
          <a:lstStyle/>
          <a:p>
            <a:r>
              <a:rPr lang="es-ES" b="1" dirty="0">
                <a:solidFill>
                  <a:srgbClr val="002060"/>
                </a:solidFill>
              </a:rPr>
              <a:t>x</a:t>
            </a:r>
          </a:p>
        </p:txBody>
      </p:sp>
      <p:sp>
        <p:nvSpPr>
          <p:cNvPr id="7" name="TextBox 6"/>
          <p:cNvSpPr txBox="1"/>
          <p:nvPr/>
        </p:nvSpPr>
        <p:spPr>
          <a:xfrm>
            <a:off x="6371375" y="4260461"/>
            <a:ext cx="306494" cy="369332"/>
          </a:xfrm>
          <a:prstGeom prst="rect">
            <a:avLst/>
          </a:prstGeom>
          <a:noFill/>
        </p:spPr>
        <p:txBody>
          <a:bodyPr wrap="none" rtlCol="0">
            <a:spAutoFit/>
          </a:bodyPr>
          <a:lstStyle/>
          <a:p>
            <a:r>
              <a:rPr lang="es-ES" b="1" dirty="0">
                <a:solidFill>
                  <a:srgbClr val="C00000"/>
                </a:solidFill>
              </a:rPr>
              <a:t>o</a:t>
            </a:r>
          </a:p>
        </p:txBody>
      </p:sp>
      <p:sp>
        <p:nvSpPr>
          <p:cNvPr id="14" name="TextBox 13"/>
          <p:cNvSpPr txBox="1"/>
          <p:nvPr/>
        </p:nvSpPr>
        <p:spPr>
          <a:xfrm>
            <a:off x="5985770" y="4342374"/>
            <a:ext cx="290464" cy="369332"/>
          </a:xfrm>
          <a:prstGeom prst="rect">
            <a:avLst/>
          </a:prstGeom>
          <a:noFill/>
        </p:spPr>
        <p:txBody>
          <a:bodyPr wrap="none" rtlCol="0">
            <a:spAutoFit/>
          </a:bodyPr>
          <a:lstStyle/>
          <a:p>
            <a:r>
              <a:rPr lang="es-ES" b="1" dirty="0">
                <a:solidFill>
                  <a:srgbClr val="002060"/>
                </a:solidFill>
              </a:rPr>
              <a:t>x</a:t>
            </a:r>
          </a:p>
        </p:txBody>
      </p:sp>
      <p:cxnSp>
        <p:nvCxnSpPr>
          <p:cNvPr id="15" name="Straight Arrow Connector 14"/>
          <p:cNvCxnSpPr/>
          <p:nvPr/>
        </p:nvCxnSpPr>
        <p:spPr>
          <a:xfrm flipV="1">
            <a:off x="6560704" y="4149260"/>
            <a:ext cx="614895" cy="304337"/>
          </a:xfrm>
          <a:prstGeom prst="straightConnector1">
            <a:avLst/>
          </a:prstGeom>
          <a:ln w="25400">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666673" y="3987697"/>
            <a:ext cx="306494" cy="369332"/>
          </a:xfrm>
          <a:prstGeom prst="rect">
            <a:avLst/>
          </a:prstGeom>
          <a:noFill/>
        </p:spPr>
        <p:txBody>
          <a:bodyPr wrap="none" rtlCol="0">
            <a:spAutoFit/>
          </a:bodyPr>
          <a:lstStyle/>
          <a:p>
            <a:r>
              <a:rPr lang="es-ES" i="1" dirty="0"/>
              <a:t>d</a:t>
            </a:r>
          </a:p>
        </p:txBody>
      </p:sp>
    </p:spTree>
    <p:extLst>
      <p:ext uri="{BB962C8B-B14F-4D97-AF65-F5344CB8AC3E}">
        <p14:creationId xmlns:p14="http://schemas.microsoft.com/office/powerpoint/2010/main" val="41501241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K-</a:t>
            </a:r>
            <a:r>
              <a:rPr lang="es-ES" dirty="0" err="1"/>
              <a:t>nearest</a:t>
            </a:r>
            <a:r>
              <a:rPr lang="es-ES" dirty="0"/>
              <a:t> </a:t>
            </a:r>
            <a:r>
              <a:rPr lang="es-ES" dirty="0" err="1"/>
              <a:t>neighbors</a:t>
            </a:r>
            <a:r>
              <a:rPr lang="es-ES" dirty="0"/>
              <a:t> </a:t>
            </a:r>
            <a:r>
              <a:rPr lang="es-ES" dirty="0" err="1"/>
              <a:t>algorithm</a:t>
            </a:r>
            <a:r>
              <a:rPr lang="es-ES" dirty="0"/>
              <a:t> (k-NN)</a:t>
            </a:r>
          </a:p>
        </p:txBody>
      </p:sp>
      <p:sp>
        <p:nvSpPr>
          <p:cNvPr id="3" name="Content Placeholder 2"/>
          <p:cNvSpPr>
            <a:spLocks noGrp="1"/>
          </p:cNvSpPr>
          <p:nvPr>
            <p:ph idx="1"/>
          </p:nvPr>
        </p:nvSpPr>
        <p:spPr/>
        <p:txBody>
          <a:bodyPr/>
          <a:lstStyle/>
          <a:p>
            <a:pPr marL="0" indent="0" algn="just">
              <a:buNone/>
            </a:pPr>
            <a:r>
              <a:rPr lang="es-ES" dirty="0"/>
              <a:t>La mejor elección de k depende fundamentalmente de los datos:</a:t>
            </a:r>
          </a:p>
          <a:p>
            <a:pPr algn="just">
              <a:buFontTx/>
              <a:buChar char="-"/>
            </a:pPr>
            <a:r>
              <a:rPr lang="es-ES" dirty="0"/>
              <a:t>Valores pequeños de k son sensibles al ruido en los datos.</a:t>
            </a:r>
          </a:p>
          <a:p>
            <a:pPr algn="just">
              <a:buFontTx/>
              <a:buChar char="-"/>
            </a:pPr>
            <a:r>
              <a:rPr lang="es-ES" dirty="0"/>
              <a:t>Valores grandes de k reducen el efecto de ruido, pero crean límites entre clases parecidas.</a:t>
            </a:r>
          </a:p>
        </p:txBody>
      </p:sp>
      <p:sp>
        <p:nvSpPr>
          <p:cNvPr id="4" name="Slide Number Placeholder 3"/>
          <p:cNvSpPr>
            <a:spLocks noGrp="1"/>
          </p:cNvSpPr>
          <p:nvPr>
            <p:ph type="sldNum" sz="quarter" idx="4294967295"/>
          </p:nvPr>
        </p:nvSpPr>
        <p:spPr/>
        <p:txBody>
          <a:bodyPr/>
          <a:lstStyle/>
          <a:p>
            <a:fld id="{ED3C9F24-97CD-894E-963C-61E4D5D33747}" type="slidenum">
              <a:rPr lang="es-ES_tradnl" smtClean="0"/>
              <a:t>74</a:t>
            </a:fld>
            <a:endParaRPr lang="es-ES_tradnl"/>
          </a:p>
        </p:txBody>
      </p:sp>
    </p:spTree>
    <p:extLst>
      <p:ext uri="{BB962C8B-B14F-4D97-AF65-F5344CB8AC3E}">
        <p14:creationId xmlns:p14="http://schemas.microsoft.com/office/powerpoint/2010/main" val="8321250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Arboles de decisión</a:t>
            </a:r>
            <a:endParaRPr lang="en-US" dirty="0"/>
          </a:p>
        </p:txBody>
      </p:sp>
      <p:pic>
        <p:nvPicPr>
          <p:cNvPr id="3074" name="Picture 2" descr="R Decision Trees - The Best Tutorial on Tree Based Modeling in R ..."/>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1222"/>
          <a:stretch/>
        </p:blipFill>
        <p:spPr bwMode="auto">
          <a:xfrm>
            <a:off x="1711739" y="1332412"/>
            <a:ext cx="5720521" cy="4171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17827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Arboles de decisión</a:t>
            </a:r>
          </a:p>
        </p:txBody>
      </p:sp>
      <p:sp>
        <p:nvSpPr>
          <p:cNvPr id="3" name="Content Placeholder 2"/>
          <p:cNvSpPr>
            <a:spLocks noGrp="1"/>
          </p:cNvSpPr>
          <p:nvPr>
            <p:ph idx="1"/>
          </p:nvPr>
        </p:nvSpPr>
        <p:spPr>
          <a:xfrm>
            <a:off x="628650" y="1115085"/>
            <a:ext cx="7886700" cy="4351338"/>
          </a:xfrm>
        </p:spPr>
        <p:txBody>
          <a:bodyPr/>
          <a:lstStyle/>
          <a:p>
            <a:pPr marL="0" indent="0" algn="just">
              <a:buNone/>
            </a:pPr>
            <a:r>
              <a:rPr lang="es-ES" dirty="0"/>
              <a:t>Un árbol de decisión es una estructura de similar a un diagrama de flujo donde un nodo interno representa una característica (o atributo), la rama representa una regla de decisión y cada nodo hoja (</a:t>
            </a:r>
            <a:r>
              <a:rPr lang="es-ES" dirty="0" err="1"/>
              <a:t>leaf</a:t>
            </a:r>
            <a:r>
              <a:rPr lang="es-ES" dirty="0"/>
              <a:t>) representa el resultado.</a:t>
            </a:r>
          </a:p>
        </p:txBody>
      </p:sp>
      <p:sp>
        <p:nvSpPr>
          <p:cNvPr id="4" name="Slide Number Placeholder 3"/>
          <p:cNvSpPr>
            <a:spLocks noGrp="1"/>
          </p:cNvSpPr>
          <p:nvPr>
            <p:ph type="sldNum" sz="quarter" idx="4294967295"/>
          </p:nvPr>
        </p:nvSpPr>
        <p:spPr/>
        <p:txBody>
          <a:bodyPr/>
          <a:lstStyle/>
          <a:p>
            <a:fld id="{ED3C9F24-97CD-894E-963C-61E4D5D33747}" type="slidenum">
              <a:rPr lang="es-ES_tradnl" smtClean="0"/>
              <a:t>76</a:t>
            </a:fld>
            <a:endParaRPr lang="es-ES_tradnl"/>
          </a:p>
        </p:txBody>
      </p:sp>
      <p:pic>
        <p:nvPicPr>
          <p:cNvPr id="5122" name="Picture 2" descr="https://res.cloudinary.com/dyd911kmh/image/upload/f_auto,q_auto:best/v1545934190/1_r5ikdb.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3519" y="2631347"/>
            <a:ext cx="5779449" cy="3215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20544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Arboles de decisión</a:t>
            </a:r>
          </a:p>
        </p:txBody>
      </p:sp>
      <p:sp>
        <p:nvSpPr>
          <p:cNvPr id="4" name="Slide Number Placeholder 3"/>
          <p:cNvSpPr>
            <a:spLocks noGrp="1"/>
          </p:cNvSpPr>
          <p:nvPr>
            <p:ph type="sldNum" sz="quarter" idx="4294967295"/>
          </p:nvPr>
        </p:nvSpPr>
        <p:spPr/>
        <p:txBody>
          <a:bodyPr/>
          <a:lstStyle/>
          <a:p>
            <a:fld id="{ED3C9F24-97CD-894E-963C-61E4D5D33747}" type="slidenum">
              <a:rPr lang="es-ES_tradnl" smtClean="0"/>
              <a:t>77</a:t>
            </a:fld>
            <a:endParaRPr lang="es-ES_tradnl"/>
          </a:p>
        </p:txBody>
      </p:sp>
      <p:graphicFrame>
        <p:nvGraphicFramePr>
          <p:cNvPr id="9" name="Tabla 8"/>
          <p:cNvGraphicFramePr>
            <a:graphicFrameLocks noGrp="1"/>
          </p:cNvGraphicFramePr>
          <p:nvPr/>
        </p:nvGraphicFramePr>
        <p:xfrm>
          <a:off x="866260" y="821725"/>
          <a:ext cx="7411480" cy="5029200"/>
        </p:xfrm>
        <a:graphic>
          <a:graphicData uri="http://schemas.openxmlformats.org/drawingml/2006/table">
            <a:tbl>
              <a:tblPr firstRow="1" bandRow="1">
                <a:tableStyleId>{5C22544A-7EE6-4342-B048-85BDC9FD1C3A}</a:tableStyleId>
              </a:tblPr>
              <a:tblGrid>
                <a:gridCol w="1482296">
                  <a:extLst>
                    <a:ext uri="{9D8B030D-6E8A-4147-A177-3AD203B41FA5}">
                      <a16:colId xmlns:a16="http://schemas.microsoft.com/office/drawing/2014/main" val="1002978327"/>
                    </a:ext>
                  </a:extLst>
                </a:gridCol>
                <a:gridCol w="1482296">
                  <a:extLst>
                    <a:ext uri="{9D8B030D-6E8A-4147-A177-3AD203B41FA5}">
                      <a16:colId xmlns:a16="http://schemas.microsoft.com/office/drawing/2014/main" val="2178513303"/>
                    </a:ext>
                  </a:extLst>
                </a:gridCol>
                <a:gridCol w="1482296">
                  <a:extLst>
                    <a:ext uri="{9D8B030D-6E8A-4147-A177-3AD203B41FA5}">
                      <a16:colId xmlns:a16="http://schemas.microsoft.com/office/drawing/2014/main" val="3564296598"/>
                    </a:ext>
                  </a:extLst>
                </a:gridCol>
                <a:gridCol w="1482296">
                  <a:extLst>
                    <a:ext uri="{9D8B030D-6E8A-4147-A177-3AD203B41FA5}">
                      <a16:colId xmlns:a16="http://schemas.microsoft.com/office/drawing/2014/main" val="592061991"/>
                    </a:ext>
                  </a:extLst>
                </a:gridCol>
                <a:gridCol w="1482296">
                  <a:extLst>
                    <a:ext uri="{9D8B030D-6E8A-4147-A177-3AD203B41FA5}">
                      <a16:colId xmlns:a16="http://schemas.microsoft.com/office/drawing/2014/main" val="1145792004"/>
                    </a:ext>
                  </a:extLst>
                </a:gridCol>
              </a:tblGrid>
              <a:tr h="280865">
                <a:tc>
                  <a:txBody>
                    <a:bodyPr/>
                    <a:lstStyle/>
                    <a:p>
                      <a:r>
                        <a:rPr lang="es-CL" sz="1600" dirty="0"/>
                        <a:t>Outlook</a:t>
                      </a:r>
                      <a:endParaRPr lang="en-US" sz="1600" dirty="0"/>
                    </a:p>
                  </a:txBody>
                  <a:tcPr/>
                </a:tc>
                <a:tc>
                  <a:txBody>
                    <a:bodyPr/>
                    <a:lstStyle/>
                    <a:p>
                      <a:r>
                        <a:rPr lang="es-CL" sz="1600" dirty="0" err="1"/>
                        <a:t>Temperature</a:t>
                      </a:r>
                      <a:endParaRPr lang="en-US" sz="1600" dirty="0"/>
                    </a:p>
                  </a:txBody>
                  <a:tcPr/>
                </a:tc>
                <a:tc>
                  <a:txBody>
                    <a:bodyPr/>
                    <a:lstStyle/>
                    <a:p>
                      <a:r>
                        <a:rPr lang="es-CL" sz="1600" dirty="0" err="1"/>
                        <a:t>Humidity</a:t>
                      </a:r>
                      <a:endParaRPr lang="en-US" sz="1600" dirty="0"/>
                    </a:p>
                  </a:txBody>
                  <a:tcPr/>
                </a:tc>
                <a:tc>
                  <a:txBody>
                    <a:bodyPr/>
                    <a:lstStyle/>
                    <a:p>
                      <a:r>
                        <a:rPr lang="es-CL" sz="1600" dirty="0" err="1"/>
                        <a:t>Windy</a:t>
                      </a:r>
                      <a:endParaRPr lang="en-US" sz="1600" dirty="0"/>
                    </a:p>
                  </a:txBody>
                  <a:tcPr/>
                </a:tc>
                <a:tc>
                  <a:txBody>
                    <a:bodyPr/>
                    <a:lstStyle/>
                    <a:p>
                      <a:r>
                        <a:rPr lang="es-CL" sz="1600" dirty="0"/>
                        <a:t>Play</a:t>
                      </a:r>
                      <a:r>
                        <a:rPr lang="es-CL" sz="1600" baseline="0" dirty="0"/>
                        <a:t> Golf</a:t>
                      </a:r>
                      <a:endParaRPr lang="en-US" sz="1600" dirty="0"/>
                    </a:p>
                  </a:txBody>
                  <a:tcPr>
                    <a:solidFill>
                      <a:schemeClr val="accent2"/>
                    </a:solidFill>
                  </a:tcPr>
                </a:tc>
                <a:extLst>
                  <a:ext uri="{0D108BD9-81ED-4DB2-BD59-A6C34878D82A}">
                    <a16:rowId xmlns:a16="http://schemas.microsoft.com/office/drawing/2014/main" val="1634901594"/>
                  </a:ext>
                </a:extLst>
              </a:tr>
              <a:tr h="280865">
                <a:tc>
                  <a:txBody>
                    <a:bodyPr/>
                    <a:lstStyle/>
                    <a:p>
                      <a:r>
                        <a:rPr lang="es-CL" sz="1600" dirty="0" err="1"/>
                        <a:t>Rainy</a:t>
                      </a:r>
                      <a:endParaRPr lang="en-US" sz="1600" dirty="0"/>
                    </a:p>
                  </a:txBody>
                  <a:tcPr/>
                </a:tc>
                <a:tc>
                  <a:txBody>
                    <a:bodyPr/>
                    <a:lstStyle/>
                    <a:p>
                      <a:r>
                        <a:rPr lang="es-CL" sz="1600" dirty="0"/>
                        <a:t>Hot</a:t>
                      </a:r>
                      <a:endParaRPr lang="en-US" sz="1600" dirty="0"/>
                    </a:p>
                  </a:txBody>
                  <a:tcPr/>
                </a:tc>
                <a:tc>
                  <a:txBody>
                    <a:bodyPr/>
                    <a:lstStyle/>
                    <a:p>
                      <a:r>
                        <a:rPr lang="es-CL" sz="1600" dirty="0"/>
                        <a:t>High</a:t>
                      </a:r>
                      <a:endParaRPr lang="en-US" sz="1600" dirty="0"/>
                    </a:p>
                  </a:txBody>
                  <a:tcPr/>
                </a:tc>
                <a:tc>
                  <a:txBody>
                    <a:bodyPr/>
                    <a:lstStyle/>
                    <a:p>
                      <a:r>
                        <a:rPr lang="es-CL" sz="1600" dirty="0"/>
                        <a:t>False</a:t>
                      </a:r>
                      <a:endParaRPr lang="en-US" sz="1600" dirty="0"/>
                    </a:p>
                  </a:txBody>
                  <a:tcPr/>
                </a:tc>
                <a:tc>
                  <a:txBody>
                    <a:bodyPr/>
                    <a:lstStyle/>
                    <a:p>
                      <a:r>
                        <a:rPr lang="es-CL" sz="1600" dirty="0"/>
                        <a:t>No</a:t>
                      </a:r>
                      <a:endParaRPr lang="en-US" sz="1600" dirty="0"/>
                    </a:p>
                  </a:txBody>
                  <a:tcPr/>
                </a:tc>
                <a:extLst>
                  <a:ext uri="{0D108BD9-81ED-4DB2-BD59-A6C34878D82A}">
                    <a16:rowId xmlns:a16="http://schemas.microsoft.com/office/drawing/2014/main" val="3822047873"/>
                  </a:ext>
                </a:extLst>
              </a:tr>
              <a:tr h="280865">
                <a:tc>
                  <a:txBody>
                    <a:bodyPr/>
                    <a:lstStyle/>
                    <a:p>
                      <a:r>
                        <a:rPr lang="es-CL" sz="1600" dirty="0" err="1"/>
                        <a:t>Rainy</a:t>
                      </a:r>
                      <a:endParaRPr lang="en-US" sz="1600" dirty="0"/>
                    </a:p>
                  </a:txBody>
                  <a:tcPr/>
                </a:tc>
                <a:tc>
                  <a:txBody>
                    <a:bodyPr/>
                    <a:lstStyle/>
                    <a:p>
                      <a:r>
                        <a:rPr lang="es-CL" sz="1600" dirty="0"/>
                        <a:t>Hot</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prstClr val="black"/>
                          </a:solidFill>
                          <a:effectLst/>
                          <a:uLnTx/>
                          <a:uFillTx/>
                          <a:latin typeface="Calibri" panose="020F0502020204030204"/>
                          <a:ea typeface="+mn-ea"/>
                          <a:cs typeface="+mn-cs"/>
                        </a:rPr>
                        <a:t>High</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Calibri" panose="020F0502020204030204"/>
                          <a:ea typeface="+mn-ea"/>
                          <a:cs typeface="+mn-cs"/>
                        </a:rPr>
                        <a:t>True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sz="1600" dirty="0"/>
                        <a:t>No</a:t>
                      </a:r>
                      <a:endParaRPr lang="en-US" sz="1600" dirty="0"/>
                    </a:p>
                  </a:txBody>
                  <a:tcPr/>
                </a:tc>
                <a:extLst>
                  <a:ext uri="{0D108BD9-81ED-4DB2-BD59-A6C34878D82A}">
                    <a16:rowId xmlns:a16="http://schemas.microsoft.com/office/drawing/2014/main" val="3830043637"/>
                  </a:ext>
                </a:extLst>
              </a:tr>
              <a:tr h="280865">
                <a:tc>
                  <a:txBody>
                    <a:bodyPr/>
                    <a:lstStyle/>
                    <a:p>
                      <a:r>
                        <a:rPr lang="es-CL" sz="1600" dirty="0" err="1"/>
                        <a:t>Overcoast</a:t>
                      </a:r>
                      <a:endParaRPr lang="en-US" sz="1600" dirty="0"/>
                    </a:p>
                  </a:txBody>
                  <a:tcPr/>
                </a:tc>
                <a:tc>
                  <a:txBody>
                    <a:bodyPr/>
                    <a:lstStyle/>
                    <a:p>
                      <a:r>
                        <a:rPr lang="es-CL" sz="1600" dirty="0"/>
                        <a:t>Hot</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Calibri" panose="020F0502020204030204"/>
                          <a:ea typeface="+mn-ea"/>
                          <a:cs typeface="+mn-cs"/>
                        </a:rPr>
                        <a:t>High</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Calibri" panose="020F0502020204030204"/>
                          <a:ea typeface="+mn-ea"/>
                          <a:cs typeface="+mn-cs"/>
                        </a:rPr>
                        <a:t>False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s-CL" sz="1600" dirty="0"/>
                        <a:t>Yes</a:t>
                      </a:r>
                      <a:endParaRPr lang="en-US" sz="1600" dirty="0"/>
                    </a:p>
                  </a:txBody>
                  <a:tcPr/>
                </a:tc>
                <a:extLst>
                  <a:ext uri="{0D108BD9-81ED-4DB2-BD59-A6C34878D82A}">
                    <a16:rowId xmlns:a16="http://schemas.microsoft.com/office/drawing/2014/main" val="1209761295"/>
                  </a:ext>
                </a:extLst>
              </a:tr>
              <a:tr h="280865">
                <a:tc>
                  <a:txBody>
                    <a:bodyPr/>
                    <a:lstStyle/>
                    <a:p>
                      <a:r>
                        <a:rPr lang="es-CL" sz="1600" dirty="0" err="1"/>
                        <a:t>Sunny</a:t>
                      </a:r>
                      <a:endParaRPr lang="en-US" sz="1600" dirty="0"/>
                    </a:p>
                  </a:txBody>
                  <a:tcPr/>
                </a:tc>
                <a:tc>
                  <a:txBody>
                    <a:bodyPr/>
                    <a:lstStyle/>
                    <a:p>
                      <a:r>
                        <a:rPr lang="es-CL" sz="1600" dirty="0" err="1"/>
                        <a:t>Mild</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Calibri" panose="020F0502020204030204"/>
                          <a:ea typeface="+mn-ea"/>
                          <a:cs typeface="+mn-cs"/>
                        </a:rPr>
                        <a:t>High</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Calibri" panose="020F0502020204030204"/>
                          <a:ea typeface="+mn-ea"/>
                          <a:cs typeface="+mn-cs"/>
                        </a:rPr>
                        <a:t>False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Calibri" panose="020F0502020204030204"/>
                          <a:ea typeface="+mn-ea"/>
                          <a:cs typeface="+mn-cs"/>
                        </a:rPr>
                        <a:t>Yes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392389121"/>
                  </a:ext>
                </a:extLst>
              </a:tr>
              <a:tr h="280865">
                <a:tc>
                  <a:txBody>
                    <a:bodyPr/>
                    <a:lstStyle/>
                    <a:p>
                      <a:r>
                        <a:rPr lang="es-CL" sz="1600" dirty="0" err="1"/>
                        <a:t>Sunny</a:t>
                      </a:r>
                      <a:endParaRPr lang="en-US" sz="1600" dirty="0"/>
                    </a:p>
                  </a:txBody>
                  <a:tcPr/>
                </a:tc>
                <a:tc>
                  <a:txBody>
                    <a:bodyPr/>
                    <a:lstStyle/>
                    <a:p>
                      <a:r>
                        <a:rPr lang="es-CL" sz="1600" dirty="0" err="1"/>
                        <a:t>Cool</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Calibri" panose="020F0502020204030204"/>
                          <a:ea typeface="+mn-ea"/>
                          <a:cs typeface="+mn-cs"/>
                        </a:rPr>
                        <a:t>Normal</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Calibri" panose="020F0502020204030204"/>
                          <a:ea typeface="+mn-ea"/>
                          <a:cs typeface="+mn-cs"/>
                        </a:rPr>
                        <a:t>False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Calibri" panose="020F0502020204030204"/>
                          <a:ea typeface="+mn-ea"/>
                          <a:cs typeface="+mn-cs"/>
                        </a:rPr>
                        <a:t>Yes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257142056"/>
                  </a:ext>
                </a:extLst>
              </a:tr>
              <a:tr h="280865">
                <a:tc>
                  <a:txBody>
                    <a:bodyPr/>
                    <a:lstStyle/>
                    <a:p>
                      <a:r>
                        <a:rPr lang="es-CL" sz="1600" dirty="0" err="1"/>
                        <a:t>Sunny</a:t>
                      </a:r>
                      <a:endParaRPr lang="en-US" sz="1600" dirty="0"/>
                    </a:p>
                  </a:txBody>
                  <a:tcPr/>
                </a:tc>
                <a:tc>
                  <a:txBody>
                    <a:bodyPr/>
                    <a:lstStyle/>
                    <a:p>
                      <a:r>
                        <a:rPr lang="es-CL" sz="1600" dirty="0" err="1"/>
                        <a:t>Cool</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Calibri" panose="020F0502020204030204"/>
                          <a:ea typeface="+mn-ea"/>
                          <a:cs typeface="+mn-cs"/>
                        </a:rPr>
                        <a:t>Normal</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Calibri" panose="020F0502020204030204"/>
                          <a:ea typeface="+mn-ea"/>
                          <a:cs typeface="+mn-cs"/>
                        </a:rPr>
                        <a:t>True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sz="1600" dirty="0"/>
                        <a:t>No</a:t>
                      </a:r>
                      <a:endParaRPr lang="en-US" sz="1600" dirty="0"/>
                    </a:p>
                  </a:txBody>
                  <a:tcPr/>
                </a:tc>
                <a:extLst>
                  <a:ext uri="{0D108BD9-81ED-4DB2-BD59-A6C34878D82A}">
                    <a16:rowId xmlns:a16="http://schemas.microsoft.com/office/drawing/2014/main" val="1767507627"/>
                  </a:ext>
                </a:extLst>
              </a:tr>
              <a:tr h="28086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sz="1600" dirty="0" err="1"/>
                        <a:t>Overcoast</a:t>
                      </a:r>
                      <a:endParaRPr lang="en-US" sz="1600" dirty="0"/>
                    </a:p>
                  </a:txBody>
                  <a:tcPr/>
                </a:tc>
                <a:tc>
                  <a:txBody>
                    <a:bodyPr/>
                    <a:lstStyle/>
                    <a:p>
                      <a:r>
                        <a:rPr lang="es-CL" sz="1600" dirty="0" err="1"/>
                        <a:t>Cool</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Calibri" panose="020F0502020204030204"/>
                          <a:ea typeface="+mn-ea"/>
                          <a:cs typeface="+mn-cs"/>
                        </a:rPr>
                        <a:t>Normal</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Calibri" panose="020F0502020204030204"/>
                          <a:ea typeface="+mn-ea"/>
                          <a:cs typeface="+mn-cs"/>
                        </a:rPr>
                        <a:t>True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sz="1600" dirty="0"/>
                        <a:t>Yes</a:t>
                      </a:r>
                      <a:endParaRPr lang="en-US" sz="1600" dirty="0"/>
                    </a:p>
                  </a:txBody>
                  <a:tcPr/>
                </a:tc>
                <a:extLst>
                  <a:ext uri="{0D108BD9-81ED-4DB2-BD59-A6C34878D82A}">
                    <a16:rowId xmlns:a16="http://schemas.microsoft.com/office/drawing/2014/main" val="2917123263"/>
                  </a:ext>
                </a:extLst>
              </a:tr>
              <a:tr h="280865">
                <a:tc>
                  <a:txBody>
                    <a:bodyPr/>
                    <a:lstStyle/>
                    <a:p>
                      <a:r>
                        <a:rPr lang="es-CL" sz="1600" dirty="0" err="1"/>
                        <a:t>Rainy</a:t>
                      </a:r>
                      <a:endParaRPr lang="en-US" sz="1600" dirty="0"/>
                    </a:p>
                  </a:txBody>
                  <a:tcPr/>
                </a:tc>
                <a:tc>
                  <a:txBody>
                    <a:bodyPr/>
                    <a:lstStyle/>
                    <a:p>
                      <a:r>
                        <a:rPr lang="es-CL" sz="1600" dirty="0" err="1"/>
                        <a:t>Mild</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prstClr val="black"/>
                          </a:solidFill>
                          <a:effectLst/>
                          <a:uLnTx/>
                          <a:uFillTx/>
                          <a:latin typeface="Calibri" panose="020F0502020204030204"/>
                          <a:ea typeface="+mn-ea"/>
                          <a:cs typeface="+mn-cs"/>
                        </a:rPr>
                        <a:t>High</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prstClr val="black"/>
                          </a:solidFill>
                          <a:effectLst/>
                          <a:uLnTx/>
                          <a:uFillTx/>
                          <a:latin typeface="Calibri" panose="020F0502020204030204"/>
                          <a:ea typeface="+mn-ea"/>
                          <a:cs typeface="+mn-cs"/>
                        </a:rPr>
                        <a:t>False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sz="1600" dirty="0"/>
                        <a:t>No</a:t>
                      </a:r>
                      <a:endParaRPr lang="en-US" sz="1600" dirty="0"/>
                    </a:p>
                  </a:txBody>
                  <a:tcPr/>
                </a:tc>
                <a:extLst>
                  <a:ext uri="{0D108BD9-81ED-4DB2-BD59-A6C34878D82A}">
                    <a16:rowId xmlns:a16="http://schemas.microsoft.com/office/drawing/2014/main" val="1516500902"/>
                  </a:ext>
                </a:extLst>
              </a:tr>
              <a:tr h="280865">
                <a:tc>
                  <a:txBody>
                    <a:bodyPr/>
                    <a:lstStyle/>
                    <a:p>
                      <a:r>
                        <a:rPr lang="es-CL" sz="1600" dirty="0" err="1"/>
                        <a:t>Rainy</a:t>
                      </a:r>
                      <a:endParaRPr lang="en-US" sz="1600" dirty="0"/>
                    </a:p>
                  </a:txBody>
                  <a:tcPr/>
                </a:tc>
                <a:tc>
                  <a:txBody>
                    <a:bodyPr/>
                    <a:lstStyle/>
                    <a:p>
                      <a:r>
                        <a:rPr lang="es-CL" sz="1600" dirty="0" err="1"/>
                        <a:t>Cool</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prstClr val="black"/>
                          </a:solidFill>
                          <a:effectLst/>
                          <a:uLnTx/>
                          <a:uFillTx/>
                          <a:latin typeface="Calibri" panose="020F0502020204030204"/>
                          <a:ea typeface="+mn-ea"/>
                          <a:cs typeface="+mn-cs"/>
                        </a:rPr>
                        <a:t>Normal</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prstClr val="black"/>
                          </a:solidFill>
                          <a:effectLst/>
                          <a:uLnTx/>
                          <a:uFillTx/>
                          <a:latin typeface="Calibri" panose="020F0502020204030204"/>
                          <a:ea typeface="+mn-ea"/>
                          <a:cs typeface="+mn-cs"/>
                        </a:rPr>
                        <a:t>False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Calibri" panose="020F0502020204030204"/>
                          <a:ea typeface="+mn-ea"/>
                          <a:cs typeface="+mn-cs"/>
                        </a:rPr>
                        <a:t>Yes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3299176085"/>
                  </a:ext>
                </a:extLst>
              </a:tr>
              <a:tr h="280865">
                <a:tc>
                  <a:txBody>
                    <a:bodyPr/>
                    <a:lstStyle/>
                    <a:p>
                      <a:r>
                        <a:rPr lang="es-CL" sz="1600" dirty="0" err="1"/>
                        <a:t>Sunny</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prstClr val="black"/>
                          </a:solidFill>
                          <a:effectLst/>
                          <a:uLnTx/>
                          <a:uFillTx/>
                          <a:latin typeface="Calibri" panose="020F0502020204030204"/>
                          <a:ea typeface="+mn-ea"/>
                          <a:cs typeface="+mn-cs"/>
                        </a:rPr>
                        <a:t>Mild</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prstClr val="black"/>
                          </a:solidFill>
                          <a:effectLst/>
                          <a:uLnTx/>
                          <a:uFillTx/>
                          <a:latin typeface="Calibri" panose="020F0502020204030204"/>
                          <a:ea typeface="+mn-ea"/>
                          <a:cs typeface="+mn-cs"/>
                        </a:rPr>
                        <a:t>Normal</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prstClr val="black"/>
                          </a:solidFill>
                          <a:effectLst/>
                          <a:uLnTx/>
                          <a:uFillTx/>
                          <a:latin typeface="Calibri" panose="020F0502020204030204"/>
                          <a:ea typeface="+mn-ea"/>
                          <a:cs typeface="+mn-cs"/>
                        </a:rPr>
                        <a:t>False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Calibri" panose="020F0502020204030204"/>
                          <a:ea typeface="+mn-ea"/>
                          <a:cs typeface="+mn-cs"/>
                        </a:rPr>
                        <a:t>Yes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430994125"/>
                  </a:ext>
                </a:extLst>
              </a:tr>
              <a:tr h="280865">
                <a:tc>
                  <a:txBody>
                    <a:bodyPr/>
                    <a:lstStyle/>
                    <a:p>
                      <a:r>
                        <a:rPr lang="es-CL" sz="1600" dirty="0" err="1"/>
                        <a:t>Rainy</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prstClr val="black"/>
                          </a:solidFill>
                          <a:effectLst/>
                          <a:uLnTx/>
                          <a:uFillTx/>
                          <a:latin typeface="Calibri" panose="020F0502020204030204"/>
                          <a:ea typeface="+mn-ea"/>
                          <a:cs typeface="+mn-cs"/>
                        </a:rPr>
                        <a:t>Mild</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Calibri" panose="020F0502020204030204"/>
                          <a:ea typeface="+mn-ea"/>
                          <a:cs typeface="+mn-cs"/>
                        </a:rPr>
                        <a:t>Normal</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prstClr val="black"/>
                          </a:solidFill>
                          <a:effectLst/>
                          <a:uLnTx/>
                          <a:uFillTx/>
                          <a:latin typeface="Calibri" panose="020F0502020204030204"/>
                          <a:ea typeface="+mn-ea"/>
                          <a:cs typeface="+mn-cs"/>
                        </a:rPr>
                        <a:t>True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Calibri" panose="020F0502020204030204"/>
                          <a:ea typeface="+mn-ea"/>
                          <a:cs typeface="+mn-cs"/>
                        </a:rPr>
                        <a:t>Yes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464105034"/>
                  </a:ext>
                </a:extLst>
              </a:tr>
              <a:tr h="280865">
                <a:tc>
                  <a:txBody>
                    <a:bodyPr/>
                    <a:lstStyle/>
                    <a:p>
                      <a:r>
                        <a:rPr lang="es-CL" sz="1600" dirty="0" err="1"/>
                        <a:t>Overcoast</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prstClr val="black"/>
                          </a:solidFill>
                          <a:effectLst/>
                          <a:uLnTx/>
                          <a:uFillTx/>
                          <a:latin typeface="Calibri" panose="020F0502020204030204"/>
                          <a:ea typeface="+mn-ea"/>
                          <a:cs typeface="+mn-cs"/>
                        </a:rPr>
                        <a:t>Mild</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prstClr val="black"/>
                          </a:solidFill>
                          <a:effectLst/>
                          <a:uLnTx/>
                          <a:uFillTx/>
                          <a:latin typeface="Calibri" panose="020F0502020204030204"/>
                          <a:ea typeface="+mn-ea"/>
                          <a:cs typeface="+mn-cs"/>
                        </a:rPr>
                        <a:t>High</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Calibri" panose="020F0502020204030204"/>
                          <a:ea typeface="+mn-ea"/>
                          <a:cs typeface="+mn-cs"/>
                        </a:rPr>
                        <a:t>True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Calibri" panose="020F0502020204030204"/>
                          <a:ea typeface="+mn-ea"/>
                          <a:cs typeface="+mn-cs"/>
                        </a:rPr>
                        <a:t>Yes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3724618479"/>
                  </a:ext>
                </a:extLst>
              </a:tr>
              <a:tr h="280865">
                <a:tc>
                  <a:txBody>
                    <a:bodyPr/>
                    <a:lstStyle/>
                    <a:p>
                      <a:r>
                        <a:rPr lang="es-CL" sz="1600" dirty="0" err="1"/>
                        <a:t>Overcoast</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Calibri" panose="020F0502020204030204"/>
                          <a:ea typeface="+mn-ea"/>
                          <a:cs typeface="+mn-cs"/>
                        </a:rPr>
                        <a:t>Hot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mn-lt"/>
                          <a:ea typeface="+mn-ea"/>
                          <a:cs typeface="+mn-cs"/>
                        </a:rPr>
                        <a:t>Normal</a:t>
                      </a:r>
                      <a:endParaRPr kumimoji="0" lang="en-US" sz="16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prstClr val="black"/>
                          </a:solidFill>
                          <a:effectLst/>
                          <a:uLnTx/>
                          <a:uFillTx/>
                          <a:latin typeface="Calibri" panose="020F0502020204030204"/>
                          <a:ea typeface="+mn-ea"/>
                          <a:cs typeface="+mn-cs"/>
                        </a:rPr>
                        <a:t>False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Calibri" panose="020F0502020204030204"/>
                          <a:ea typeface="+mn-ea"/>
                          <a:cs typeface="+mn-cs"/>
                        </a:rPr>
                        <a:t>Yes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316015868"/>
                  </a:ext>
                </a:extLst>
              </a:tr>
              <a:tr h="280865">
                <a:tc>
                  <a:txBody>
                    <a:bodyPr/>
                    <a:lstStyle/>
                    <a:p>
                      <a:r>
                        <a:rPr lang="es-CL" sz="1600" dirty="0" err="1"/>
                        <a:t>Sunny</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err="1">
                          <a:ln>
                            <a:noFill/>
                          </a:ln>
                          <a:solidFill>
                            <a:prstClr val="black"/>
                          </a:solidFill>
                          <a:effectLst/>
                          <a:uLnTx/>
                          <a:uFillTx/>
                          <a:latin typeface="Calibri" panose="020F0502020204030204"/>
                          <a:ea typeface="+mn-ea"/>
                          <a:cs typeface="+mn-cs"/>
                        </a:rPr>
                        <a:t>Mild</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Calibri" panose="020F0502020204030204"/>
                          <a:ea typeface="+mn-ea"/>
                          <a:cs typeface="+mn-cs"/>
                        </a:rPr>
                        <a:t>High</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prstClr val="black"/>
                          </a:solidFill>
                          <a:effectLst/>
                          <a:uLnTx/>
                          <a:uFillTx/>
                          <a:latin typeface="+mn-lt"/>
                          <a:ea typeface="+mn-ea"/>
                          <a:cs typeface="+mn-cs"/>
                        </a:rPr>
                        <a:t>True</a:t>
                      </a:r>
                      <a:endParaRPr kumimoji="0" lang="en-US" sz="16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r>
                        <a:rPr lang="es-CL" sz="1600" dirty="0"/>
                        <a:t>No</a:t>
                      </a:r>
                      <a:endParaRPr lang="en-US" sz="1600" dirty="0"/>
                    </a:p>
                  </a:txBody>
                  <a:tcPr/>
                </a:tc>
                <a:extLst>
                  <a:ext uri="{0D108BD9-81ED-4DB2-BD59-A6C34878D82A}">
                    <a16:rowId xmlns:a16="http://schemas.microsoft.com/office/drawing/2014/main" val="2041929398"/>
                  </a:ext>
                </a:extLst>
              </a:tr>
            </a:tbl>
          </a:graphicData>
        </a:graphic>
      </p:graphicFrame>
    </p:spTree>
    <p:extLst>
      <p:ext uri="{BB962C8B-B14F-4D97-AF65-F5344CB8AC3E}">
        <p14:creationId xmlns:p14="http://schemas.microsoft.com/office/powerpoint/2010/main" val="134087922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Arboles de decisión</a:t>
            </a:r>
          </a:p>
        </p:txBody>
      </p:sp>
      <p:sp>
        <p:nvSpPr>
          <p:cNvPr id="4" name="Slide Number Placeholder 3"/>
          <p:cNvSpPr>
            <a:spLocks noGrp="1"/>
          </p:cNvSpPr>
          <p:nvPr>
            <p:ph type="sldNum" sz="quarter" idx="4294967295"/>
          </p:nvPr>
        </p:nvSpPr>
        <p:spPr/>
        <p:txBody>
          <a:bodyPr/>
          <a:lstStyle/>
          <a:p>
            <a:fld id="{ED3C9F24-97CD-894E-963C-61E4D5D33747}" type="slidenum">
              <a:rPr lang="es-ES_tradnl" smtClean="0"/>
              <a:t>78</a:t>
            </a:fld>
            <a:endParaRPr lang="es-ES_tradnl"/>
          </a:p>
        </p:txBody>
      </p:sp>
      <p:sp>
        <p:nvSpPr>
          <p:cNvPr id="8" name="CuadroTexto 7"/>
          <p:cNvSpPr txBox="1"/>
          <p:nvPr/>
        </p:nvSpPr>
        <p:spPr>
          <a:xfrm>
            <a:off x="246987" y="4745894"/>
            <a:ext cx="8637373" cy="1200329"/>
          </a:xfrm>
          <a:prstGeom prst="rect">
            <a:avLst/>
          </a:prstGeom>
          <a:noFill/>
        </p:spPr>
        <p:txBody>
          <a:bodyPr wrap="square" rtlCol="0">
            <a:spAutoFit/>
          </a:bodyPr>
          <a:lstStyle/>
          <a:p>
            <a:pPr algn="just"/>
            <a:r>
              <a:rPr lang="es-CL" sz="2400" dirty="0"/>
              <a:t>Lo ideal sería encontrar una pregunta que separe complemente las clases. ¿Como podemos medir si una pregunta hace una mejor separación de clases que otra?</a:t>
            </a:r>
            <a:endParaRPr lang="en-US" sz="2400" dirty="0"/>
          </a:p>
        </p:txBody>
      </p:sp>
      <p:grpSp>
        <p:nvGrpSpPr>
          <p:cNvPr id="18" name="Grupo 17"/>
          <p:cNvGrpSpPr/>
          <p:nvPr/>
        </p:nvGrpSpPr>
        <p:grpSpPr>
          <a:xfrm>
            <a:off x="1252092" y="900796"/>
            <a:ext cx="3715324" cy="1821861"/>
            <a:chOff x="7727033" y="1703161"/>
            <a:chExt cx="3715324" cy="1821861"/>
          </a:xfrm>
        </p:grpSpPr>
        <p:graphicFrame>
          <p:nvGraphicFramePr>
            <p:cNvPr id="19" name="Diagrama 18"/>
            <p:cNvGraphicFramePr/>
            <p:nvPr/>
          </p:nvGraphicFramePr>
          <p:xfrm>
            <a:off x="7727033" y="1703161"/>
            <a:ext cx="3715324" cy="18218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0" name="CuadroTexto 19"/>
            <p:cNvSpPr txBox="1"/>
            <p:nvPr/>
          </p:nvSpPr>
          <p:spPr>
            <a:xfrm>
              <a:off x="7932421" y="2444122"/>
              <a:ext cx="690638" cy="338554"/>
            </a:xfrm>
            <a:prstGeom prst="rect">
              <a:avLst/>
            </a:prstGeom>
            <a:noFill/>
          </p:spPr>
          <p:txBody>
            <a:bodyPr wrap="none" rtlCol="0">
              <a:spAutoFit/>
            </a:bodyPr>
            <a:lstStyle/>
            <a:p>
              <a:r>
                <a:rPr lang="es-CL" sz="1600" dirty="0" err="1"/>
                <a:t>Sunny</a:t>
              </a:r>
              <a:endParaRPr lang="en-US" sz="1600" dirty="0"/>
            </a:p>
          </p:txBody>
        </p:sp>
        <p:sp>
          <p:nvSpPr>
            <p:cNvPr id="21" name="CuadroTexto 20"/>
            <p:cNvSpPr txBox="1"/>
            <p:nvPr/>
          </p:nvSpPr>
          <p:spPr>
            <a:xfrm>
              <a:off x="9073689" y="2444122"/>
              <a:ext cx="1022011" cy="338554"/>
            </a:xfrm>
            <a:prstGeom prst="rect">
              <a:avLst/>
            </a:prstGeom>
            <a:noFill/>
          </p:spPr>
          <p:txBody>
            <a:bodyPr wrap="none" rtlCol="0">
              <a:spAutoFit/>
            </a:bodyPr>
            <a:lstStyle/>
            <a:p>
              <a:r>
                <a:rPr lang="es-CL" sz="1600" dirty="0" err="1"/>
                <a:t>Overcoast</a:t>
              </a:r>
              <a:endParaRPr lang="en-US" sz="1600" dirty="0"/>
            </a:p>
          </p:txBody>
        </p:sp>
        <p:sp>
          <p:nvSpPr>
            <p:cNvPr id="22" name="CuadroTexto 21"/>
            <p:cNvSpPr txBox="1"/>
            <p:nvPr/>
          </p:nvSpPr>
          <p:spPr>
            <a:xfrm>
              <a:off x="10546330" y="2444122"/>
              <a:ext cx="637739" cy="338554"/>
            </a:xfrm>
            <a:prstGeom prst="rect">
              <a:avLst/>
            </a:prstGeom>
            <a:noFill/>
          </p:spPr>
          <p:txBody>
            <a:bodyPr wrap="none" rtlCol="0">
              <a:spAutoFit/>
            </a:bodyPr>
            <a:lstStyle/>
            <a:p>
              <a:r>
                <a:rPr lang="es-CL" sz="1600" dirty="0" err="1"/>
                <a:t>Rainy</a:t>
              </a:r>
              <a:endParaRPr lang="en-US" sz="1600" dirty="0"/>
            </a:p>
          </p:txBody>
        </p:sp>
      </p:grpSp>
      <p:grpSp>
        <p:nvGrpSpPr>
          <p:cNvPr id="23" name="Grupo 22"/>
          <p:cNvGrpSpPr/>
          <p:nvPr/>
        </p:nvGrpSpPr>
        <p:grpSpPr>
          <a:xfrm>
            <a:off x="1252092" y="2916022"/>
            <a:ext cx="3715324" cy="1821861"/>
            <a:chOff x="7727033" y="1703161"/>
            <a:chExt cx="3715324" cy="1821861"/>
          </a:xfrm>
        </p:grpSpPr>
        <p:graphicFrame>
          <p:nvGraphicFramePr>
            <p:cNvPr id="24" name="Diagrama 23"/>
            <p:cNvGraphicFramePr/>
            <p:nvPr/>
          </p:nvGraphicFramePr>
          <p:xfrm>
            <a:off x="7727033" y="1703161"/>
            <a:ext cx="3715324" cy="182186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5" name="CuadroTexto 24"/>
            <p:cNvSpPr txBox="1"/>
            <p:nvPr/>
          </p:nvSpPr>
          <p:spPr>
            <a:xfrm>
              <a:off x="7932421" y="2444122"/>
              <a:ext cx="583814" cy="338554"/>
            </a:xfrm>
            <a:prstGeom prst="rect">
              <a:avLst/>
            </a:prstGeom>
            <a:noFill/>
          </p:spPr>
          <p:txBody>
            <a:bodyPr wrap="none" rtlCol="0">
              <a:spAutoFit/>
            </a:bodyPr>
            <a:lstStyle/>
            <a:p>
              <a:r>
                <a:rPr lang="es-CL" sz="1600" dirty="0"/>
                <a:t>  Hot</a:t>
              </a:r>
              <a:endParaRPr lang="en-US" sz="1600" dirty="0"/>
            </a:p>
          </p:txBody>
        </p:sp>
        <p:sp>
          <p:nvSpPr>
            <p:cNvPr id="26" name="CuadroTexto 25"/>
            <p:cNvSpPr txBox="1"/>
            <p:nvPr/>
          </p:nvSpPr>
          <p:spPr>
            <a:xfrm>
              <a:off x="9073689" y="2444122"/>
              <a:ext cx="792205" cy="338554"/>
            </a:xfrm>
            <a:prstGeom prst="rect">
              <a:avLst/>
            </a:prstGeom>
            <a:noFill/>
          </p:spPr>
          <p:txBody>
            <a:bodyPr wrap="none" rtlCol="0">
              <a:spAutoFit/>
            </a:bodyPr>
            <a:lstStyle/>
            <a:p>
              <a:r>
                <a:rPr lang="es-CL" sz="1600" dirty="0"/>
                <a:t>     </a:t>
              </a:r>
              <a:r>
                <a:rPr lang="es-CL" sz="1600" dirty="0" err="1"/>
                <a:t>Mild</a:t>
              </a:r>
              <a:endParaRPr lang="en-US" sz="1600" dirty="0"/>
            </a:p>
          </p:txBody>
        </p:sp>
        <p:sp>
          <p:nvSpPr>
            <p:cNvPr id="27" name="CuadroTexto 26"/>
            <p:cNvSpPr txBox="1"/>
            <p:nvPr/>
          </p:nvSpPr>
          <p:spPr>
            <a:xfrm>
              <a:off x="10546330" y="2444122"/>
              <a:ext cx="651140" cy="338554"/>
            </a:xfrm>
            <a:prstGeom prst="rect">
              <a:avLst/>
            </a:prstGeom>
            <a:noFill/>
          </p:spPr>
          <p:txBody>
            <a:bodyPr wrap="none" rtlCol="0">
              <a:spAutoFit/>
            </a:bodyPr>
            <a:lstStyle/>
            <a:p>
              <a:r>
                <a:rPr lang="es-CL" sz="1600" dirty="0"/>
                <a:t>  </a:t>
              </a:r>
              <a:r>
                <a:rPr lang="es-CL" sz="1600" dirty="0" err="1"/>
                <a:t>Cool</a:t>
              </a:r>
              <a:endParaRPr lang="en-US" sz="1600" dirty="0"/>
            </a:p>
          </p:txBody>
        </p:sp>
      </p:grpSp>
      <p:grpSp>
        <p:nvGrpSpPr>
          <p:cNvPr id="29" name="Grupo 28"/>
          <p:cNvGrpSpPr/>
          <p:nvPr/>
        </p:nvGrpSpPr>
        <p:grpSpPr>
          <a:xfrm>
            <a:off x="5450482" y="834944"/>
            <a:ext cx="2414891" cy="1916548"/>
            <a:chOff x="7727034" y="1703161"/>
            <a:chExt cx="2677356" cy="1821861"/>
          </a:xfrm>
        </p:grpSpPr>
        <p:graphicFrame>
          <p:nvGraphicFramePr>
            <p:cNvPr id="30" name="Diagrama 29"/>
            <p:cNvGraphicFramePr/>
            <p:nvPr/>
          </p:nvGraphicFramePr>
          <p:xfrm>
            <a:off x="7727034" y="1703161"/>
            <a:ext cx="2677356" cy="182186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31" name="CuadroTexto 30"/>
            <p:cNvSpPr txBox="1"/>
            <p:nvPr/>
          </p:nvSpPr>
          <p:spPr>
            <a:xfrm>
              <a:off x="8010547" y="2466320"/>
              <a:ext cx="899605" cy="338554"/>
            </a:xfrm>
            <a:prstGeom prst="rect">
              <a:avLst/>
            </a:prstGeom>
            <a:noFill/>
          </p:spPr>
          <p:txBody>
            <a:bodyPr wrap="none" rtlCol="0">
              <a:spAutoFit/>
            </a:bodyPr>
            <a:lstStyle/>
            <a:p>
              <a:r>
                <a:rPr lang="es-CL" sz="1600" dirty="0"/>
                <a:t>  Normal</a:t>
              </a:r>
              <a:endParaRPr lang="en-US" sz="1600" dirty="0"/>
            </a:p>
          </p:txBody>
        </p:sp>
        <p:sp>
          <p:nvSpPr>
            <p:cNvPr id="32" name="CuadroTexto 31"/>
            <p:cNvSpPr txBox="1"/>
            <p:nvPr/>
          </p:nvSpPr>
          <p:spPr>
            <a:xfrm>
              <a:off x="9265699" y="2478677"/>
              <a:ext cx="795411" cy="338554"/>
            </a:xfrm>
            <a:prstGeom prst="rect">
              <a:avLst/>
            </a:prstGeom>
            <a:noFill/>
          </p:spPr>
          <p:txBody>
            <a:bodyPr wrap="none" rtlCol="0">
              <a:spAutoFit/>
            </a:bodyPr>
            <a:lstStyle/>
            <a:p>
              <a:r>
                <a:rPr lang="es-CL" sz="1600" dirty="0"/>
                <a:t>     High</a:t>
              </a:r>
              <a:endParaRPr lang="en-US" sz="1600" dirty="0"/>
            </a:p>
          </p:txBody>
        </p:sp>
      </p:grpSp>
      <p:grpSp>
        <p:nvGrpSpPr>
          <p:cNvPr id="33" name="Grupo 32"/>
          <p:cNvGrpSpPr/>
          <p:nvPr/>
        </p:nvGrpSpPr>
        <p:grpSpPr>
          <a:xfrm>
            <a:off x="5402965" y="2846025"/>
            <a:ext cx="2414891" cy="1916548"/>
            <a:chOff x="7727034" y="1703161"/>
            <a:chExt cx="2677356" cy="1821861"/>
          </a:xfrm>
        </p:grpSpPr>
        <p:graphicFrame>
          <p:nvGraphicFramePr>
            <p:cNvPr id="34" name="Diagrama 33"/>
            <p:cNvGraphicFramePr/>
            <p:nvPr/>
          </p:nvGraphicFramePr>
          <p:xfrm>
            <a:off x="7727034" y="1703161"/>
            <a:ext cx="2677356" cy="1821861"/>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35" name="CuadroTexto 34"/>
            <p:cNvSpPr txBox="1"/>
            <p:nvPr/>
          </p:nvSpPr>
          <p:spPr>
            <a:xfrm>
              <a:off x="8010547" y="2466320"/>
              <a:ext cx="716720" cy="321828"/>
            </a:xfrm>
            <a:prstGeom prst="rect">
              <a:avLst/>
            </a:prstGeom>
            <a:noFill/>
          </p:spPr>
          <p:txBody>
            <a:bodyPr wrap="none" rtlCol="0">
              <a:spAutoFit/>
            </a:bodyPr>
            <a:lstStyle/>
            <a:p>
              <a:r>
                <a:rPr lang="es-CL" sz="1600" dirty="0"/>
                <a:t>  True</a:t>
              </a:r>
              <a:endParaRPr lang="en-US" sz="1600" dirty="0"/>
            </a:p>
          </p:txBody>
        </p:sp>
        <p:sp>
          <p:nvSpPr>
            <p:cNvPr id="36" name="CuadroTexto 35"/>
            <p:cNvSpPr txBox="1"/>
            <p:nvPr/>
          </p:nvSpPr>
          <p:spPr>
            <a:xfrm>
              <a:off x="9265698" y="2478677"/>
              <a:ext cx="923732" cy="321828"/>
            </a:xfrm>
            <a:prstGeom prst="rect">
              <a:avLst/>
            </a:prstGeom>
            <a:noFill/>
          </p:spPr>
          <p:txBody>
            <a:bodyPr wrap="none" rtlCol="0">
              <a:spAutoFit/>
            </a:bodyPr>
            <a:lstStyle/>
            <a:p>
              <a:r>
                <a:rPr lang="es-CL" sz="1600" dirty="0"/>
                <a:t>     False</a:t>
              </a:r>
              <a:endParaRPr lang="en-US" sz="1600" dirty="0"/>
            </a:p>
          </p:txBody>
        </p:sp>
      </p:grpSp>
    </p:spTree>
    <p:extLst>
      <p:ext uri="{BB962C8B-B14F-4D97-AF65-F5344CB8AC3E}">
        <p14:creationId xmlns:p14="http://schemas.microsoft.com/office/powerpoint/2010/main" val="427897638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Medidas de Selección de Atributos</a:t>
            </a:r>
          </a:p>
        </p:txBody>
      </p:sp>
      <p:sp>
        <p:nvSpPr>
          <p:cNvPr id="3" name="Content Placeholder 2"/>
          <p:cNvSpPr>
            <a:spLocks noGrp="1"/>
          </p:cNvSpPr>
          <p:nvPr>
            <p:ph idx="1"/>
          </p:nvPr>
        </p:nvSpPr>
        <p:spPr/>
        <p:txBody>
          <a:bodyPr/>
          <a:lstStyle/>
          <a:p>
            <a:pPr marL="0" indent="0" algn="just">
              <a:buNone/>
            </a:pPr>
            <a:r>
              <a:rPr lang="es-ES" dirty="0"/>
              <a:t>La medidas de selección de atributos (ASM por sus siglas en ingles) permiten seleccionar el parámetro que divide los datos de la mejor manera posible, para realizar esto hace un ranking entre los distintos parámetros. </a:t>
            </a:r>
          </a:p>
          <a:p>
            <a:pPr marL="0" indent="0" algn="just">
              <a:buNone/>
            </a:pPr>
            <a:r>
              <a:rPr lang="es-ES" dirty="0"/>
              <a:t>En el caso de un parámetro de valor continuo, también se debe definir el valor para dividir las ramas. </a:t>
            </a:r>
          </a:p>
          <a:p>
            <a:pPr marL="0" indent="0" algn="just">
              <a:buNone/>
            </a:pPr>
            <a:r>
              <a:rPr lang="es-ES" dirty="0"/>
              <a:t>Las medidas de selección más populares son ganancia de información e índice de </a:t>
            </a:r>
            <a:r>
              <a:rPr lang="es-ES" dirty="0" err="1"/>
              <a:t>Gini</a:t>
            </a:r>
            <a:r>
              <a:rPr lang="es-ES" dirty="0"/>
              <a:t>.</a:t>
            </a:r>
          </a:p>
        </p:txBody>
      </p:sp>
      <p:sp>
        <p:nvSpPr>
          <p:cNvPr id="4" name="Slide Number Placeholder 3"/>
          <p:cNvSpPr>
            <a:spLocks noGrp="1"/>
          </p:cNvSpPr>
          <p:nvPr>
            <p:ph type="sldNum" sz="quarter" idx="4294967295"/>
          </p:nvPr>
        </p:nvSpPr>
        <p:spPr/>
        <p:txBody>
          <a:bodyPr/>
          <a:lstStyle/>
          <a:p>
            <a:fld id="{ED3C9F24-97CD-894E-963C-61E4D5D33747}" type="slidenum">
              <a:rPr lang="es-ES_tradnl" smtClean="0"/>
              <a:t>79</a:t>
            </a:fld>
            <a:endParaRPr lang="es-ES_tradnl"/>
          </a:p>
        </p:txBody>
      </p:sp>
    </p:spTree>
    <p:extLst>
      <p:ext uri="{BB962C8B-B14F-4D97-AF65-F5344CB8AC3E}">
        <p14:creationId xmlns:p14="http://schemas.microsoft.com/office/powerpoint/2010/main" val="226190118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s://cdn-images-1.medium.com/max/800/0*sNMN2eKjMOHhNMZy.png"/>
          <p:cNvPicPr>
            <a:picLocks noChangeAspect="1" noChangeArrowheads="1"/>
          </p:cNvPicPr>
          <p:nvPr/>
        </p:nvPicPr>
        <p:blipFill rotWithShape="1">
          <a:blip r:embed="rId2">
            <a:extLst>
              <a:ext uri="{28A0092B-C50C-407E-A947-70E740481C1C}">
                <a14:useLocalDpi xmlns:a14="http://schemas.microsoft.com/office/drawing/2010/main" val="0"/>
              </a:ext>
            </a:extLst>
          </a:blip>
          <a:srcRect t="5414" b="6673"/>
          <a:stretch/>
        </p:blipFill>
        <p:spPr bwMode="auto">
          <a:xfrm>
            <a:off x="1999210" y="3025726"/>
            <a:ext cx="5145580" cy="276892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s-ES" dirty="0"/>
              <a:t>Entropía</a:t>
            </a:r>
          </a:p>
        </p:txBody>
      </p:sp>
      <p:sp>
        <p:nvSpPr>
          <p:cNvPr id="3" name="Content Placeholder 2"/>
          <p:cNvSpPr>
            <a:spLocks noGrp="1"/>
          </p:cNvSpPr>
          <p:nvPr>
            <p:ph idx="1"/>
          </p:nvPr>
        </p:nvSpPr>
        <p:spPr>
          <a:xfrm>
            <a:off x="628650" y="1197735"/>
            <a:ext cx="7886700" cy="4351338"/>
          </a:xfrm>
        </p:spPr>
        <p:txBody>
          <a:bodyPr>
            <a:normAutofit/>
          </a:bodyPr>
          <a:lstStyle/>
          <a:p>
            <a:pPr marL="0" indent="0" algn="just">
              <a:buNone/>
            </a:pPr>
            <a:r>
              <a:rPr lang="es-ES" sz="2200" dirty="0"/>
              <a:t>La Entropía mide cuan homogénea es un conjunto de datos. Si la muestra es completamente homogénea (misma clase), la entropía es cero y si la muestra está dividida en partes iguales, entonces tiene una entropía de uno.</a:t>
            </a:r>
          </a:p>
          <a:p>
            <a:pPr algn="just"/>
            <a:r>
              <a:rPr lang="es-ES" sz="2200" dirty="0"/>
              <a:t>División con un parámetro:</a:t>
            </a:r>
          </a:p>
        </p:txBody>
      </p:sp>
      <p:sp>
        <p:nvSpPr>
          <p:cNvPr id="4" name="Slide Number Placeholder 3"/>
          <p:cNvSpPr>
            <a:spLocks noGrp="1"/>
          </p:cNvSpPr>
          <p:nvPr>
            <p:ph type="sldNum" sz="quarter" idx="4294967295"/>
          </p:nvPr>
        </p:nvSpPr>
        <p:spPr/>
        <p:txBody>
          <a:bodyPr/>
          <a:lstStyle/>
          <a:p>
            <a:fld id="{ED3C9F24-97CD-894E-963C-61E4D5D33747}" type="slidenum">
              <a:rPr lang="es-ES_tradnl" smtClean="0"/>
              <a:t>80</a:t>
            </a:fld>
            <a:endParaRPr lang="es-ES_tradnl"/>
          </a:p>
        </p:txBody>
      </p:sp>
    </p:spTree>
    <p:extLst>
      <p:ext uri="{BB962C8B-B14F-4D97-AF65-F5344CB8AC3E}">
        <p14:creationId xmlns:p14="http://schemas.microsoft.com/office/powerpoint/2010/main" val="318033344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Entropía</a:t>
            </a:r>
          </a:p>
        </p:txBody>
      </p:sp>
      <p:sp>
        <p:nvSpPr>
          <p:cNvPr id="3" name="Content Placeholder 2"/>
          <p:cNvSpPr>
            <a:spLocks noGrp="1"/>
          </p:cNvSpPr>
          <p:nvPr>
            <p:ph idx="1"/>
          </p:nvPr>
        </p:nvSpPr>
        <p:spPr>
          <a:xfrm>
            <a:off x="628649" y="1197735"/>
            <a:ext cx="7886700" cy="4351338"/>
          </a:xfrm>
        </p:spPr>
        <p:txBody>
          <a:bodyPr/>
          <a:lstStyle/>
          <a:p>
            <a:r>
              <a:rPr lang="es-ES" dirty="0"/>
              <a:t>División con dos parámetros:</a:t>
            </a:r>
          </a:p>
        </p:txBody>
      </p:sp>
      <p:sp>
        <p:nvSpPr>
          <p:cNvPr id="4" name="Slide Number Placeholder 3"/>
          <p:cNvSpPr>
            <a:spLocks noGrp="1"/>
          </p:cNvSpPr>
          <p:nvPr>
            <p:ph type="sldNum" sz="quarter" idx="4294967295"/>
          </p:nvPr>
        </p:nvSpPr>
        <p:spPr/>
        <p:txBody>
          <a:bodyPr/>
          <a:lstStyle/>
          <a:p>
            <a:fld id="{ED3C9F24-97CD-894E-963C-61E4D5D33747}" type="slidenum">
              <a:rPr lang="es-ES_tradnl" smtClean="0"/>
              <a:t>81</a:t>
            </a:fld>
            <a:endParaRPr lang="es-ES_tradnl"/>
          </a:p>
        </p:txBody>
      </p:sp>
      <p:pic>
        <p:nvPicPr>
          <p:cNvPr id="9218" name="Picture 2" descr="https://cdn-images-1.medium.com/max/800/0*7ZWryjSBCxzyw7h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0489" y="1695221"/>
            <a:ext cx="5963019" cy="42384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33964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Ganancia de Información</a:t>
            </a:r>
          </a:p>
        </p:txBody>
      </p:sp>
      <p:sp>
        <p:nvSpPr>
          <p:cNvPr id="3" name="Content Placeholder 2"/>
          <p:cNvSpPr>
            <a:spLocks noGrp="1"/>
          </p:cNvSpPr>
          <p:nvPr>
            <p:ph idx="1"/>
          </p:nvPr>
        </p:nvSpPr>
        <p:spPr/>
        <p:txBody>
          <a:bodyPr/>
          <a:lstStyle/>
          <a:p>
            <a:pPr marL="0" indent="0" algn="just">
              <a:buNone/>
            </a:pPr>
            <a:r>
              <a:rPr lang="es-ES" dirty="0"/>
              <a:t>La ganancia de información se basa en la disminución de la entropía después de que un conjunto de datos se divide en un atributo. </a:t>
            </a:r>
          </a:p>
          <a:p>
            <a:pPr marL="0" indent="0" algn="just">
              <a:buNone/>
            </a:pPr>
            <a:r>
              <a:rPr lang="es-ES" dirty="0"/>
              <a:t>La construcción de un árbol de decisión consiste en encontrar un atributo que devuelva la mayor ganancia de información (es decir, las ramas más homogéneas).</a:t>
            </a:r>
          </a:p>
        </p:txBody>
      </p:sp>
      <p:sp>
        <p:nvSpPr>
          <p:cNvPr id="4" name="Slide Number Placeholder 3"/>
          <p:cNvSpPr>
            <a:spLocks noGrp="1"/>
          </p:cNvSpPr>
          <p:nvPr>
            <p:ph type="sldNum" sz="quarter" idx="4294967295"/>
          </p:nvPr>
        </p:nvSpPr>
        <p:spPr/>
        <p:txBody>
          <a:bodyPr/>
          <a:lstStyle/>
          <a:p>
            <a:fld id="{ED3C9F24-97CD-894E-963C-61E4D5D33747}" type="slidenum">
              <a:rPr lang="es-ES_tradnl" smtClean="0"/>
              <a:t>82</a:t>
            </a:fld>
            <a:endParaRPr lang="es-ES_tradnl"/>
          </a:p>
        </p:txBody>
      </p:sp>
    </p:spTree>
    <p:extLst>
      <p:ext uri="{BB962C8B-B14F-4D97-AF65-F5344CB8AC3E}">
        <p14:creationId xmlns:p14="http://schemas.microsoft.com/office/powerpoint/2010/main" val="223279132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Ganancia de Información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197735"/>
                <a:ext cx="7886700" cy="4666818"/>
              </a:xfrm>
            </p:spPr>
            <p:txBody>
              <a:bodyPr>
                <a:normAutofit/>
              </a:bodyPr>
              <a:lstStyle/>
              <a:p>
                <a:pPr marL="457200" indent="-457200" algn="just">
                  <a:buFont typeface="+mj-lt"/>
                  <a:buAutoNum type="arabicPeriod"/>
                </a:pPr>
                <a:r>
                  <a:rPr lang="es-ES" sz="2200" dirty="0"/>
                  <a:t>Calcular la entropía del objetivo.</a:t>
                </a:r>
              </a:p>
              <a:p>
                <a:pPr marL="457200" indent="-457200" algn="just">
                  <a:buFont typeface="+mj-lt"/>
                  <a:buAutoNum type="arabicPeriod"/>
                </a:pPr>
                <a:endParaRPr lang="es-ES" sz="2200" dirty="0"/>
              </a:p>
              <a:p>
                <a:pPr marL="457200" indent="-457200" algn="just">
                  <a:buFont typeface="+mj-lt"/>
                  <a:buAutoNum type="arabicPeriod"/>
                </a:pPr>
                <a:endParaRPr lang="es-ES" sz="2200" dirty="0"/>
              </a:p>
              <a:p>
                <a:pPr marL="457200" indent="-457200" algn="just">
                  <a:buFont typeface="+mj-lt"/>
                  <a:buAutoNum type="arabicPeriod"/>
                </a:pPr>
                <a:endParaRPr lang="es-ES" sz="2200" dirty="0"/>
              </a:p>
              <a:p>
                <a:pPr marL="457200" indent="-457200" algn="just">
                  <a:spcAft>
                    <a:spcPts val="1200"/>
                  </a:spcAft>
                  <a:buFont typeface="+mj-lt"/>
                  <a:buAutoNum type="arabicPeriod"/>
                </a:pPr>
                <a:r>
                  <a:rPr lang="es-ES" sz="2200" dirty="0"/>
                  <a:t>El conjunto de datos se divide en los diferentes atributos y se calcula la entropía de cada rama. La entropía resultante se resta de la entropía antes de la división. El resultado es la ganancia de información, o disminución de la entropía.</a:t>
                </a:r>
              </a:p>
              <a:p>
                <a:pPr marL="0" indent="0" algn="just">
                  <a:buNone/>
                </a:pPr>
                <a14:m>
                  <m:oMathPara xmlns:m="http://schemas.openxmlformats.org/officeDocument/2006/math">
                    <m:oMathParaPr>
                      <m:jc m:val="centerGroup"/>
                    </m:oMathParaPr>
                    <m:oMath xmlns:m="http://schemas.openxmlformats.org/officeDocument/2006/math">
                      <m:r>
                        <m:rPr>
                          <m:sty m:val="p"/>
                        </m:rPr>
                        <a:rPr lang="es-CL" sz="2200" b="0" i="0" smtClean="0">
                          <a:latin typeface="Cambria Math" panose="02040503050406030204" pitchFamily="18" charset="0"/>
                        </a:rPr>
                        <m:t>Gain</m:t>
                      </m:r>
                      <m:d>
                        <m:dPr>
                          <m:ctrlPr>
                            <a:rPr lang="es-CL" sz="2200" b="0" i="1" smtClean="0">
                              <a:latin typeface="Cambria Math" panose="02040503050406030204" pitchFamily="18" charset="0"/>
                            </a:rPr>
                          </m:ctrlPr>
                        </m:dPr>
                        <m:e>
                          <m:r>
                            <a:rPr lang="es-CL" sz="2200" b="0" i="1" smtClean="0">
                              <a:latin typeface="Cambria Math" panose="02040503050406030204" pitchFamily="18" charset="0"/>
                            </a:rPr>
                            <m:t>𝑇</m:t>
                          </m:r>
                          <m:r>
                            <a:rPr lang="es-CL" sz="2200" b="0" i="1" smtClean="0">
                              <a:latin typeface="Cambria Math" panose="02040503050406030204" pitchFamily="18" charset="0"/>
                            </a:rPr>
                            <m:t>,</m:t>
                          </m:r>
                          <m:r>
                            <a:rPr lang="es-CL" sz="2200" b="0" i="1" smtClean="0">
                              <a:latin typeface="Cambria Math" panose="02040503050406030204" pitchFamily="18" charset="0"/>
                            </a:rPr>
                            <m:t>𝑋</m:t>
                          </m:r>
                        </m:e>
                      </m:d>
                      <m:r>
                        <a:rPr lang="es-CL" sz="2200" b="0" i="0" smtClean="0">
                          <a:latin typeface="Cambria Math" panose="02040503050406030204" pitchFamily="18" charset="0"/>
                        </a:rPr>
                        <m:t>=</m:t>
                      </m:r>
                      <m:r>
                        <m:rPr>
                          <m:sty m:val="p"/>
                        </m:rPr>
                        <a:rPr lang="es-CL" sz="2200" b="0" i="0" smtClean="0">
                          <a:latin typeface="Cambria Math" panose="02040503050406030204" pitchFamily="18" charset="0"/>
                        </a:rPr>
                        <m:t>Entropy</m:t>
                      </m:r>
                      <m:d>
                        <m:dPr>
                          <m:ctrlPr>
                            <a:rPr lang="es-CL" sz="2200" b="0" i="1" smtClean="0">
                              <a:latin typeface="Cambria Math" panose="02040503050406030204" pitchFamily="18" charset="0"/>
                            </a:rPr>
                          </m:ctrlPr>
                        </m:dPr>
                        <m:e>
                          <m:r>
                            <a:rPr lang="es-CL" sz="2200" b="0" i="1" smtClean="0">
                              <a:latin typeface="Cambria Math" panose="02040503050406030204" pitchFamily="18" charset="0"/>
                            </a:rPr>
                            <m:t>𝑇</m:t>
                          </m:r>
                        </m:e>
                      </m:d>
                      <m:r>
                        <a:rPr lang="es-CL" sz="2200" b="0" i="0" smtClean="0">
                          <a:latin typeface="Cambria Math" panose="02040503050406030204" pitchFamily="18" charset="0"/>
                        </a:rPr>
                        <m:t>−</m:t>
                      </m:r>
                      <m:r>
                        <m:rPr>
                          <m:sty m:val="p"/>
                        </m:rPr>
                        <a:rPr lang="es-CL" sz="2200" b="0" i="0" smtClean="0">
                          <a:latin typeface="Cambria Math" panose="02040503050406030204" pitchFamily="18" charset="0"/>
                        </a:rPr>
                        <m:t>Entropy</m:t>
                      </m:r>
                      <m:r>
                        <a:rPr lang="es-CL" sz="2200" b="0" i="1" smtClean="0">
                          <a:latin typeface="Cambria Math" panose="02040503050406030204" pitchFamily="18" charset="0"/>
                        </a:rPr>
                        <m:t>(</m:t>
                      </m:r>
                      <m:r>
                        <a:rPr lang="es-CL" sz="2200" b="0" i="1" smtClean="0">
                          <a:latin typeface="Cambria Math" panose="02040503050406030204" pitchFamily="18" charset="0"/>
                        </a:rPr>
                        <m:t>𝑇</m:t>
                      </m:r>
                      <m:r>
                        <a:rPr lang="es-CL" sz="2200" b="0" i="1" smtClean="0">
                          <a:latin typeface="Cambria Math" panose="02040503050406030204" pitchFamily="18" charset="0"/>
                        </a:rPr>
                        <m:t>,</m:t>
                      </m:r>
                      <m:r>
                        <a:rPr lang="es-CL" sz="2200" b="0" i="1" smtClean="0">
                          <a:latin typeface="Cambria Math" panose="02040503050406030204" pitchFamily="18" charset="0"/>
                        </a:rPr>
                        <m:t>𝑋</m:t>
                      </m:r>
                      <m:r>
                        <a:rPr lang="es-CL" sz="2200" b="0" i="1" smtClean="0">
                          <a:latin typeface="Cambria Math" panose="02040503050406030204" pitchFamily="18" charset="0"/>
                        </a:rPr>
                        <m:t>)</m:t>
                      </m:r>
                    </m:oMath>
                  </m:oMathPara>
                </a14:m>
                <a:endParaRPr lang="es-ES" sz="2200" i="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197735"/>
                <a:ext cx="7886700" cy="4666818"/>
              </a:xfrm>
              <a:blipFill>
                <a:blip r:embed="rId2"/>
                <a:stretch>
                  <a:fillRect l="-1005" t="-1828" r="-1005"/>
                </a:stretch>
              </a:blipFill>
            </p:spPr>
            <p:txBody>
              <a:bodyPr/>
              <a:lstStyle/>
              <a:p>
                <a:r>
                  <a:rPr lang="en-US">
                    <a:noFill/>
                  </a:rPr>
                  <a:t> </a:t>
                </a:r>
              </a:p>
            </p:txBody>
          </p:sp>
        </mc:Fallback>
      </mc:AlternateContent>
      <p:sp>
        <p:nvSpPr>
          <p:cNvPr id="4" name="Slide Number Placeholder 3"/>
          <p:cNvSpPr>
            <a:spLocks noGrp="1"/>
          </p:cNvSpPr>
          <p:nvPr>
            <p:ph type="sldNum" sz="quarter" idx="4294967295"/>
          </p:nvPr>
        </p:nvSpPr>
        <p:spPr/>
        <p:txBody>
          <a:bodyPr/>
          <a:lstStyle/>
          <a:p>
            <a:fld id="{ED3C9F24-97CD-894E-963C-61E4D5D33747}" type="slidenum">
              <a:rPr lang="es-ES_tradnl" smtClean="0"/>
              <a:t>83</a:t>
            </a:fld>
            <a:endParaRPr lang="es-ES_tradnl"/>
          </a:p>
        </p:txBody>
      </p:sp>
      <p:pic>
        <p:nvPicPr>
          <p:cNvPr id="10244" name="Picture 4" descr="https://cdn-images-1.medium.com/max/800/0*LUIq14oX3XHubGHk.png"/>
          <p:cNvPicPr>
            <a:picLocks noChangeAspect="1" noChangeArrowheads="1"/>
          </p:cNvPicPr>
          <p:nvPr/>
        </p:nvPicPr>
        <p:blipFill rotWithShape="1">
          <a:blip r:embed="rId3">
            <a:extLst>
              <a:ext uri="{28A0092B-C50C-407E-A947-70E740481C1C}">
                <a14:useLocalDpi xmlns:a14="http://schemas.microsoft.com/office/drawing/2010/main" val="0"/>
              </a:ext>
            </a:extLst>
          </a:blip>
          <a:srcRect b="11426"/>
          <a:stretch/>
        </p:blipFill>
        <p:spPr bwMode="auto">
          <a:xfrm>
            <a:off x="2263719" y="1526999"/>
            <a:ext cx="4616561" cy="1396278"/>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https://cdn-images-1.medium.com/max/800/0*tFM8wdcKcdCt7nCe.png"/>
          <p:cNvPicPr>
            <a:picLocks noChangeAspect="1" noChangeArrowheads="1"/>
          </p:cNvPicPr>
          <p:nvPr/>
        </p:nvPicPr>
        <p:blipFill rotWithShape="1">
          <a:blip r:embed="rId4">
            <a:extLst>
              <a:ext uri="{28A0092B-C50C-407E-A947-70E740481C1C}">
                <a14:useLocalDpi xmlns:a14="http://schemas.microsoft.com/office/drawing/2010/main" val="0"/>
              </a:ext>
            </a:extLst>
          </a:blip>
          <a:srcRect t="54233" b="7986"/>
          <a:stretch/>
        </p:blipFill>
        <p:spPr bwMode="auto">
          <a:xfrm>
            <a:off x="1878167" y="4872445"/>
            <a:ext cx="5756897" cy="846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840124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Ganancia de la Información</a:t>
            </a:r>
          </a:p>
        </p:txBody>
      </p:sp>
      <p:sp>
        <p:nvSpPr>
          <p:cNvPr id="3" name="Content Placeholder 2"/>
          <p:cNvSpPr>
            <a:spLocks noGrp="1"/>
          </p:cNvSpPr>
          <p:nvPr>
            <p:ph idx="1"/>
          </p:nvPr>
        </p:nvSpPr>
        <p:spPr>
          <a:xfrm>
            <a:off x="628650" y="1197735"/>
            <a:ext cx="7886700" cy="4625254"/>
          </a:xfrm>
        </p:spPr>
        <p:txBody>
          <a:bodyPr/>
          <a:lstStyle/>
          <a:p>
            <a:pPr marL="0" indent="0">
              <a:buNone/>
            </a:pPr>
            <a:r>
              <a:rPr lang="es-ES" dirty="0"/>
              <a:t>Se selecciona el parámetro con la mayor ganancia. El proceso se repite en cada rama hasta llegar a entropía 0 (hoja).</a:t>
            </a:r>
          </a:p>
          <a:p>
            <a:pPr marL="0" indent="0">
              <a:buNone/>
            </a:pPr>
            <a:endParaRPr lang="es-ES" dirty="0"/>
          </a:p>
        </p:txBody>
      </p:sp>
      <p:sp>
        <p:nvSpPr>
          <p:cNvPr id="4" name="Slide Number Placeholder 3"/>
          <p:cNvSpPr>
            <a:spLocks noGrp="1"/>
          </p:cNvSpPr>
          <p:nvPr>
            <p:ph type="sldNum" sz="quarter" idx="4294967295"/>
          </p:nvPr>
        </p:nvSpPr>
        <p:spPr/>
        <p:txBody>
          <a:bodyPr/>
          <a:lstStyle/>
          <a:p>
            <a:fld id="{ED3C9F24-97CD-894E-963C-61E4D5D33747}" type="slidenum">
              <a:rPr lang="es-ES_tradnl" smtClean="0"/>
              <a:t>84</a:t>
            </a:fld>
            <a:endParaRPr lang="es-ES_tradnl"/>
          </a:p>
        </p:txBody>
      </p:sp>
      <p:pic>
        <p:nvPicPr>
          <p:cNvPr id="5" name="Picture 4"/>
          <p:cNvPicPr>
            <a:picLocks noChangeAspect="1"/>
          </p:cNvPicPr>
          <p:nvPr/>
        </p:nvPicPr>
        <p:blipFill>
          <a:blip r:embed="rId2"/>
          <a:stretch>
            <a:fillRect/>
          </a:stretch>
        </p:blipFill>
        <p:spPr>
          <a:xfrm>
            <a:off x="1219416" y="1920431"/>
            <a:ext cx="6705168" cy="3902558"/>
          </a:xfrm>
          <a:prstGeom prst="rect">
            <a:avLst/>
          </a:prstGeom>
        </p:spPr>
      </p:pic>
    </p:spTree>
    <p:extLst>
      <p:ext uri="{BB962C8B-B14F-4D97-AF65-F5344CB8AC3E}">
        <p14:creationId xmlns:p14="http://schemas.microsoft.com/office/powerpoint/2010/main" val="111629786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Ganancia de la Información</a:t>
            </a:r>
            <a:endParaRPr lang="en-US" dirty="0"/>
          </a:p>
        </p:txBody>
      </p:sp>
      <p:graphicFrame>
        <p:nvGraphicFramePr>
          <p:cNvPr id="5" name="Diagrama 4"/>
          <p:cNvGraphicFramePr/>
          <p:nvPr/>
        </p:nvGraphicFramePr>
        <p:xfrm>
          <a:off x="1048780" y="1370349"/>
          <a:ext cx="6755086" cy="37329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826163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Índice de diversidad de </a:t>
            </a:r>
            <a:r>
              <a:rPr lang="es-ES" dirty="0" err="1"/>
              <a:t>Gini</a:t>
            </a:r>
            <a:endParaRPr lang="es-ES" dirty="0"/>
          </a:p>
        </p:txBody>
      </p:sp>
      <p:sp>
        <p:nvSpPr>
          <p:cNvPr id="9" name="Content Placeholder 8"/>
          <p:cNvSpPr>
            <a:spLocks noGrp="1"/>
          </p:cNvSpPr>
          <p:nvPr>
            <p:ph idx="1"/>
          </p:nvPr>
        </p:nvSpPr>
        <p:spPr>
          <a:xfrm>
            <a:off x="628650" y="1197735"/>
            <a:ext cx="7886700" cy="4486273"/>
          </a:xfrm>
        </p:spPr>
        <p:txBody>
          <a:bodyPr>
            <a:normAutofit/>
          </a:bodyPr>
          <a:lstStyle/>
          <a:p>
            <a:pPr marL="0" indent="0">
              <a:buNone/>
            </a:pPr>
            <a:r>
              <a:rPr lang="es-ES" altLang="es-ES" dirty="0">
                <a:latin typeface="Tahoma" panose="020B0604030504040204" pitchFamily="34" charset="0"/>
              </a:rPr>
              <a:t>El índice de </a:t>
            </a:r>
            <a:r>
              <a:rPr lang="es-ES" altLang="es-ES" dirty="0" err="1">
                <a:latin typeface="Tahoma" panose="020B0604030504040204" pitchFamily="34" charset="0"/>
              </a:rPr>
              <a:t>Gini</a:t>
            </a:r>
            <a:r>
              <a:rPr lang="es-ES" altLang="es-ES" dirty="0">
                <a:latin typeface="Tahoma" panose="020B0604030504040204" pitchFamily="34" charset="0"/>
              </a:rPr>
              <a:t> también mide la homogeneidad de un conjunto. A mayor índice, mayor es la homogeneidad.</a:t>
            </a:r>
            <a:endParaRPr lang="en-US" altLang="es-ES" dirty="0">
              <a:latin typeface="Tahoma" panose="020B0604030504040204" pitchFamily="34" charset="0"/>
            </a:endParaRPr>
          </a:p>
          <a:p>
            <a:endParaRPr lang="en-US" altLang="es-ES" sz="3200" i="1" dirty="0">
              <a:latin typeface="Times New Roman" panose="02020603050405020304" pitchFamily="18" charset="0"/>
            </a:endParaRPr>
          </a:p>
          <a:p>
            <a:endParaRPr lang="en-US" altLang="es-ES" sz="3200" i="1" dirty="0">
              <a:latin typeface="Times New Roman" panose="02020603050405020304" pitchFamily="18" charset="0"/>
            </a:endParaRPr>
          </a:p>
          <a:p>
            <a:endParaRPr lang="en-US" altLang="es-ES" sz="3200" i="1" dirty="0">
              <a:latin typeface="Times New Roman" panose="02020603050405020304" pitchFamily="18" charset="0"/>
            </a:endParaRPr>
          </a:p>
          <a:p>
            <a:r>
              <a:rPr lang="en-US" altLang="es-ES" sz="2800" i="1" dirty="0">
                <a:latin typeface="Times New Roman" panose="02020603050405020304" pitchFamily="18" charset="0"/>
              </a:rPr>
              <a:t>A</a:t>
            </a:r>
            <a:r>
              <a:rPr lang="en-US" altLang="es-ES" sz="2800" i="1" baseline="-25000" dirty="0">
                <a:latin typeface="Times New Roman" panose="02020603050405020304" pitchFamily="18" charset="0"/>
              </a:rPr>
              <a:t>i </a:t>
            </a:r>
            <a:r>
              <a:rPr lang="en-US" altLang="es-ES" sz="2000" dirty="0" err="1">
                <a:latin typeface="Tahoma" panose="020B0604030504040204" pitchFamily="34" charset="0"/>
              </a:rPr>
              <a:t>es</a:t>
            </a:r>
            <a:r>
              <a:rPr lang="en-US" altLang="es-ES" sz="2000" dirty="0">
                <a:latin typeface="Tahoma" panose="020B0604030504040204" pitchFamily="34" charset="0"/>
              </a:rPr>
              <a:t> el </a:t>
            </a:r>
            <a:r>
              <a:rPr lang="en-US" altLang="es-ES" sz="2000" dirty="0" err="1">
                <a:latin typeface="Tahoma" panose="020B0604030504040204" pitchFamily="34" charset="0"/>
              </a:rPr>
              <a:t>atributo</a:t>
            </a:r>
            <a:r>
              <a:rPr lang="en-US" altLang="es-ES" sz="2000" dirty="0">
                <a:latin typeface="Tahoma" panose="020B0604030504040204" pitchFamily="34" charset="0"/>
              </a:rPr>
              <a:t> para </a:t>
            </a:r>
            <a:r>
              <a:rPr lang="en-US" altLang="es-ES" sz="2000" dirty="0" err="1">
                <a:latin typeface="Tahoma" panose="020B0604030504040204" pitchFamily="34" charset="0"/>
              </a:rPr>
              <a:t>ramificar</a:t>
            </a:r>
            <a:r>
              <a:rPr lang="en-US" altLang="es-ES" sz="2000" dirty="0">
                <a:latin typeface="Tahoma" panose="020B0604030504040204" pitchFamily="34" charset="0"/>
              </a:rPr>
              <a:t> el </a:t>
            </a:r>
            <a:r>
              <a:rPr lang="en-US" altLang="es-ES" sz="2000" dirty="0" err="1">
                <a:latin typeface="Tahoma" panose="020B0604030504040204" pitchFamily="34" charset="0"/>
              </a:rPr>
              <a:t>árbol</a:t>
            </a:r>
            <a:r>
              <a:rPr lang="en-US" altLang="es-ES" sz="2000" dirty="0">
                <a:latin typeface="Tahoma" panose="020B0604030504040204" pitchFamily="34" charset="0"/>
              </a:rPr>
              <a:t>.</a:t>
            </a:r>
          </a:p>
          <a:p>
            <a:r>
              <a:rPr lang="en-US" altLang="es-ES" sz="2800" i="1" dirty="0" err="1">
                <a:latin typeface="Times New Roman" panose="02020603050405020304" pitchFamily="18" charset="0"/>
              </a:rPr>
              <a:t>M</a:t>
            </a:r>
            <a:r>
              <a:rPr lang="en-US" altLang="es-ES" sz="2800" i="1" baseline="-25000" dirty="0" err="1">
                <a:latin typeface="Times New Roman" panose="02020603050405020304" pitchFamily="18" charset="0"/>
              </a:rPr>
              <a:t>i</a:t>
            </a:r>
            <a:r>
              <a:rPr lang="en-US" altLang="es-ES" sz="2800" i="1" baseline="-25000" dirty="0">
                <a:latin typeface="Times New Roman" panose="02020603050405020304" pitchFamily="18" charset="0"/>
              </a:rPr>
              <a:t> </a:t>
            </a:r>
            <a:r>
              <a:rPr lang="en-US" altLang="es-ES" sz="2000" dirty="0" err="1">
                <a:latin typeface="Tahoma" panose="020B0604030504040204" pitchFamily="34" charset="0"/>
              </a:rPr>
              <a:t>es</a:t>
            </a:r>
            <a:r>
              <a:rPr lang="en-US" altLang="es-ES" sz="2000" dirty="0">
                <a:latin typeface="Tahoma" panose="020B0604030504040204" pitchFamily="34" charset="0"/>
              </a:rPr>
              <a:t> el </a:t>
            </a:r>
            <a:r>
              <a:rPr lang="en-US" altLang="es-ES" sz="2000" dirty="0" err="1">
                <a:latin typeface="Tahoma" panose="020B0604030504040204" pitchFamily="34" charset="0"/>
              </a:rPr>
              <a:t>número</a:t>
            </a:r>
            <a:r>
              <a:rPr lang="en-US" altLang="es-ES" sz="2000" dirty="0">
                <a:latin typeface="Tahoma" panose="020B0604030504040204" pitchFamily="34" charset="0"/>
              </a:rPr>
              <a:t> de </a:t>
            </a:r>
            <a:r>
              <a:rPr lang="en-US" altLang="es-ES" sz="2000" dirty="0" err="1">
                <a:latin typeface="Tahoma" panose="020B0604030504040204" pitchFamily="34" charset="0"/>
              </a:rPr>
              <a:t>valores</a:t>
            </a:r>
            <a:r>
              <a:rPr lang="en-US" altLang="es-ES" sz="2000" dirty="0">
                <a:latin typeface="Tahoma" panose="020B0604030504040204" pitchFamily="34" charset="0"/>
              </a:rPr>
              <a:t> </a:t>
            </a:r>
            <a:r>
              <a:rPr lang="en-US" altLang="es-ES" sz="2000" dirty="0" err="1">
                <a:latin typeface="Tahoma" panose="020B0604030504040204" pitchFamily="34" charset="0"/>
              </a:rPr>
              <a:t>diferentes</a:t>
            </a:r>
            <a:r>
              <a:rPr lang="en-US" altLang="es-ES" sz="2000" dirty="0">
                <a:latin typeface="Tahoma" panose="020B0604030504040204" pitchFamily="34" charset="0"/>
              </a:rPr>
              <a:t> del </a:t>
            </a:r>
            <a:r>
              <a:rPr lang="en-US" altLang="es-ES" sz="2000" dirty="0" err="1">
                <a:latin typeface="Tahoma" panose="020B0604030504040204" pitchFamily="34" charset="0"/>
              </a:rPr>
              <a:t>atributo</a:t>
            </a:r>
            <a:r>
              <a:rPr lang="en-US" altLang="es-ES" sz="2000" dirty="0">
                <a:latin typeface="Tahoma" panose="020B0604030504040204" pitchFamily="34" charset="0"/>
              </a:rPr>
              <a:t> </a:t>
            </a:r>
            <a:r>
              <a:rPr lang="en-US" altLang="es-ES" sz="2800" i="1" dirty="0">
                <a:latin typeface="Times New Roman" panose="02020603050405020304" pitchFamily="18" charset="0"/>
              </a:rPr>
              <a:t>A</a:t>
            </a:r>
            <a:r>
              <a:rPr lang="en-US" altLang="es-ES" sz="2800" i="1" baseline="-25000" dirty="0">
                <a:latin typeface="Times New Roman" panose="02020603050405020304" pitchFamily="18" charset="0"/>
              </a:rPr>
              <a:t>i</a:t>
            </a:r>
            <a:r>
              <a:rPr lang="en-US" altLang="es-ES" sz="2000" dirty="0">
                <a:latin typeface="Tahoma" panose="020B0604030504040204" pitchFamily="34" charset="0"/>
              </a:rPr>
              <a:t>.</a:t>
            </a:r>
          </a:p>
          <a:p>
            <a:r>
              <a:rPr lang="en-US" altLang="es-ES" sz="2800" i="1" dirty="0">
                <a:latin typeface="Times New Roman" panose="02020603050405020304" pitchFamily="18" charset="0"/>
              </a:rPr>
              <a:t>p(</a:t>
            </a:r>
            <a:r>
              <a:rPr lang="en-US" altLang="es-ES" sz="2800" i="1" dirty="0" err="1">
                <a:latin typeface="Times New Roman" panose="02020603050405020304" pitchFamily="18" charset="0"/>
              </a:rPr>
              <a:t>A</a:t>
            </a:r>
            <a:r>
              <a:rPr lang="en-US" altLang="es-ES" sz="2800" i="1" baseline="-25000" dirty="0" err="1">
                <a:latin typeface="Times New Roman" panose="02020603050405020304" pitchFamily="18" charset="0"/>
              </a:rPr>
              <a:t>ij</a:t>
            </a:r>
            <a:r>
              <a:rPr lang="en-US" altLang="es-ES" sz="2800" dirty="0">
                <a:latin typeface="Times New Roman" panose="02020603050405020304" pitchFamily="18" charset="0"/>
              </a:rPr>
              <a:t>)</a:t>
            </a:r>
            <a:r>
              <a:rPr lang="en-US" altLang="es-ES" sz="2000" dirty="0">
                <a:latin typeface="Tahoma" panose="020B0604030504040204" pitchFamily="34" charset="0"/>
              </a:rPr>
              <a:t> </a:t>
            </a:r>
            <a:r>
              <a:rPr lang="en-US" altLang="es-ES" sz="2000" dirty="0" err="1">
                <a:latin typeface="Tahoma" panose="020B0604030504040204" pitchFamily="34" charset="0"/>
              </a:rPr>
              <a:t>es</a:t>
            </a:r>
            <a:r>
              <a:rPr lang="en-US" altLang="es-ES" sz="2000" dirty="0">
                <a:latin typeface="Tahoma" panose="020B0604030504040204" pitchFamily="34" charset="0"/>
              </a:rPr>
              <a:t> la </a:t>
            </a:r>
            <a:r>
              <a:rPr lang="en-US" altLang="es-ES" sz="2000" dirty="0" err="1">
                <a:latin typeface="Tahoma" panose="020B0604030504040204" pitchFamily="34" charset="0"/>
              </a:rPr>
              <a:t>probabilidad</a:t>
            </a:r>
            <a:r>
              <a:rPr lang="en-US" altLang="es-ES" sz="2000" dirty="0">
                <a:latin typeface="Tahoma" panose="020B0604030504040204" pitchFamily="34" charset="0"/>
              </a:rPr>
              <a:t> de que </a:t>
            </a:r>
            <a:r>
              <a:rPr lang="en-US" altLang="es-ES" sz="2800" i="1" dirty="0">
                <a:latin typeface="Times New Roman" panose="02020603050405020304" pitchFamily="18" charset="0"/>
              </a:rPr>
              <a:t>A</a:t>
            </a:r>
            <a:r>
              <a:rPr lang="en-US" altLang="es-ES" sz="2800" i="1" baseline="-25000" dirty="0">
                <a:latin typeface="Times New Roman" panose="02020603050405020304" pitchFamily="18" charset="0"/>
              </a:rPr>
              <a:t>i</a:t>
            </a:r>
            <a:r>
              <a:rPr lang="en-US" altLang="es-ES" sz="2000" dirty="0">
                <a:latin typeface="Tahoma" panose="020B0604030504040204" pitchFamily="34" charset="0"/>
              </a:rPr>
              <a:t> tome </a:t>
            </a:r>
            <a:r>
              <a:rPr lang="en-US" altLang="es-ES" sz="2000" dirty="0" err="1">
                <a:latin typeface="Tahoma" panose="020B0604030504040204" pitchFamily="34" charset="0"/>
              </a:rPr>
              <a:t>su</a:t>
            </a:r>
            <a:r>
              <a:rPr lang="en-US" altLang="es-ES" sz="2000" dirty="0">
                <a:latin typeface="Tahoma" panose="020B0604030504040204" pitchFamily="34" charset="0"/>
              </a:rPr>
              <a:t> </a:t>
            </a:r>
            <a:r>
              <a:rPr lang="en-US" altLang="es-ES" sz="2800" i="1" dirty="0">
                <a:latin typeface="Times New Roman" panose="02020603050405020304" pitchFamily="18" charset="0"/>
              </a:rPr>
              <a:t>j</a:t>
            </a:r>
            <a:r>
              <a:rPr lang="en-US" altLang="es-ES" sz="2000" dirty="0">
                <a:latin typeface="Tahoma" panose="020B0604030504040204" pitchFamily="34" charset="0"/>
              </a:rPr>
              <a:t>-</a:t>
            </a:r>
            <a:r>
              <a:rPr lang="en-US" altLang="es-ES" sz="2000" dirty="0" err="1">
                <a:latin typeface="Tahoma" panose="020B0604030504040204" pitchFamily="34" charset="0"/>
              </a:rPr>
              <a:t>ésimo</a:t>
            </a:r>
            <a:r>
              <a:rPr lang="en-US" altLang="es-ES" sz="2000" dirty="0">
                <a:latin typeface="Tahoma" panose="020B0604030504040204" pitchFamily="34" charset="0"/>
              </a:rPr>
              <a:t> valor </a:t>
            </a:r>
            <a:r>
              <a:rPr lang="en-US" altLang="es-ES" sz="2000" i="1" dirty="0">
                <a:latin typeface="Times New Roman" panose="02020603050405020304" pitchFamily="18" charset="0"/>
              </a:rPr>
              <a:t>(1 &lt;= j &lt;= </a:t>
            </a:r>
            <a:r>
              <a:rPr lang="en-US" altLang="es-ES" sz="2000" i="1" dirty="0" err="1">
                <a:latin typeface="Times New Roman" panose="02020603050405020304" pitchFamily="18" charset="0"/>
              </a:rPr>
              <a:t>M</a:t>
            </a:r>
            <a:r>
              <a:rPr lang="en-US" altLang="es-ES" sz="2000" i="1" baseline="-25000" dirty="0" err="1">
                <a:latin typeface="Times New Roman" panose="02020603050405020304" pitchFamily="18" charset="0"/>
              </a:rPr>
              <a:t>i</a:t>
            </a:r>
            <a:r>
              <a:rPr lang="en-US" altLang="es-ES" sz="2000" i="1" dirty="0">
                <a:latin typeface="Times New Roman" panose="02020603050405020304" pitchFamily="18" charset="0"/>
              </a:rPr>
              <a:t>)</a:t>
            </a:r>
            <a:r>
              <a:rPr lang="en-US" altLang="es-ES" sz="2000" dirty="0">
                <a:latin typeface="Tahoma" panose="020B0604030504040204" pitchFamily="34" charset="0"/>
              </a:rPr>
              <a:t>.</a:t>
            </a:r>
            <a:endParaRPr lang="es-ES" altLang="es-ES" sz="2000" dirty="0">
              <a:latin typeface="Tahoma" panose="020B0604030504040204" pitchFamily="34" charset="0"/>
            </a:endParaRPr>
          </a:p>
          <a:p>
            <a:endParaRPr lang="es-ES" dirty="0"/>
          </a:p>
        </p:txBody>
      </p:sp>
      <p:sp>
        <p:nvSpPr>
          <p:cNvPr id="4" name="Slide Number Placeholder 3"/>
          <p:cNvSpPr>
            <a:spLocks noGrp="1"/>
          </p:cNvSpPr>
          <p:nvPr>
            <p:ph type="sldNum" sz="quarter" idx="4294967295"/>
          </p:nvPr>
        </p:nvSpPr>
        <p:spPr/>
        <p:txBody>
          <a:bodyPr/>
          <a:lstStyle/>
          <a:p>
            <a:fld id="{ED3C9F24-97CD-894E-963C-61E4D5D33747}" type="slidenum">
              <a:rPr lang="es-ES_tradnl" smtClean="0"/>
              <a:t>86</a:t>
            </a:fld>
            <a:endParaRPr lang="es-ES_tradnl"/>
          </a:p>
        </p:txBody>
      </p:sp>
      <p:graphicFrame>
        <p:nvGraphicFramePr>
          <p:cNvPr id="7" name="Object 3"/>
          <p:cNvGraphicFramePr>
            <a:graphicFrameLocks noChangeAspect="1"/>
          </p:cNvGraphicFramePr>
          <p:nvPr/>
        </p:nvGraphicFramePr>
        <p:xfrm>
          <a:off x="2157005" y="2219913"/>
          <a:ext cx="4829990" cy="1323141"/>
        </p:xfrm>
        <a:graphic>
          <a:graphicData uri="http://schemas.openxmlformats.org/presentationml/2006/ole">
            <mc:AlternateContent xmlns:mc="http://schemas.openxmlformats.org/markup-compatibility/2006">
              <mc:Choice xmlns:v="urn:schemas-microsoft-com:vml" Requires="v">
                <p:oleObj name="Imagen de mapa de bits" r:id="rId2" imgW="3095640" imgH="847800" progId="Paint.Picture">
                  <p:embed/>
                </p:oleObj>
              </mc:Choice>
              <mc:Fallback>
                <p:oleObj name="Imagen de mapa de bits" r:id="rId2" imgW="3095640" imgH="847800" progId="Paint.Picture">
                  <p:embed/>
                  <p:pic>
                    <p:nvPicPr>
                      <p:cNvPr id="7" name="Object 3"/>
                      <p:cNvPicPr>
                        <a:picLocks noChangeAspect="1" noChangeArrowheads="1"/>
                      </p:cNvPicPr>
                      <p:nvPr/>
                    </p:nvPicPr>
                    <p:blipFill>
                      <a:blip r:embed="rId3"/>
                      <a:srcRect/>
                      <a:stretch>
                        <a:fillRect/>
                      </a:stretch>
                    </p:blipFill>
                    <p:spPr bwMode="auto">
                      <a:xfrm>
                        <a:off x="2157005" y="2219913"/>
                        <a:ext cx="4829990" cy="1323141"/>
                      </a:xfrm>
                      <a:prstGeom prst="rect">
                        <a:avLst/>
                      </a:prstGeom>
                    </p:spPr>
                  </p:pic>
                </p:oleObj>
              </mc:Fallback>
            </mc:AlternateContent>
          </a:graphicData>
        </a:graphic>
      </p:graphicFrame>
    </p:spTree>
    <p:extLst>
      <p:ext uri="{BB962C8B-B14F-4D97-AF65-F5344CB8AC3E}">
        <p14:creationId xmlns:p14="http://schemas.microsoft.com/office/powerpoint/2010/main" val="178142255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Índice de diversidad de </a:t>
            </a:r>
            <a:r>
              <a:rPr lang="es-ES" dirty="0" err="1"/>
              <a:t>Gini</a:t>
            </a:r>
            <a:endParaRPr lang="es-ES" dirty="0"/>
          </a:p>
        </p:txBody>
      </p:sp>
      <p:sp>
        <p:nvSpPr>
          <p:cNvPr id="9" name="Content Placeholder 8"/>
          <p:cNvSpPr>
            <a:spLocks noGrp="1"/>
          </p:cNvSpPr>
          <p:nvPr>
            <p:ph idx="1"/>
          </p:nvPr>
        </p:nvSpPr>
        <p:spPr>
          <a:xfrm>
            <a:off x="628650" y="4265613"/>
            <a:ext cx="7886700" cy="2315295"/>
          </a:xfrm>
        </p:spPr>
        <p:txBody>
          <a:bodyPr>
            <a:normAutofit/>
          </a:bodyPr>
          <a:lstStyle/>
          <a:p>
            <a:r>
              <a:rPr lang="en-US" altLang="es-ES" sz="2800" i="1" dirty="0">
                <a:latin typeface="Times New Roman" panose="02020603050405020304" pitchFamily="18" charset="0"/>
              </a:rPr>
              <a:t>p(</a:t>
            </a:r>
            <a:r>
              <a:rPr lang="en-US" altLang="es-ES" sz="2800" i="1" dirty="0" err="1">
                <a:latin typeface="Times New Roman" panose="02020603050405020304" pitchFamily="18" charset="0"/>
              </a:rPr>
              <a:t>C</a:t>
            </a:r>
            <a:r>
              <a:rPr lang="en-US" altLang="es-ES" sz="2800" i="1" baseline="-25000" dirty="0" err="1">
                <a:latin typeface="Times New Roman" panose="02020603050405020304" pitchFamily="18" charset="0"/>
              </a:rPr>
              <a:t>k</a:t>
            </a:r>
            <a:r>
              <a:rPr lang="en-US" altLang="es-ES" sz="2800" i="1" dirty="0" err="1">
                <a:latin typeface="Times New Roman" panose="02020603050405020304" pitchFamily="18" charset="0"/>
              </a:rPr>
              <a:t>|A</a:t>
            </a:r>
            <a:r>
              <a:rPr lang="en-US" altLang="es-ES" sz="2800" i="1" baseline="-25000" dirty="0" err="1">
                <a:latin typeface="Times New Roman" panose="02020603050405020304" pitchFamily="18" charset="0"/>
              </a:rPr>
              <a:t>ij</a:t>
            </a:r>
            <a:r>
              <a:rPr lang="en-US" altLang="es-ES" sz="2800" i="1" dirty="0">
                <a:latin typeface="Times New Roman" panose="02020603050405020304" pitchFamily="18" charset="0"/>
              </a:rPr>
              <a:t>)</a:t>
            </a:r>
            <a:r>
              <a:rPr lang="en-US" altLang="es-ES" sz="2800" i="1" baseline="-25000" dirty="0">
                <a:latin typeface="Times New Roman" panose="02020603050405020304" pitchFamily="18" charset="0"/>
              </a:rPr>
              <a:t> </a:t>
            </a:r>
            <a:r>
              <a:rPr lang="en-US" altLang="es-ES" sz="2000" dirty="0" err="1">
                <a:latin typeface="Tahoma" panose="020B0604030504040204" pitchFamily="34" charset="0"/>
              </a:rPr>
              <a:t>es</a:t>
            </a:r>
            <a:r>
              <a:rPr lang="en-US" altLang="es-ES" sz="2000" dirty="0">
                <a:latin typeface="Tahoma" panose="020B0604030504040204" pitchFamily="34" charset="0"/>
              </a:rPr>
              <a:t> la </a:t>
            </a:r>
            <a:r>
              <a:rPr lang="en-US" altLang="es-ES" sz="2000" dirty="0" err="1">
                <a:latin typeface="Tahoma" panose="020B0604030504040204" pitchFamily="34" charset="0"/>
              </a:rPr>
              <a:t>probabilidad</a:t>
            </a:r>
            <a:r>
              <a:rPr lang="en-US" altLang="es-ES" sz="2000" dirty="0">
                <a:latin typeface="Tahoma" panose="020B0604030504040204" pitchFamily="34" charset="0"/>
              </a:rPr>
              <a:t> de que un </a:t>
            </a:r>
            <a:r>
              <a:rPr lang="en-US" altLang="es-ES" sz="2000" dirty="0" err="1">
                <a:latin typeface="Tahoma" panose="020B0604030504040204" pitchFamily="34" charset="0"/>
              </a:rPr>
              <a:t>ejemplo</a:t>
            </a:r>
            <a:r>
              <a:rPr lang="en-US" altLang="es-ES" sz="2000" dirty="0">
                <a:latin typeface="Tahoma" panose="020B0604030504040204" pitchFamily="34" charset="0"/>
              </a:rPr>
              <a:t> </a:t>
            </a:r>
            <a:r>
              <a:rPr lang="en-US" altLang="es-ES" sz="2000" dirty="0" err="1">
                <a:latin typeface="Tahoma" panose="020B0604030504040204" pitchFamily="34" charset="0"/>
              </a:rPr>
              <a:t>pertenezca</a:t>
            </a:r>
            <a:r>
              <a:rPr lang="en-US" altLang="es-ES" sz="2000" dirty="0">
                <a:latin typeface="Tahoma" panose="020B0604030504040204" pitchFamily="34" charset="0"/>
              </a:rPr>
              <a:t> a la </a:t>
            </a:r>
            <a:r>
              <a:rPr lang="en-US" altLang="es-ES" sz="2000" dirty="0" err="1">
                <a:latin typeface="Tahoma" panose="020B0604030504040204" pitchFamily="34" charset="0"/>
              </a:rPr>
              <a:t>clase</a:t>
            </a:r>
            <a:r>
              <a:rPr lang="en-US" altLang="es-ES" sz="2000" dirty="0">
                <a:latin typeface="Tahoma" panose="020B0604030504040204" pitchFamily="34" charset="0"/>
              </a:rPr>
              <a:t> </a:t>
            </a:r>
            <a:r>
              <a:rPr lang="en-US" altLang="es-ES" sz="2800" i="1" dirty="0" err="1">
                <a:latin typeface="Times New Roman" panose="02020603050405020304" pitchFamily="18" charset="0"/>
              </a:rPr>
              <a:t>C</a:t>
            </a:r>
            <a:r>
              <a:rPr lang="en-US" altLang="es-ES" sz="2800" i="1" baseline="-25000" dirty="0" err="1">
                <a:latin typeface="Times New Roman" panose="02020603050405020304" pitchFamily="18" charset="0"/>
              </a:rPr>
              <a:t>k</a:t>
            </a:r>
            <a:r>
              <a:rPr lang="en-US" altLang="es-ES" sz="2800" i="1" baseline="-25000" dirty="0">
                <a:latin typeface="Times New Roman" panose="02020603050405020304" pitchFamily="18" charset="0"/>
              </a:rPr>
              <a:t> </a:t>
            </a:r>
            <a:r>
              <a:rPr lang="en-US" altLang="es-ES" sz="2000" dirty="0" err="1">
                <a:latin typeface="Tahoma" panose="020B0604030504040204" pitchFamily="34" charset="0"/>
              </a:rPr>
              <a:t>cuando</a:t>
            </a:r>
            <a:r>
              <a:rPr lang="en-US" altLang="es-ES" sz="2000" dirty="0">
                <a:latin typeface="Tahoma" panose="020B0604030504040204" pitchFamily="34" charset="0"/>
              </a:rPr>
              <a:t> </a:t>
            </a:r>
            <a:r>
              <a:rPr lang="en-US" altLang="es-ES" sz="2000" dirty="0" err="1">
                <a:latin typeface="Tahoma" panose="020B0604030504040204" pitchFamily="34" charset="0"/>
              </a:rPr>
              <a:t>su</a:t>
            </a:r>
            <a:r>
              <a:rPr lang="en-US" altLang="es-ES" sz="2000" dirty="0">
                <a:latin typeface="Tahoma" panose="020B0604030504040204" pitchFamily="34" charset="0"/>
              </a:rPr>
              <a:t> </a:t>
            </a:r>
            <a:r>
              <a:rPr lang="en-US" altLang="es-ES" sz="2000" dirty="0" err="1">
                <a:latin typeface="Tahoma" panose="020B0604030504040204" pitchFamily="34" charset="0"/>
              </a:rPr>
              <a:t>atributo</a:t>
            </a:r>
            <a:r>
              <a:rPr lang="en-US" altLang="es-ES" sz="2000" dirty="0">
                <a:latin typeface="Tahoma" panose="020B0604030504040204" pitchFamily="34" charset="0"/>
              </a:rPr>
              <a:t> </a:t>
            </a:r>
            <a:r>
              <a:rPr lang="en-US" altLang="es-ES" sz="2800" i="1" dirty="0">
                <a:latin typeface="Times New Roman" panose="02020603050405020304" pitchFamily="18" charset="0"/>
              </a:rPr>
              <a:t>A</a:t>
            </a:r>
            <a:r>
              <a:rPr lang="en-US" altLang="es-ES" sz="2800" i="1" baseline="-25000" dirty="0">
                <a:latin typeface="Times New Roman" panose="02020603050405020304" pitchFamily="18" charset="0"/>
              </a:rPr>
              <a:t>i</a:t>
            </a:r>
            <a:r>
              <a:rPr lang="en-US" altLang="es-ES" sz="2000" dirty="0">
                <a:latin typeface="Tahoma" panose="020B0604030504040204" pitchFamily="34" charset="0"/>
              </a:rPr>
              <a:t> </a:t>
            </a:r>
            <a:r>
              <a:rPr lang="en-US" altLang="es-ES" sz="2000" dirty="0" err="1">
                <a:latin typeface="Tahoma" panose="020B0604030504040204" pitchFamily="34" charset="0"/>
              </a:rPr>
              <a:t>toma</a:t>
            </a:r>
            <a:r>
              <a:rPr lang="en-US" altLang="es-ES" sz="2000" dirty="0">
                <a:latin typeface="Tahoma" panose="020B0604030504040204" pitchFamily="34" charset="0"/>
              </a:rPr>
              <a:t> </a:t>
            </a:r>
            <a:r>
              <a:rPr lang="en-US" altLang="es-ES" sz="2000" dirty="0" err="1">
                <a:latin typeface="Tahoma" panose="020B0604030504040204" pitchFamily="34" charset="0"/>
              </a:rPr>
              <a:t>su</a:t>
            </a:r>
            <a:r>
              <a:rPr lang="en-US" altLang="es-ES" sz="2000" dirty="0">
                <a:latin typeface="Tahoma" panose="020B0604030504040204" pitchFamily="34" charset="0"/>
              </a:rPr>
              <a:t> </a:t>
            </a:r>
            <a:r>
              <a:rPr lang="en-US" altLang="es-ES" sz="2800" i="1" dirty="0">
                <a:latin typeface="Times New Roman" panose="02020603050405020304" pitchFamily="18" charset="0"/>
              </a:rPr>
              <a:t>j</a:t>
            </a:r>
            <a:r>
              <a:rPr lang="en-US" altLang="es-ES" sz="2000" dirty="0">
                <a:latin typeface="Tahoma" panose="020B0604030504040204" pitchFamily="34" charset="0"/>
              </a:rPr>
              <a:t>-</a:t>
            </a:r>
            <a:r>
              <a:rPr lang="en-US" altLang="es-ES" sz="2000" dirty="0" err="1">
                <a:latin typeface="Tahoma" panose="020B0604030504040204" pitchFamily="34" charset="0"/>
              </a:rPr>
              <a:t>ésimo</a:t>
            </a:r>
            <a:r>
              <a:rPr lang="en-US" altLang="es-ES" sz="2000" dirty="0">
                <a:latin typeface="Tahoma" panose="020B0604030504040204" pitchFamily="34" charset="0"/>
              </a:rPr>
              <a:t> valor.</a:t>
            </a:r>
            <a:endParaRPr lang="es-ES" altLang="es-ES" sz="2000" dirty="0">
              <a:latin typeface="Tahoma" panose="020B0604030504040204" pitchFamily="34" charset="0"/>
            </a:endParaRPr>
          </a:p>
          <a:p>
            <a:pPr>
              <a:lnSpc>
                <a:spcPct val="120000"/>
              </a:lnSpc>
            </a:pPr>
            <a:r>
              <a:rPr lang="en-US" altLang="es-ES" sz="2800" i="1" dirty="0">
                <a:latin typeface="Times New Roman" panose="02020603050405020304" pitchFamily="18" charset="0"/>
              </a:rPr>
              <a:t>p(</a:t>
            </a:r>
            <a:r>
              <a:rPr lang="es-ES" altLang="es-ES" sz="2000" dirty="0">
                <a:latin typeface="Tahoma" panose="020B0604030504040204" pitchFamily="34" charset="0"/>
              </a:rPr>
              <a:t>¬</a:t>
            </a:r>
            <a:r>
              <a:rPr lang="en-US" altLang="es-ES" sz="2800" i="1" dirty="0" err="1">
                <a:latin typeface="Times New Roman" panose="02020603050405020304" pitchFamily="18" charset="0"/>
              </a:rPr>
              <a:t>C</a:t>
            </a:r>
            <a:r>
              <a:rPr lang="en-US" altLang="es-ES" sz="2800" i="1" baseline="-25000" dirty="0" err="1">
                <a:latin typeface="Times New Roman" panose="02020603050405020304" pitchFamily="18" charset="0"/>
              </a:rPr>
              <a:t>k</a:t>
            </a:r>
            <a:r>
              <a:rPr lang="en-US" altLang="es-ES" sz="2800" i="1" dirty="0" err="1">
                <a:latin typeface="Times New Roman" panose="02020603050405020304" pitchFamily="18" charset="0"/>
              </a:rPr>
              <a:t>|A</a:t>
            </a:r>
            <a:r>
              <a:rPr lang="en-US" altLang="es-ES" sz="2800" i="1" baseline="-25000" dirty="0" err="1">
                <a:latin typeface="Times New Roman" panose="02020603050405020304" pitchFamily="18" charset="0"/>
              </a:rPr>
              <a:t>ij</a:t>
            </a:r>
            <a:r>
              <a:rPr lang="en-US" altLang="es-ES" sz="2800" i="1" dirty="0">
                <a:latin typeface="Times New Roman" panose="02020603050405020304" pitchFamily="18" charset="0"/>
              </a:rPr>
              <a:t>)</a:t>
            </a:r>
            <a:r>
              <a:rPr lang="en-US" altLang="es-ES" sz="2800" i="1" baseline="-25000" dirty="0">
                <a:latin typeface="Times New Roman" panose="02020603050405020304" pitchFamily="18" charset="0"/>
              </a:rPr>
              <a:t> </a:t>
            </a:r>
            <a:r>
              <a:rPr lang="en-US" altLang="es-ES" sz="2000" dirty="0" err="1">
                <a:latin typeface="Tahoma" panose="020B0604030504040204" pitchFamily="34" charset="0"/>
              </a:rPr>
              <a:t>es</a:t>
            </a:r>
            <a:r>
              <a:rPr lang="en-US" altLang="es-ES" sz="2000" dirty="0">
                <a:latin typeface="Tahoma" panose="020B0604030504040204" pitchFamily="34" charset="0"/>
              </a:rPr>
              <a:t> </a:t>
            </a:r>
            <a:r>
              <a:rPr lang="en-US" altLang="es-ES" sz="2800" dirty="0">
                <a:latin typeface="Times New Roman" panose="02020603050405020304" pitchFamily="18" charset="0"/>
              </a:rPr>
              <a:t>1 - </a:t>
            </a:r>
            <a:r>
              <a:rPr lang="en-US" altLang="es-ES" sz="2800" i="1" dirty="0">
                <a:latin typeface="Times New Roman" panose="02020603050405020304" pitchFamily="18" charset="0"/>
              </a:rPr>
              <a:t>p(</a:t>
            </a:r>
            <a:r>
              <a:rPr lang="en-US" altLang="es-ES" sz="2800" i="1" dirty="0" err="1">
                <a:latin typeface="Times New Roman" panose="02020603050405020304" pitchFamily="18" charset="0"/>
              </a:rPr>
              <a:t>C</a:t>
            </a:r>
            <a:r>
              <a:rPr lang="en-US" altLang="es-ES" sz="2800" i="1" baseline="-25000" dirty="0" err="1">
                <a:latin typeface="Times New Roman" panose="02020603050405020304" pitchFamily="18" charset="0"/>
              </a:rPr>
              <a:t>k</a:t>
            </a:r>
            <a:r>
              <a:rPr lang="en-US" altLang="es-ES" sz="2800" i="1" dirty="0" err="1">
                <a:latin typeface="Times New Roman" panose="02020603050405020304" pitchFamily="18" charset="0"/>
              </a:rPr>
              <a:t>|A</a:t>
            </a:r>
            <a:r>
              <a:rPr lang="en-US" altLang="es-ES" sz="2800" i="1" baseline="-25000" dirty="0" err="1">
                <a:latin typeface="Times New Roman" panose="02020603050405020304" pitchFamily="18" charset="0"/>
              </a:rPr>
              <a:t>ij</a:t>
            </a:r>
            <a:r>
              <a:rPr lang="en-US" altLang="es-ES" sz="2800" i="1" dirty="0">
                <a:latin typeface="Times New Roman" panose="02020603050405020304" pitchFamily="18" charset="0"/>
              </a:rPr>
              <a:t>)</a:t>
            </a:r>
            <a:r>
              <a:rPr lang="en-US" altLang="es-ES" sz="2000" dirty="0">
                <a:latin typeface="Tahoma" panose="020B0604030504040204" pitchFamily="34" charset="0"/>
              </a:rPr>
              <a:t>.</a:t>
            </a:r>
          </a:p>
          <a:p>
            <a:pPr>
              <a:lnSpc>
                <a:spcPct val="120000"/>
              </a:lnSpc>
            </a:pPr>
            <a:endParaRPr lang="en-US" altLang="es-ES" sz="2000" dirty="0">
              <a:latin typeface="Tahoma" panose="020B0604030504040204" pitchFamily="34" charset="0"/>
            </a:endParaRPr>
          </a:p>
          <a:p>
            <a:endParaRPr lang="es-ES" sz="1600" dirty="0"/>
          </a:p>
        </p:txBody>
      </p:sp>
      <p:sp>
        <p:nvSpPr>
          <p:cNvPr id="4" name="Slide Number Placeholder 3"/>
          <p:cNvSpPr>
            <a:spLocks noGrp="1"/>
          </p:cNvSpPr>
          <p:nvPr>
            <p:ph type="sldNum" sz="quarter" idx="4294967295"/>
          </p:nvPr>
        </p:nvSpPr>
        <p:spPr/>
        <p:txBody>
          <a:bodyPr/>
          <a:lstStyle/>
          <a:p>
            <a:fld id="{ED3C9F24-97CD-894E-963C-61E4D5D33747}" type="slidenum">
              <a:rPr lang="es-ES_tradnl" smtClean="0"/>
              <a:t>87</a:t>
            </a:fld>
            <a:endParaRPr lang="es-ES_tradnl"/>
          </a:p>
        </p:txBody>
      </p:sp>
      <p:graphicFrame>
        <p:nvGraphicFramePr>
          <p:cNvPr id="6" name="Object 4"/>
          <p:cNvGraphicFramePr>
            <a:graphicFrameLocks noChangeAspect="1"/>
          </p:cNvGraphicFramePr>
          <p:nvPr/>
        </p:nvGraphicFramePr>
        <p:xfrm>
          <a:off x="1332411" y="1455324"/>
          <a:ext cx="6705600" cy="1276350"/>
        </p:xfrm>
        <a:graphic>
          <a:graphicData uri="http://schemas.openxmlformats.org/presentationml/2006/ole">
            <mc:AlternateContent xmlns:mc="http://schemas.openxmlformats.org/markup-compatibility/2006">
              <mc:Choice xmlns:v="urn:schemas-microsoft-com:vml" Requires="v">
                <p:oleObj name="Bitmap Image" r:id="rId2" imgW="4352381" imgH="828791" progId="Paint.Picture">
                  <p:embed/>
                </p:oleObj>
              </mc:Choice>
              <mc:Fallback>
                <p:oleObj name="Bitmap Image" r:id="rId2" imgW="4352381" imgH="828791" progId="Paint.Picture">
                  <p:embed/>
                  <p:pic>
                    <p:nvPicPr>
                      <p:cNvPr id="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2411" y="1455324"/>
                        <a:ext cx="6705600" cy="127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5"/>
          <p:cNvGraphicFramePr>
            <a:graphicFrameLocks noChangeAspect="1"/>
          </p:cNvGraphicFramePr>
          <p:nvPr/>
        </p:nvGraphicFramePr>
        <p:xfrm>
          <a:off x="2867297" y="2731674"/>
          <a:ext cx="3200400" cy="1203325"/>
        </p:xfrm>
        <a:graphic>
          <a:graphicData uri="http://schemas.openxmlformats.org/presentationml/2006/ole">
            <mc:AlternateContent xmlns:mc="http://schemas.openxmlformats.org/markup-compatibility/2006">
              <mc:Choice xmlns:v="urn:schemas-microsoft-com:vml" Requires="v">
                <p:oleObj name="Bitmap Image" r:id="rId4" imgW="2305372" imgH="866896" progId="Paint.Picture">
                  <p:embed/>
                </p:oleObj>
              </mc:Choice>
              <mc:Fallback>
                <p:oleObj name="Bitmap Image" r:id="rId4" imgW="2305372" imgH="866896" progId="Paint.Picture">
                  <p:embed/>
                  <p:pic>
                    <p:nvPicPr>
                      <p:cNvPr id="8"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67297" y="2731674"/>
                        <a:ext cx="3200400" cy="120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53454642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Índice de diversidad de </a:t>
            </a:r>
            <a:r>
              <a:rPr lang="es-ES" dirty="0" err="1"/>
              <a:t>Gini</a:t>
            </a:r>
            <a:endParaRPr lang="es-ES" dirty="0"/>
          </a:p>
        </p:txBody>
      </p:sp>
      <p:sp>
        <p:nvSpPr>
          <p:cNvPr id="9" name="Content Placeholder 8"/>
          <p:cNvSpPr>
            <a:spLocks noGrp="1"/>
          </p:cNvSpPr>
          <p:nvPr>
            <p:ph idx="1"/>
          </p:nvPr>
        </p:nvSpPr>
        <p:spPr>
          <a:xfrm>
            <a:off x="628650" y="4265613"/>
            <a:ext cx="7886700" cy="2315295"/>
          </a:xfrm>
        </p:spPr>
        <p:txBody>
          <a:bodyPr>
            <a:normAutofit/>
          </a:bodyPr>
          <a:lstStyle/>
          <a:p>
            <a:r>
              <a:rPr lang="en-US" altLang="es-ES" sz="2800" i="1" dirty="0">
                <a:latin typeface="Times New Roman" panose="02020603050405020304" pitchFamily="18" charset="0"/>
              </a:rPr>
              <a:t>p(</a:t>
            </a:r>
            <a:r>
              <a:rPr lang="en-US" altLang="es-ES" sz="2800" i="1" dirty="0" err="1">
                <a:latin typeface="Times New Roman" panose="02020603050405020304" pitchFamily="18" charset="0"/>
              </a:rPr>
              <a:t>C</a:t>
            </a:r>
            <a:r>
              <a:rPr lang="en-US" altLang="es-ES" sz="2800" i="1" baseline="-25000" dirty="0" err="1">
                <a:latin typeface="Times New Roman" panose="02020603050405020304" pitchFamily="18" charset="0"/>
              </a:rPr>
              <a:t>k</a:t>
            </a:r>
            <a:r>
              <a:rPr lang="en-US" altLang="es-ES" sz="2800" i="1" dirty="0" err="1">
                <a:latin typeface="Times New Roman" panose="02020603050405020304" pitchFamily="18" charset="0"/>
              </a:rPr>
              <a:t>|A</a:t>
            </a:r>
            <a:r>
              <a:rPr lang="en-US" altLang="es-ES" sz="2800" i="1" baseline="-25000" dirty="0" err="1">
                <a:latin typeface="Times New Roman" panose="02020603050405020304" pitchFamily="18" charset="0"/>
              </a:rPr>
              <a:t>ij</a:t>
            </a:r>
            <a:r>
              <a:rPr lang="en-US" altLang="es-ES" sz="2800" i="1" dirty="0">
                <a:latin typeface="Times New Roman" panose="02020603050405020304" pitchFamily="18" charset="0"/>
              </a:rPr>
              <a:t>)</a:t>
            </a:r>
            <a:r>
              <a:rPr lang="en-US" altLang="es-ES" sz="2800" i="1" baseline="-25000" dirty="0">
                <a:latin typeface="Times New Roman" panose="02020603050405020304" pitchFamily="18" charset="0"/>
              </a:rPr>
              <a:t> </a:t>
            </a:r>
            <a:r>
              <a:rPr lang="en-US" altLang="es-ES" sz="2000" dirty="0" err="1">
                <a:latin typeface="Tahoma" panose="020B0604030504040204" pitchFamily="34" charset="0"/>
              </a:rPr>
              <a:t>es</a:t>
            </a:r>
            <a:r>
              <a:rPr lang="en-US" altLang="es-ES" sz="2000" dirty="0">
                <a:latin typeface="Tahoma" panose="020B0604030504040204" pitchFamily="34" charset="0"/>
              </a:rPr>
              <a:t> la </a:t>
            </a:r>
            <a:r>
              <a:rPr lang="en-US" altLang="es-ES" sz="2000" dirty="0" err="1">
                <a:latin typeface="Tahoma" panose="020B0604030504040204" pitchFamily="34" charset="0"/>
              </a:rPr>
              <a:t>probabilidad</a:t>
            </a:r>
            <a:r>
              <a:rPr lang="en-US" altLang="es-ES" sz="2000" dirty="0">
                <a:latin typeface="Tahoma" panose="020B0604030504040204" pitchFamily="34" charset="0"/>
              </a:rPr>
              <a:t> de que un </a:t>
            </a:r>
            <a:r>
              <a:rPr lang="en-US" altLang="es-ES" sz="2000" dirty="0" err="1">
                <a:latin typeface="Tahoma" panose="020B0604030504040204" pitchFamily="34" charset="0"/>
              </a:rPr>
              <a:t>ejemplo</a:t>
            </a:r>
            <a:r>
              <a:rPr lang="en-US" altLang="es-ES" sz="2000" dirty="0">
                <a:latin typeface="Tahoma" panose="020B0604030504040204" pitchFamily="34" charset="0"/>
              </a:rPr>
              <a:t> </a:t>
            </a:r>
            <a:r>
              <a:rPr lang="en-US" altLang="es-ES" sz="2000" dirty="0" err="1">
                <a:latin typeface="Tahoma" panose="020B0604030504040204" pitchFamily="34" charset="0"/>
              </a:rPr>
              <a:t>pertenezca</a:t>
            </a:r>
            <a:r>
              <a:rPr lang="en-US" altLang="es-ES" sz="2000" dirty="0">
                <a:latin typeface="Tahoma" panose="020B0604030504040204" pitchFamily="34" charset="0"/>
              </a:rPr>
              <a:t> a la </a:t>
            </a:r>
            <a:r>
              <a:rPr lang="en-US" altLang="es-ES" sz="2000" dirty="0" err="1">
                <a:latin typeface="Tahoma" panose="020B0604030504040204" pitchFamily="34" charset="0"/>
              </a:rPr>
              <a:t>clase</a:t>
            </a:r>
            <a:r>
              <a:rPr lang="en-US" altLang="es-ES" sz="2000" dirty="0">
                <a:latin typeface="Tahoma" panose="020B0604030504040204" pitchFamily="34" charset="0"/>
              </a:rPr>
              <a:t> </a:t>
            </a:r>
            <a:r>
              <a:rPr lang="en-US" altLang="es-ES" sz="2800" i="1" dirty="0" err="1">
                <a:latin typeface="Times New Roman" panose="02020603050405020304" pitchFamily="18" charset="0"/>
              </a:rPr>
              <a:t>C</a:t>
            </a:r>
            <a:r>
              <a:rPr lang="en-US" altLang="es-ES" sz="2800" i="1" baseline="-25000" dirty="0" err="1">
                <a:latin typeface="Times New Roman" panose="02020603050405020304" pitchFamily="18" charset="0"/>
              </a:rPr>
              <a:t>k</a:t>
            </a:r>
            <a:r>
              <a:rPr lang="en-US" altLang="es-ES" sz="2800" i="1" baseline="-25000" dirty="0">
                <a:latin typeface="Times New Roman" panose="02020603050405020304" pitchFamily="18" charset="0"/>
              </a:rPr>
              <a:t> </a:t>
            </a:r>
            <a:r>
              <a:rPr lang="en-US" altLang="es-ES" sz="2000" dirty="0" err="1">
                <a:latin typeface="Tahoma" panose="020B0604030504040204" pitchFamily="34" charset="0"/>
              </a:rPr>
              <a:t>cuando</a:t>
            </a:r>
            <a:r>
              <a:rPr lang="en-US" altLang="es-ES" sz="2000" dirty="0">
                <a:latin typeface="Tahoma" panose="020B0604030504040204" pitchFamily="34" charset="0"/>
              </a:rPr>
              <a:t> </a:t>
            </a:r>
            <a:r>
              <a:rPr lang="en-US" altLang="es-ES" sz="2000" dirty="0" err="1">
                <a:latin typeface="Tahoma" panose="020B0604030504040204" pitchFamily="34" charset="0"/>
              </a:rPr>
              <a:t>su</a:t>
            </a:r>
            <a:r>
              <a:rPr lang="en-US" altLang="es-ES" sz="2000" dirty="0">
                <a:latin typeface="Tahoma" panose="020B0604030504040204" pitchFamily="34" charset="0"/>
              </a:rPr>
              <a:t> </a:t>
            </a:r>
            <a:r>
              <a:rPr lang="en-US" altLang="es-ES" sz="2000" dirty="0" err="1">
                <a:latin typeface="Tahoma" panose="020B0604030504040204" pitchFamily="34" charset="0"/>
              </a:rPr>
              <a:t>atributo</a:t>
            </a:r>
            <a:r>
              <a:rPr lang="en-US" altLang="es-ES" sz="2000" dirty="0">
                <a:latin typeface="Tahoma" panose="020B0604030504040204" pitchFamily="34" charset="0"/>
              </a:rPr>
              <a:t> </a:t>
            </a:r>
            <a:r>
              <a:rPr lang="en-US" altLang="es-ES" sz="2800" i="1" dirty="0">
                <a:latin typeface="Times New Roman" panose="02020603050405020304" pitchFamily="18" charset="0"/>
              </a:rPr>
              <a:t>A</a:t>
            </a:r>
            <a:r>
              <a:rPr lang="en-US" altLang="es-ES" sz="2800" i="1" baseline="-25000" dirty="0">
                <a:latin typeface="Times New Roman" panose="02020603050405020304" pitchFamily="18" charset="0"/>
              </a:rPr>
              <a:t>i</a:t>
            </a:r>
            <a:r>
              <a:rPr lang="en-US" altLang="es-ES" sz="2000" dirty="0">
                <a:latin typeface="Tahoma" panose="020B0604030504040204" pitchFamily="34" charset="0"/>
              </a:rPr>
              <a:t> </a:t>
            </a:r>
            <a:r>
              <a:rPr lang="en-US" altLang="es-ES" sz="2000" dirty="0" err="1">
                <a:latin typeface="Tahoma" panose="020B0604030504040204" pitchFamily="34" charset="0"/>
              </a:rPr>
              <a:t>toma</a:t>
            </a:r>
            <a:r>
              <a:rPr lang="en-US" altLang="es-ES" sz="2000" dirty="0">
                <a:latin typeface="Tahoma" panose="020B0604030504040204" pitchFamily="34" charset="0"/>
              </a:rPr>
              <a:t> </a:t>
            </a:r>
            <a:r>
              <a:rPr lang="en-US" altLang="es-ES" sz="2000" dirty="0" err="1">
                <a:latin typeface="Tahoma" panose="020B0604030504040204" pitchFamily="34" charset="0"/>
              </a:rPr>
              <a:t>su</a:t>
            </a:r>
            <a:r>
              <a:rPr lang="en-US" altLang="es-ES" sz="2000" dirty="0">
                <a:latin typeface="Tahoma" panose="020B0604030504040204" pitchFamily="34" charset="0"/>
              </a:rPr>
              <a:t> </a:t>
            </a:r>
            <a:r>
              <a:rPr lang="en-US" altLang="es-ES" sz="2800" i="1" dirty="0">
                <a:latin typeface="Times New Roman" panose="02020603050405020304" pitchFamily="18" charset="0"/>
              </a:rPr>
              <a:t>j</a:t>
            </a:r>
            <a:r>
              <a:rPr lang="en-US" altLang="es-ES" sz="2000" dirty="0">
                <a:latin typeface="Tahoma" panose="020B0604030504040204" pitchFamily="34" charset="0"/>
              </a:rPr>
              <a:t>-</a:t>
            </a:r>
            <a:r>
              <a:rPr lang="en-US" altLang="es-ES" sz="2000" dirty="0" err="1">
                <a:latin typeface="Tahoma" panose="020B0604030504040204" pitchFamily="34" charset="0"/>
              </a:rPr>
              <a:t>ésimo</a:t>
            </a:r>
            <a:r>
              <a:rPr lang="en-US" altLang="es-ES" sz="2000" dirty="0">
                <a:latin typeface="Tahoma" panose="020B0604030504040204" pitchFamily="34" charset="0"/>
              </a:rPr>
              <a:t> valor.</a:t>
            </a:r>
            <a:endParaRPr lang="es-ES" altLang="es-ES" sz="2000" dirty="0">
              <a:latin typeface="Tahoma" panose="020B0604030504040204" pitchFamily="34" charset="0"/>
            </a:endParaRPr>
          </a:p>
          <a:p>
            <a:pPr>
              <a:lnSpc>
                <a:spcPct val="120000"/>
              </a:lnSpc>
            </a:pPr>
            <a:r>
              <a:rPr lang="en-US" altLang="es-ES" sz="2800" i="1" dirty="0">
                <a:latin typeface="Times New Roman" panose="02020603050405020304" pitchFamily="18" charset="0"/>
              </a:rPr>
              <a:t>p(</a:t>
            </a:r>
            <a:r>
              <a:rPr lang="es-ES" altLang="es-ES" sz="2000" dirty="0">
                <a:latin typeface="Tahoma" panose="020B0604030504040204" pitchFamily="34" charset="0"/>
              </a:rPr>
              <a:t>¬</a:t>
            </a:r>
            <a:r>
              <a:rPr lang="en-US" altLang="es-ES" sz="2800" i="1" dirty="0" err="1">
                <a:latin typeface="Times New Roman" panose="02020603050405020304" pitchFamily="18" charset="0"/>
              </a:rPr>
              <a:t>C</a:t>
            </a:r>
            <a:r>
              <a:rPr lang="en-US" altLang="es-ES" sz="2800" i="1" baseline="-25000" dirty="0" err="1">
                <a:latin typeface="Times New Roman" panose="02020603050405020304" pitchFamily="18" charset="0"/>
              </a:rPr>
              <a:t>k</a:t>
            </a:r>
            <a:r>
              <a:rPr lang="en-US" altLang="es-ES" sz="2800" i="1" dirty="0" err="1">
                <a:latin typeface="Times New Roman" panose="02020603050405020304" pitchFamily="18" charset="0"/>
              </a:rPr>
              <a:t>|A</a:t>
            </a:r>
            <a:r>
              <a:rPr lang="en-US" altLang="es-ES" sz="2800" i="1" baseline="-25000" dirty="0" err="1">
                <a:latin typeface="Times New Roman" panose="02020603050405020304" pitchFamily="18" charset="0"/>
              </a:rPr>
              <a:t>ij</a:t>
            </a:r>
            <a:r>
              <a:rPr lang="en-US" altLang="es-ES" sz="2800" i="1" dirty="0">
                <a:latin typeface="Times New Roman" panose="02020603050405020304" pitchFamily="18" charset="0"/>
              </a:rPr>
              <a:t>)</a:t>
            </a:r>
            <a:r>
              <a:rPr lang="en-US" altLang="es-ES" sz="2800" i="1" baseline="-25000" dirty="0">
                <a:latin typeface="Times New Roman" panose="02020603050405020304" pitchFamily="18" charset="0"/>
              </a:rPr>
              <a:t> </a:t>
            </a:r>
            <a:r>
              <a:rPr lang="en-US" altLang="es-ES" sz="2000" dirty="0" err="1">
                <a:latin typeface="Tahoma" panose="020B0604030504040204" pitchFamily="34" charset="0"/>
              </a:rPr>
              <a:t>es</a:t>
            </a:r>
            <a:r>
              <a:rPr lang="en-US" altLang="es-ES" sz="2000" dirty="0">
                <a:latin typeface="Tahoma" panose="020B0604030504040204" pitchFamily="34" charset="0"/>
              </a:rPr>
              <a:t> </a:t>
            </a:r>
            <a:r>
              <a:rPr lang="en-US" altLang="es-ES" sz="2800" dirty="0">
                <a:latin typeface="Times New Roman" panose="02020603050405020304" pitchFamily="18" charset="0"/>
              </a:rPr>
              <a:t>1 - </a:t>
            </a:r>
            <a:r>
              <a:rPr lang="en-US" altLang="es-ES" sz="2800" i="1" dirty="0">
                <a:latin typeface="Times New Roman" panose="02020603050405020304" pitchFamily="18" charset="0"/>
              </a:rPr>
              <a:t>p(</a:t>
            </a:r>
            <a:r>
              <a:rPr lang="en-US" altLang="es-ES" sz="2800" i="1" dirty="0" err="1">
                <a:latin typeface="Times New Roman" panose="02020603050405020304" pitchFamily="18" charset="0"/>
              </a:rPr>
              <a:t>C</a:t>
            </a:r>
            <a:r>
              <a:rPr lang="en-US" altLang="es-ES" sz="2800" i="1" baseline="-25000" dirty="0" err="1">
                <a:latin typeface="Times New Roman" panose="02020603050405020304" pitchFamily="18" charset="0"/>
              </a:rPr>
              <a:t>k</a:t>
            </a:r>
            <a:r>
              <a:rPr lang="en-US" altLang="es-ES" sz="2800" i="1" dirty="0" err="1">
                <a:latin typeface="Times New Roman" panose="02020603050405020304" pitchFamily="18" charset="0"/>
              </a:rPr>
              <a:t>|A</a:t>
            </a:r>
            <a:r>
              <a:rPr lang="en-US" altLang="es-ES" sz="2800" i="1" baseline="-25000" dirty="0" err="1">
                <a:latin typeface="Times New Roman" panose="02020603050405020304" pitchFamily="18" charset="0"/>
              </a:rPr>
              <a:t>ij</a:t>
            </a:r>
            <a:r>
              <a:rPr lang="en-US" altLang="es-ES" sz="2800" i="1" dirty="0">
                <a:latin typeface="Times New Roman" panose="02020603050405020304" pitchFamily="18" charset="0"/>
              </a:rPr>
              <a:t>)</a:t>
            </a:r>
            <a:r>
              <a:rPr lang="en-US" altLang="es-ES" sz="2000" dirty="0">
                <a:latin typeface="Tahoma" panose="020B0604030504040204" pitchFamily="34" charset="0"/>
              </a:rPr>
              <a:t>.</a:t>
            </a:r>
          </a:p>
          <a:p>
            <a:pPr>
              <a:lnSpc>
                <a:spcPct val="120000"/>
              </a:lnSpc>
            </a:pPr>
            <a:endParaRPr lang="en-US" altLang="es-ES" sz="2000" dirty="0">
              <a:latin typeface="Tahoma" panose="020B0604030504040204" pitchFamily="34" charset="0"/>
            </a:endParaRPr>
          </a:p>
          <a:p>
            <a:endParaRPr lang="es-ES" sz="1600" dirty="0"/>
          </a:p>
        </p:txBody>
      </p:sp>
      <p:sp>
        <p:nvSpPr>
          <p:cNvPr id="4" name="Slide Number Placeholder 3"/>
          <p:cNvSpPr>
            <a:spLocks noGrp="1"/>
          </p:cNvSpPr>
          <p:nvPr>
            <p:ph type="sldNum" sz="quarter" idx="4294967295"/>
          </p:nvPr>
        </p:nvSpPr>
        <p:spPr/>
        <p:txBody>
          <a:bodyPr/>
          <a:lstStyle/>
          <a:p>
            <a:fld id="{ED3C9F24-97CD-894E-963C-61E4D5D33747}" type="slidenum">
              <a:rPr lang="es-ES_tradnl" smtClean="0"/>
              <a:t>88</a:t>
            </a:fld>
            <a:endParaRPr lang="es-ES_tradnl"/>
          </a:p>
        </p:txBody>
      </p:sp>
      <p:graphicFrame>
        <p:nvGraphicFramePr>
          <p:cNvPr id="6" name="Object 4"/>
          <p:cNvGraphicFramePr>
            <a:graphicFrameLocks noChangeAspect="1"/>
          </p:cNvGraphicFramePr>
          <p:nvPr/>
        </p:nvGraphicFramePr>
        <p:xfrm>
          <a:off x="1332411" y="1455324"/>
          <a:ext cx="6705600" cy="1276350"/>
        </p:xfrm>
        <a:graphic>
          <a:graphicData uri="http://schemas.openxmlformats.org/presentationml/2006/ole">
            <mc:AlternateContent xmlns:mc="http://schemas.openxmlformats.org/markup-compatibility/2006">
              <mc:Choice xmlns:v="urn:schemas-microsoft-com:vml" Requires="v">
                <p:oleObj name="Bitmap Image" r:id="rId2" imgW="4352381" imgH="828791" progId="Paint.Picture">
                  <p:embed/>
                </p:oleObj>
              </mc:Choice>
              <mc:Fallback>
                <p:oleObj name="Bitmap Image" r:id="rId2" imgW="4352381" imgH="828791" progId="Paint.Picture">
                  <p:embed/>
                  <p:pic>
                    <p:nvPicPr>
                      <p:cNvPr id="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2411" y="1455324"/>
                        <a:ext cx="6705600" cy="127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5"/>
          <p:cNvGraphicFramePr>
            <a:graphicFrameLocks noChangeAspect="1"/>
          </p:cNvGraphicFramePr>
          <p:nvPr/>
        </p:nvGraphicFramePr>
        <p:xfrm>
          <a:off x="2867297" y="2731674"/>
          <a:ext cx="3200400" cy="1203325"/>
        </p:xfrm>
        <a:graphic>
          <a:graphicData uri="http://schemas.openxmlformats.org/presentationml/2006/ole">
            <mc:AlternateContent xmlns:mc="http://schemas.openxmlformats.org/markup-compatibility/2006">
              <mc:Choice xmlns:v="urn:schemas-microsoft-com:vml" Requires="v">
                <p:oleObj name="Bitmap Image" r:id="rId4" imgW="2305372" imgH="866896" progId="Paint.Picture">
                  <p:embed/>
                </p:oleObj>
              </mc:Choice>
              <mc:Fallback>
                <p:oleObj name="Bitmap Image" r:id="rId4" imgW="2305372" imgH="866896" progId="Paint.Picture">
                  <p:embed/>
                  <p:pic>
                    <p:nvPicPr>
                      <p:cNvPr id="8"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67297" y="2731674"/>
                        <a:ext cx="3200400" cy="120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63751152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Ejemplo</a:t>
            </a:r>
          </a:p>
        </p:txBody>
      </p:sp>
      <p:sp>
        <p:nvSpPr>
          <p:cNvPr id="4" name="Slide Number Placeholder 3"/>
          <p:cNvSpPr>
            <a:spLocks noGrp="1"/>
          </p:cNvSpPr>
          <p:nvPr>
            <p:ph type="sldNum" sz="quarter" idx="4294967295"/>
          </p:nvPr>
        </p:nvSpPr>
        <p:spPr/>
        <p:txBody>
          <a:bodyPr/>
          <a:lstStyle/>
          <a:p>
            <a:fld id="{ED3C9F24-97CD-894E-963C-61E4D5D33747}" type="slidenum">
              <a:rPr lang="es-ES_tradnl" smtClean="0"/>
              <a:t>89</a:t>
            </a:fld>
            <a:endParaRPr lang="es-ES_tradnl"/>
          </a:p>
        </p:txBody>
      </p:sp>
      <p:sp>
        <p:nvSpPr>
          <p:cNvPr id="3" name="CuadroTexto 2"/>
          <p:cNvSpPr txBox="1"/>
          <p:nvPr/>
        </p:nvSpPr>
        <p:spPr>
          <a:xfrm>
            <a:off x="2714338" y="3100190"/>
            <a:ext cx="1488997" cy="923330"/>
          </a:xfrm>
          <a:prstGeom prst="rect">
            <a:avLst/>
          </a:prstGeom>
          <a:noFill/>
        </p:spPr>
        <p:txBody>
          <a:bodyPr wrap="none" rtlCol="0">
            <a:spAutoFit/>
          </a:bodyPr>
          <a:lstStyle/>
          <a:p>
            <a:r>
              <a:rPr lang="es-ES" dirty="0"/>
              <a:t>A</a:t>
            </a:r>
            <a:r>
              <a:rPr lang="es-ES" baseline="-25000" dirty="0"/>
              <a:t>1</a:t>
            </a:r>
            <a:r>
              <a:rPr lang="es-ES" dirty="0"/>
              <a:t>=</a:t>
            </a:r>
            <a:r>
              <a:rPr lang="es-ES" dirty="0" err="1"/>
              <a:t>Sunny</a:t>
            </a:r>
            <a:endParaRPr lang="es-ES" dirty="0"/>
          </a:p>
          <a:p>
            <a:r>
              <a:rPr lang="es-ES" dirty="0"/>
              <a:t>A</a:t>
            </a:r>
            <a:r>
              <a:rPr lang="es-ES" baseline="-25000" dirty="0"/>
              <a:t>2</a:t>
            </a:r>
            <a:r>
              <a:rPr lang="es-ES" dirty="0"/>
              <a:t>=</a:t>
            </a:r>
            <a:r>
              <a:rPr lang="es-ES" dirty="0" err="1"/>
              <a:t>Overcoast</a:t>
            </a:r>
            <a:endParaRPr lang="es-ES" dirty="0"/>
          </a:p>
          <a:p>
            <a:r>
              <a:rPr lang="es-ES" dirty="0"/>
              <a:t>A</a:t>
            </a:r>
            <a:r>
              <a:rPr lang="es-ES" baseline="-25000" dirty="0"/>
              <a:t>3</a:t>
            </a:r>
            <a:r>
              <a:rPr lang="es-ES" dirty="0"/>
              <a:t>=</a:t>
            </a:r>
            <a:r>
              <a:rPr lang="es-ES" dirty="0" err="1"/>
              <a:t>Rainy</a:t>
            </a:r>
            <a:endParaRPr lang="es-CL" dirty="0"/>
          </a:p>
        </p:txBody>
      </p:sp>
      <p:sp>
        <p:nvSpPr>
          <p:cNvPr id="28" name="CuadroTexto 27"/>
          <p:cNvSpPr txBox="1"/>
          <p:nvPr/>
        </p:nvSpPr>
        <p:spPr>
          <a:xfrm>
            <a:off x="4721577" y="3100622"/>
            <a:ext cx="1736373" cy="923330"/>
          </a:xfrm>
          <a:prstGeom prst="rect">
            <a:avLst/>
          </a:prstGeom>
          <a:noFill/>
        </p:spPr>
        <p:txBody>
          <a:bodyPr wrap="none" rtlCol="0">
            <a:spAutoFit/>
          </a:bodyPr>
          <a:lstStyle/>
          <a:p>
            <a:r>
              <a:rPr lang="es-ES" dirty="0"/>
              <a:t>P(A</a:t>
            </a:r>
            <a:r>
              <a:rPr lang="es-ES" baseline="-25000" dirty="0"/>
              <a:t>1</a:t>
            </a:r>
            <a:r>
              <a:rPr lang="es-ES" dirty="0"/>
              <a:t>)=5/14=0.36</a:t>
            </a:r>
          </a:p>
          <a:p>
            <a:r>
              <a:rPr lang="es-ES" dirty="0"/>
              <a:t>P(A</a:t>
            </a:r>
            <a:r>
              <a:rPr lang="es-ES" baseline="-25000" dirty="0"/>
              <a:t>2</a:t>
            </a:r>
            <a:r>
              <a:rPr lang="es-ES" dirty="0"/>
              <a:t>)=4/14=0.29</a:t>
            </a:r>
          </a:p>
          <a:p>
            <a:r>
              <a:rPr lang="es-ES" dirty="0"/>
              <a:t>P(A</a:t>
            </a:r>
            <a:r>
              <a:rPr lang="es-ES" baseline="-25000" dirty="0"/>
              <a:t>3</a:t>
            </a:r>
            <a:r>
              <a:rPr lang="es-ES" dirty="0"/>
              <a:t>)=5/14=0.36</a:t>
            </a:r>
          </a:p>
        </p:txBody>
      </p:sp>
      <p:sp>
        <p:nvSpPr>
          <p:cNvPr id="5" name="Flecha derecha 4"/>
          <p:cNvSpPr/>
          <p:nvPr/>
        </p:nvSpPr>
        <p:spPr>
          <a:xfrm>
            <a:off x="4295955" y="3467819"/>
            <a:ext cx="276044" cy="1984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 name="CuadroTexto 5"/>
          <p:cNvSpPr txBox="1"/>
          <p:nvPr/>
        </p:nvSpPr>
        <p:spPr>
          <a:xfrm>
            <a:off x="2701608" y="4312255"/>
            <a:ext cx="5120312" cy="1754326"/>
          </a:xfrm>
          <a:prstGeom prst="rect">
            <a:avLst/>
          </a:prstGeom>
          <a:noFill/>
        </p:spPr>
        <p:txBody>
          <a:bodyPr wrap="none" rtlCol="0">
            <a:spAutoFit/>
          </a:bodyPr>
          <a:lstStyle/>
          <a:p>
            <a:r>
              <a:rPr lang="es-ES" dirty="0" err="1"/>
              <a:t>Gini</a:t>
            </a:r>
            <a:r>
              <a:rPr lang="es-ES" dirty="0"/>
              <a:t>(</a:t>
            </a:r>
            <a:r>
              <a:rPr lang="es-ES" dirty="0" err="1"/>
              <a:t>Sunny</a:t>
            </a:r>
            <a:r>
              <a:rPr lang="es-ES" dirty="0"/>
              <a:t>)=1-(3/5)</a:t>
            </a:r>
            <a:r>
              <a:rPr lang="es-ES" baseline="30000" dirty="0"/>
              <a:t>2</a:t>
            </a:r>
            <a:r>
              <a:rPr lang="es-ES" dirty="0"/>
              <a:t>-(2/5)</a:t>
            </a:r>
            <a:r>
              <a:rPr lang="es-ES" baseline="30000" dirty="0"/>
              <a:t>2</a:t>
            </a:r>
            <a:r>
              <a:rPr lang="es-ES" dirty="0"/>
              <a:t>=0.48</a:t>
            </a:r>
          </a:p>
          <a:p>
            <a:r>
              <a:rPr lang="es-ES" dirty="0"/>
              <a:t>Gini(</a:t>
            </a:r>
            <a:r>
              <a:rPr lang="es-ES" dirty="0" err="1"/>
              <a:t>Overcoast</a:t>
            </a:r>
            <a:r>
              <a:rPr lang="es-ES" dirty="0"/>
              <a:t>)=1-(4/4)</a:t>
            </a:r>
            <a:r>
              <a:rPr lang="es-ES" baseline="30000" dirty="0"/>
              <a:t>2</a:t>
            </a:r>
            <a:r>
              <a:rPr lang="es-ES" dirty="0"/>
              <a:t>-(0/4)</a:t>
            </a:r>
            <a:r>
              <a:rPr lang="es-ES" baseline="30000" dirty="0"/>
              <a:t>2</a:t>
            </a:r>
            <a:r>
              <a:rPr lang="es-ES" dirty="0"/>
              <a:t>=0.00</a:t>
            </a:r>
          </a:p>
          <a:p>
            <a:r>
              <a:rPr lang="es-ES" dirty="0" err="1"/>
              <a:t>Gini</a:t>
            </a:r>
            <a:r>
              <a:rPr lang="es-ES" dirty="0"/>
              <a:t>(</a:t>
            </a:r>
            <a:r>
              <a:rPr lang="es-ES" dirty="0" err="1"/>
              <a:t>Rainy</a:t>
            </a:r>
            <a:r>
              <a:rPr lang="es-ES" dirty="0"/>
              <a:t>)=1-(2/5)</a:t>
            </a:r>
            <a:r>
              <a:rPr lang="es-ES" baseline="30000" dirty="0"/>
              <a:t>2</a:t>
            </a:r>
            <a:r>
              <a:rPr lang="es-ES" dirty="0"/>
              <a:t>-(3/5)</a:t>
            </a:r>
            <a:r>
              <a:rPr lang="es-ES" baseline="30000" dirty="0"/>
              <a:t>2</a:t>
            </a:r>
            <a:r>
              <a:rPr lang="es-ES" dirty="0"/>
              <a:t>=0.48</a:t>
            </a:r>
          </a:p>
          <a:p>
            <a:endParaRPr lang="es-ES" dirty="0"/>
          </a:p>
          <a:p>
            <a:r>
              <a:rPr lang="es-ES" dirty="0"/>
              <a:t>Gini(Outlook)=0.36*0.48+0.29*0.00+0.36*0.48=0.34</a:t>
            </a:r>
          </a:p>
          <a:p>
            <a:endParaRPr lang="es-CL" dirty="0"/>
          </a:p>
        </p:txBody>
      </p:sp>
      <p:pic>
        <p:nvPicPr>
          <p:cNvPr id="13" name="Picture 2" descr="https://cdn-images-1.medium.com/max/800/0*7ZWryjSBCxzyw7h5.png"/>
          <p:cNvPicPr>
            <a:picLocks noChangeAspect="1" noChangeArrowheads="1"/>
          </p:cNvPicPr>
          <p:nvPr/>
        </p:nvPicPr>
        <p:blipFill rotWithShape="1">
          <a:blip r:embed="rId2">
            <a:extLst>
              <a:ext uri="{28A0092B-C50C-407E-A947-70E740481C1C}">
                <a14:useLocalDpi xmlns:a14="http://schemas.microsoft.com/office/drawing/2010/main" val="0"/>
              </a:ext>
            </a:extLst>
          </a:blip>
          <a:srcRect t="27994" b="33850"/>
          <a:stretch/>
        </p:blipFill>
        <p:spPr bwMode="auto">
          <a:xfrm>
            <a:off x="1643388" y="1348435"/>
            <a:ext cx="5963019" cy="16172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861010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Ejemplo</a:t>
            </a:r>
          </a:p>
        </p:txBody>
      </p:sp>
      <p:sp>
        <p:nvSpPr>
          <p:cNvPr id="3" name="Content Placeholder 2"/>
          <p:cNvSpPr>
            <a:spLocks noGrp="1"/>
          </p:cNvSpPr>
          <p:nvPr>
            <p:ph idx="1"/>
          </p:nvPr>
        </p:nvSpPr>
        <p:spPr>
          <a:xfrm>
            <a:off x="628650" y="1191334"/>
            <a:ext cx="7886700" cy="4435920"/>
          </a:xfrm>
        </p:spPr>
        <p:txBody>
          <a:bodyPr/>
          <a:lstStyle/>
          <a:p>
            <a:pPr marL="0" indent="0">
              <a:buNone/>
            </a:pPr>
            <a:r>
              <a:rPr lang="es-ES" dirty="0"/>
              <a:t>Se selecciona el parámetro con el menor índice de </a:t>
            </a:r>
            <a:r>
              <a:rPr lang="es-ES" dirty="0" err="1"/>
              <a:t>Gini</a:t>
            </a:r>
            <a:endParaRPr lang="es-ES" dirty="0"/>
          </a:p>
        </p:txBody>
      </p:sp>
      <p:sp>
        <p:nvSpPr>
          <p:cNvPr id="4" name="Slide Number Placeholder 3"/>
          <p:cNvSpPr>
            <a:spLocks noGrp="1"/>
          </p:cNvSpPr>
          <p:nvPr>
            <p:ph type="sldNum" sz="quarter" idx="4294967295"/>
          </p:nvPr>
        </p:nvSpPr>
        <p:spPr/>
        <p:txBody>
          <a:bodyPr/>
          <a:lstStyle/>
          <a:p>
            <a:fld id="{ED3C9F24-97CD-894E-963C-61E4D5D33747}" type="slidenum">
              <a:rPr lang="es-ES_tradnl" smtClean="0"/>
              <a:t>90</a:t>
            </a:fld>
            <a:endParaRPr lang="es-ES_tradnl"/>
          </a:p>
        </p:txBody>
      </p:sp>
      <p:pic>
        <p:nvPicPr>
          <p:cNvPr id="5" name="Picture 4"/>
          <p:cNvPicPr>
            <a:picLocks noChangeAspect="1"/>
          </p:cNvPicPr>
          <p:nvPr/>
        </p:nvPicPr>
        <p:blipFill>
          <a:blip r:embed="rId2"/>
          <a:stretch>
            <a:fillRect/>
          </a:stretch>
        </p:blipFill>
        <p:spPr>
          <a:xfrm>
            <a:off x="1219416" y="1724696"/>
            <a:ext cx="6705168" cy="3902558"/>
          </a:xfrm>
          <a:prstGeom prst="rect">
            <a:avLst/>
          </a:prstGeom>
        </p:spPr>
      </p:pic>
      <p:sp>
        <p:nvSpPr>
          <p:cNvPr id="6" name="CuadroTexto 5"/>
          <p:cNvSpPr txBox="1"/>
          <p:nvPr/>
        </p:nvSpPr>
        <p:spPr>
          <a:xfrm>
            <a:off x="2304891" y="3778512"/>
            <a:ext cx="1141111" cy="215444"/>
          </a:xfrm>
          <a:prstGeom prst="rect">
            <a:avLst/>
          </a:prstGeom>
          <a:solidFill>
            <a:schemeClr val="bg1"/>
          </a:solidFill>
        </p:spPr>
        <p:txBody>
          <a:bodyPr wrap="square" tIns="0" bIns="0" rtlCol="0">
            <a:spAutoFit/>
          </a:bodyPr>
          <a:lstStyle/>
          <a:p>
            <a:r>
              <a:rPr lang="es-ES" sz="1400" b="1" dirty="0" err="1"/>
              <a:t>Gini</a:t>
            </a:r>
            <a:r>
              <a:rPr lang="es-ES" sz="1400" b="1" dirty="0"/>
              <a:t>=0.34</a:t>
            </a:r>
            <a:endParaRPr lang="es-CL" sz="1400" b="1" dirty="0"/>
          </a:p>
        </p:txBody>
      </p:sp>
      <p:sp>
        <p:nvSpPr>
          <p:cNvPr id="7" name="CuadroTexto 6"/>
          <p:cNvSpPr txBox="1"/>
          <p:nvPr/>
        </p:nvSpPr>
        <p:spPr>
          <a:xfrm>
            <a:off x="5887394" y="3791038"/>
            <a:ext cx="1141111" cy="215444"/>
          </a:xfrm>
          <a:prstGeom prst="rect">
            <a:avLst/>
          </a:prstGeom>
          <a:solidFill>
            <a:schemeClr val="bg1"/>
          </a:solidFill>
        </p:spPr>
        <p:txBody>
          <a:bodyPr wrap="square" tIns="0" bIns="0" rtlCol="0">
            <a:spAutoFit/>
          </a:bodyPr>
          <a:lstStyle/>
          <a:p>
            <a:r>
              <a:rPr lang="es-ES" sz="1400" b="1" dirty="0" err="1"/>
              <a:t>Gini</a:t>
            </a:r>
            <a:r>
              <a:rPr lang="es-ES" sz="1400" b="1" dirty="0"/>
              <a:t>=0.44</a:t>
            </a:r>
            <a:endParaRPr lang="es-CL" sz="1400" b="1" dirty="0"/>
          </a:p>
        </p:txBody>
      </p:sp>
      <p:sp>
        <p:nvSpPr>
          <p:cNvPr id="8" name="CuadroTexto 7"/>
          <p:cNvSpPr txBox="1"/>
          <p:nvPr/>
        </p:nvSpPr>
        <p:spPr>
          <a:xfrm>
            <a:off x="2306151" y="5721921"/>
            <a:ext cx="1141111" cy="215444"/>
          </a:xfrm>
          <a:prstGeom prst="rect">
            <a:avLst/>
          </a:prstGeom>
          <a:solidFill>
            <a:schemeClr val="bg1"/>
          </a:solidFill>
        </p:spPr>
        <p:txBody>
          <a:bodyPr wrap="square" tIns="0" bIns="0" rtlCol="0">
            <a:spAutoFit/>
          </a:bodyPr>
          <a:lstStyle/>
          <a:p>
            <a:r>
              <a:rPr lang="es-ES" sz="1400" b="1" dirty="0" err="1"/>
              <a:t>Gini</a:t>
            </a:r>
            <a:r>
              <a:rPr lang="es-ES" sz="1400" b="1" dirty="0"/>
              <a:t>=0.37</a:t>
            </a:r>
            <a:endParaRPr lang="es-CL" sz="1400" b="1" dirty="0"/>
          </a:p>
        </p:txBody>
      </p:sp>
      <p:sp>
        <p:nvSpPr>
          <p:cNvPr id="9" name="CuadroTexto 8"/>
          <p:cNvSpPr txBox="1"/>
          <p:nvPr/>
        </p:nvSpPr>
        <p:spPr>
          <a:xfrm>
            <a:off x="5904543" y="5723181"/>
            <a:ext cx="1141111" cy="215444"/>
          </a:xfrm>
          <a:prstGeom prst="rect">
            <a:avLst/>
          </a:prstGeom>
          <a:solidFill>
            <a:schemeClr val="bg1"/>
          </a:solidFill>
        </p:spPr>
        <p:txBody>
          <a:bodyPr wrap="square" tIns="0" bIns="0" rtlCol="0">
            <a:spAutoFit/>
          </a:bodyPr>
          <a:lstStyle/>
          <a:p>
            <a:r>
              <a:rPr lang="es-ES" sz="1400" b="1" dirty="0" err="1"/>
              <a:t>Gini</a:t>
            </a:r>
            <a:r>
              <a:rPr lang="es-ES" sz="1400" b="1" dirty="0"/>
              <a:t>=0.43</a:t>
            </a:r>
            <a:endParaRPr lang="es-CL" sz="1400" b="1" dirty="0"/>
          </a:p>
        </p:txBody>
      </p:sp>
    </p:spTree>
    <p:extLst>
      <p:ext uri="{BB962C8B-B14F-4D97-AF65-F5344CB8AC3E}">
        <p14:creationId xmlns:p14="http://schemas.microsoft.com/office/powerpoint/2010/main" val="267029387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dirty="0" err="1"/>
              <a:t>Random</a:t>
            </a:r>
            <a:r>
              <a:rPr lang="es-ES" dirty="0"/>
              <a:t> </a:t>
            </a:r>
            <a:r>
              <a:rPr lang="es-ES" dirty="0" err="1"/>
              <a:t>Forest</a:t>
            </a:r>
            <a:endParaRPr lang="es-ES" dirty="0"/>
          </a:p>
        </p:txBody>
      </p:sp>
      <p:sp>
        <p:nvSpPr>
          <p:cNvPr id="7" name="Content Placeholder 6"/>
          <p:cNvSpPr>
            <a:spLocks noGrp="1"/>
          </p:cNvSpPr>
          <p:nvPr>
            <p:ph idx="1"/>
          </p:nvPr>
        </p:nvSpPr>
        <p:spPr/>
        <p:txBody>
          <a:bodyPr/>
          <a:lstStyle/>
          <a:p>
            <a:pPr marL="0" indent="0" algn="just">
              <a:buNone/>
            </a:pPr>
            <a:r>
              <a:rPr lang="es-ES" dirty="0" err="1"/>
              <a:t>Random</a:t>
            </a:r>
            <a:r>
              <a:rPr lang="es-ES" dirty="0"/>
              <a:t> </a:t>
            </a:r>
            <a:r>
              <a:rPr lang="es-ES" dirty="0" err="1"/>
              <a:t>forest</a:t>
            </a:r>
            <a:r>
              <a:rPr lang="es-ES" dirty="0"/>
              <a:t> también conocidos en castellano como “Bosques Aleatorios” es una combinación de árboles de decisión. </a:t>
            </a:r>
          </a:p>
          <a:p>
            <a:pPr marL="0" indent="0" algn="just">
              <a:buNone/>
            </a:pPr>
            <a:r>
              <a:rPr lang="es-ES" dirty="0"/>
              <a:t>Cada árbol es entrenado con un sub-conjunto de los datos de entrenamiento.</a:t>
            </a:r>
          </a:p>
          <a:p>
            <a:pPr marL="0" indent="0" algn="just">
              <a:buNone/>
            </a:pPr>
            <a:r>
              <a:rPr lang="es-ES" dirty="0"/>
              <a:t>Además, durante la construcción del árbol, la división seleccionada ya no es la mejor división entre todos los parámetros. Sino que la división seleccionada es la mejor división entre un sub-conjunto aleatorio de los parámetros.</a:t>
            </a:r>
          </a:p>
        </p:txBody>
      </p:sp>
      <p:sp>
        <p:nvSpPr>
          <p:cNvPr id="5" name="Slide Number Placeholder 4"/>
          <p:cNvSpPr>
            <a:spLocks noGrp="1"/>
          </p:cNvSpPr>
          <p:nvPr>
            <p:ph type="sldNum" sz="quarter" idx="4294967295"/>
          </p:nvPr>
        </p:nvSpPr>
        <p:spPr/>
        <p:txBody>
          <a:bodyPr/>
          <a:lstStyle/>
          <a:p>
            <a:fld id="{ED3C9F24-97CD-894E-963C-61E4D5D33747}" type="slidenum">
              <a:rPr lang="es-ES_tradnl" smtClean="0"/>
              <a:t>91</a:t>
            </a:fld>
            <a:endParaRPr lang="es-ES_tradnl"/>
          </a:p>
        </p:txBody>
      </p:sp>
    </p:spTree>
    <p:extLst>
      <p:ext uri="{BB962C8B-B14F-4D97-AF65-F5344CB8AC3E}">
        <p14:creationId xmlns:p14="http://schemas.microsoft.com/office/powerpoint/2010/main" val="260374754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dirty="0" err="1"/>
              <a:t>Random</a:t>
            </a:r>
            <a:r>
              <a:rPr lang="es-ES" dirty="0"/>
              <a:t> </a:t>
            </a:r>
            <a:r>
              <a:rPr lang="es-ES" dirty="0" err="1"/>
              <a:t>Forest</a:t>
            </a:r>
            <a:endParaRPr lang="es-ES" dirty="0"/>
          </a:p>
        </p:txBody>
      </p:sp>
      <p:sp>
        <p:nvSpPr>
          <p:cNvPr id="7" name="Content Placeholder 6"/>
          <p:cNvSpPr>
            <a:spLocks noGrp="1"/>
          </p:cNvSpPr>
          <p:nvPr>
            <p:ph idx="1"/>
          </p:nvPr>
        </p:nvSpPr>
        <p:spPr/>
        <p:txBody>
          <a:bodyPr/>
          <a:lstStyle/>
          <a:p>
            <a:pPr marL="0" indent="0" algn="just">
              <a:buNone/>
            </a:pPr>
            <a:r>
              <a:rPr lang="es-ES" dirty="0"/>
              <a:t>Como resultado cada árbol de decisión es ligeramente diferente al resto.</a:t>
            </a:r>
          </a:p>
          <a:p>
            <a:pPr marL="0" indent="0" algn="just">
              <a:buNone/>
            </a:pPr>
            <a:r>
              <a:rPr lang="es-ES" dirty="0"/>
              <a:t>Para la predicción de un nuevo dato, este es clasificado por cada árbol de decisión. La clase que se repita más veces es la predicción del bosque.</a:t>
            </a:r>
          </a:p>
        </p:txBody>
      </p:sp>
      <p:sp>
        <p:nvSpPr>
          <p:cNvPr id="5" name="Slide Number Placeholder 4"/>
          <p:cNvSpPr>
            <a:spLocks noGrp="1"/>
          </p:cNvSpPr>
          <p:nvPr>
            <p:ph type="sldNum" sz="quarter" idx="4294967295"/>
          </p:nvPr>
        </p:nvSpPr>
        <p:spPr/>
        <p:txBody>
          <a:bodyPr/>
          <a:lstStyle/>
          <a:p>
            <a:fld id="{ED3C9F24-97CD-894E-963C-61E4D5D33747}" type="slidenum">
              <a:rPr lang="es-ES_tradnl" smtClean="0"/>
              <a:t>92</a:t>
            </a:fld>
            <a:endParaRPr lang="es-ES_tradnl"/>
          </a:p>
        </p:txBody>
      </p:sp>
    </p:spTree>
    <p:extLst>
      <p:ext uri="{BB962C8B-B14F-4D97-AF65-F5344CB8AC3E}">
        <p14:creationId xmlns:p14="http://schemas.microsoft.com/office/powerpoint/2010/main" val="148947806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Maquinas de vectores de soporte</a:t>
            </a:r>
            <a:endParaRPr lang="en-US" dirty="0"/>
          </a:p>
        </p:txBody>
      </p:sp>
      <p:cxnSp>
        <p:nvCxnSpPr>
          <p:cNvPr id="5" name="Conector recto 4"/>
          <p:cNvCxnSpPr/>
          <p:nvPr/>
        </p:nvCxnSpPr>
        <p:spPr>
          <a:xfrm>
            <a:off x="2137719" y="2239297"/>
            <a:ext cx="4942703" cy="0"/>
          </a:xfrm>
          <a:prstGeom prst="line">
            <a:avLst/>
          </a:prstGeom>
          <a:ln w="38100">
            <a:headEnd type="oval"/>
            <a:tailEnd type="oval"/>
          </a:ln>
        </p:spPr>
        <p:style>
          <a:lnRef idx="1">
            <a:schemeClr val="accent1"/>
          </a:lnRef>
          <a:fillRef idx="0">
            <a:schemeClr val="accent1"/>
          </a:fillRef>
          <a:effectRef idx="0">
            <a:schemeClr val="accent1"/>
          </a:effectRef>
          <a:fontRef idx="minor">
            <a:schemeClr val="tx1"/>
          </a:fontRef>
        </p:style>
      </p:cxnSp>
      <p:sp>
        <p:nvSpPr>
          <p:cNvPr id="6" name="CuadroTexto 5"/>
          <p:cNvSpPr txBox="1"/>
          <p:nvPr/>
        </p:nvSpPr>
        <p:spPr>
          <a:xfrm>
            <a:off x="951470" y="1793100"/>
            <a:ext cx="1077090" cy="369332"/>
          </a:xfrm>
          <a:prstGeom prst="rect">
            <a:avLst/>
          </a:prstGeom>
          <a:noFill/>
        </p:spPr>
        <p:txBody>
          <a:bodyPr wrap="none" rtlCol="0">
            <a:spAutoFit/>
          </a:bodyPr>
          <a:lstStyle/>
          <a:p>
            <a:r>
              <a:rPr lang="es-CL" dirty="0"/>
              <a:t>Masa (gr)</a:t>
            </a:r>
            <a:endParaRPr lang="en-US" dirty="0"/>
          </a:p>
        </p:txBody>
      </p:sp>
      <p:sp>
        <p:nvSpPr>
          <p:cNvPr id="7" name="Elipse 6"/>
          <p:cNvSpPr/>
          <p:nvPr/>
        </p:nvSpPr>
        <p:spPr>
          <a:xfrm>
            <a:off x="2421924" y="2149297"/>
            <a:ext cx="180000" cy="180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Elipse 7"/>
          <p:cNvSpPr/>
          <p:nvPr/>
        </p:nvSpPr>
        <p:spPr>
          <a:xfrm>
            <a:off x="2706129" y="2149297"/>
            <a:ext cx="180000" cy="180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Elipse 8"/>
          <p:cNvSpPr/>
          <p:nvPr/>
        </p:nvSpPr>
        <p:spPr>
          <a:xfrm>
            <a:off x="2900334" y="2149297"/>
            <a:ext cx="180000" cy="180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Elipse 9"/>
          <p:cNvSpPr/>
          <p:nvPr/>
        </p:nvSpPr>
        <p:spPr>
          <a:xfrm>
            <a:off x="3414585" y="2149297"/>
            <a:ext cx="180000" cy="180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Elipse 10"/>
          <p:cNvSpPr/>
          <p:nvPr/>
        </p:nvSpPr>
        <p:spPr>
          <a:xfrm>
            <a:off x="3641832" y="2149297"/>
            <a:ext cx="180000" cy="180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Elipse 11"/>
          <p:cNvSpPr/>
          <p:nvPr/>
        </p:nvSpPr>
        <p:spPr>
          <a:xfrm>
            <a:off x="3092171" y="2149297"/>
            <a:ext cx="180000" cy="180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Elipse 12"/>
          <p:cNvSpPr/>
          <p:nvPr/>
        </p:nvSpPr>
        <p:spPr>
          <a:xfrm>
            <a:off x="5182339" y="2162432"/>
            <a:ext cx="180000" cy="18000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Elipse 13"/>
          <p:cNvSpPr/>
          <p:nvPr/>
        </p:nvSpPr>
        <p:spPr>
          <a:xfrm>
            <a:off x="5417116" y="2162432"/>
            <a:ext cx="180000" cy="18000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Elipse 14"/>
          <p:cNvSpPr/>
          <p:nvPr/>
        </p:nvSpPr>
        <p:spPr>
          <a:xfrm>
            <a:off x="5710177" y="2162432"/>
            <a:ext cx="180000" cy="18000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Elipse 15"/>
          <p:cNvSpPr/>
          <p:nvPr/>
        </p:nvSpPr>
        <p:spPr>
          <a:xfrm>
            <a:off x="6224428" y="2162432"/>
            <a:ext cx="180000" cy="18000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Elipse 16"/>
          <p:cNvSpPr/>
          <p:nvPr/>
        </p:nvSpPr>
        <p:spPr>
          <a:xfrm>
            <a:off x="6624673" y="2162432"/>
            <a:ext cx="180000" cy="18000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Elipse 17"/>
          <p:cNvSpPr/>
          <p:nvPr/>
        </p:nvSpPr>
        <p:spPr>
          <a:xfrm>
            <a:off x="6025584" y="2162432"/>
            <a:ext cx="180000" cy="18000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uadroTexto 18"/>
          <p:cNvSpPr txBox="1"/>
          <p:nvPr/>
        </p:nvSpPr>
        <p:spPr>
          <a:xfrm>
            <a:off x="2345716" y="1605431"/>
            <a:ext cx="1492909" cy="369332"/>
          </a:xfrm>
          <a:prstGeom prst="rect">
            <a:avLst/>
          </a:prstGeom>
          <a:noFill/>
        </p:spPr>
        <p:txBody>
          <a:bodyPr wrap="none" rtlCol="0">
            <a:spAutoFit/>
          </a:bodyPr>
          <a:lstStyle/>
          <a:p>
            <a:r>
              <a:rPr lang="es-CL" dirty="0"/>
              <a:t>Sin sobrepeso</a:t>
            </a:r>
            <a:endParaRPr lang="en-US" dirty="0"/>
          </a:p>
        </p:txBody>
      </p:sp>
      <p:sp>
        <p:nvSpPr>
          <p:cNvPr id="26" name="CuadroTexto 25"/>
          <p:cNvSpPr txBox="1"/>
          <p:nvPr/>
        </p:nvSpPr>
        <p:spPr>
          <a:xfrm>
            <a:off x="5172303" y="1605431"/>
            <a:ext cx="1632370" cy="369332"/>
          </a:xfrm>
          <a:prstGeom prst="rect">
            <a:avLst/>
          </a:prstGeom>
          <a:noFill/>
        </p:spPr>
        <p:txBody>
          <a:bodyPr wrap="none" rtlCol="0">
            <a:spAutoFit/>
          </a:bodyPr>
          <a:lstStyle/>
          <a:p>
            <a:r>
              <a:rPr lang="es-CL" dirty="0"/>
              <a:t> Con sobrepeso</a:t>
            </a:r>
            <a:endParaRPr lang="en-US" dirty="0"/>
          </a:p>
        </p:txBody>
      </p:sp>
      <p:cxnSp>
        <p:nvCxnSpPr>
          <p:cNvPr id="30" name="Conector recto 29"/>
          <p:cNvCxnSpPr/>
          <p:nvPr/>
        </p:nvCxnSpPr>
        <p:spPr>
          <a:xfrm flipH="1">
            <a:off x="4473146" y="2048905"/>
            <a:ext cx="0" cy="367669"/>
          </a:xfrm>
          <a:prstGeom prst="line">
            <a:avLst/>
          </a:prstGeom>
          <a:ln w="38100">
            <a:solidFill>
              <a:schemeClr val="accent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Conector recto 31"/>
          <p:cNvCxnSpPr/>
          <p:nvPr/>
        </p:nvCxnSpPr>
        <p:spPr>
          <a:xfrm>
            <a:off x="3838625" y="2545492"/>
            <a:ext cx="634521" cy="0"/>
          </a:xfrm>
          <a:prstGeom prst="line">
            <a:avLst/>
          </a:prstGeom>
          <a:ln w="38100">
            <a:solidFill>
              <a:srgbClr val="FF0000"/>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33" name="Conector recto 32"/>
          <p:cNvCxnSpPr/>
          <p:nvPr/>
        </p:nvCxnSpPr>
        <p:spPr>
          <a:xfrm>
            <a:off x="4473146" y="2549611"/>
            <a:ext cx="634521" cy="0"/>
          </a:xfrm>
          <a:prstGeom prst="line">
            <a:avLst/>
          </a:prstGeom>
          <a:ln w="38100">
            <a:solidFill>
              <a:schemeClr val="accent6"/>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35" name="CuadroTexto 34"/>
          <p:cNvSpPr txBox="1"/>
          <p:nvPr/>
        </p:nvSpPr>
        <p:spPr>
          <a:xfrm>
            <a:off x="2900334" y="3286897"/>
            <a:ext cx="3125250" cy="1754326"/>
          </a:xfrm>
          <a:prstGeom prst="rect">
            <a:avLst/>
          </a:prstGeom>
          <a:noFill/>
        </p:spPr>
        <p:txBody>
          <a:bodyPr wrap="square" rtlCol="0">
            <a:spAutoFit/>
          </a:bodyPr>
          <a:lstStyle/>
          <a:p>
            <a:pPr algn="just"/>
            <a:r>
              <a:rPr lang="es-CL" dirty="0"/>
              <a:t>La menor distancia entre el límite y las observaciones se denomina el margen.</a:t>
            </a:r>
          </a:p>
          <a:p>
            <a:pPr algn="just"/>
            <a:endParaRPr lang="es-CL" dirty="0"/>
          </a:p>
          <a:p>
            <a:pPr algn="just"/>
            <a:r>
              <a:rPr lang="es-CL" dirty="0"/>
              <a:t>El margen se maximiza en el punto medio.</a:t>
            </a:r>
          </a:p>
        </p:txBody>
      </p:sp>
      <p:cxnSp>
        <p:nvCxnSpPr>
          <p:cNvPr id="37" name="Conector recto de flecha 36"/>
          <p:cNvCxnSpPr>
            <a:stCxn id="35" idx="0"/>
          </p:cNvCxnSpPr>
          <p:nvPr/>
        </p:nvCxnSpPr>
        <p:spPr>
          <a:xfrm flipH="1" flipV="1">
            <a:off x="4127157" y="2706131"/>
            <a:ext cx="335802" cy="580766"/>
          </a:xfrm>
          <a:prstGeom prst="straightConnector1">
            <a:avLst/>
          </a:prstGeom>
          <a:ln w="38100">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39" name="Conector recto de flecha 38"/>
          <p:cNvCxnSpPr>
            <a:stCxn id="35" idx="0"/>
          </p:cNvCxnSpPr>
          <p:nvPr/>
        </p:nvCxnSpPr>
        <p:spPr>
          <a:xfrm flipV="1">
            <a:off x="4462959" y="2706131"/>
            <a:ext cx="368533" cy="580766"/>
          </a:xfrm>
          <a:prstGeom prst="straightConnector1">
            <a:avLst/>
          </a:prstGeom>
          <a:ln w="38100">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42" name="Conector recto de flecha 41"/>
          <p:cNvCxnSpPr/>
          <p:nvPr/>
        </p:nvCxnSpPr>
        <p:spPr>
          <a:xfrm flipH="1">
            <a:off x="4473146" y="1507524"/>
            <a:ext cx="271849" cy="467239"/>
          </a:xfrm>
          <a:prstGeom prst="straightConnector1">
            <a:avLst/>
          </a:prstGeom>
          <a:ln w="38100">
            <a:solidFill>
              <a:schemeClr val="accent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3" name="CuadroTexto 42"/>
          <p:cNvSpPr txBox="1"/>
          <p:nvPr/>
        </p:nvSpPr>
        <p:spPr>
          <a:xfrm>
            <a:off x="4726440" y="1173706"/>
            <a:ext cx="762453" cy="369332"/>
          </a:xfrm>
          <a:prstGeom prst="rect">
            <a:avLst/>
          </a:prstGeom>
          <a:noFill/>
        </p:spPr>
        <p:txBody>
          <a:bodyPr wrap="none" rtlCol="0">
            <a:spAutoFit/>
          </a:bodyPr>
          <a:lstStyle/>
          <a:p>
            <a:r>
              <a:rPr lang="es-CL" dirty="0"/>
              <a:t>Límite</a:t>
            </a:r>
            <a:endParaRPr lang="en-US" dirty="0"/>
          </a:p>
        </p:txBody>
      </p:sp>
    </p:spTree>
    <p:extLst>
      <p:ext uri="{BB962C8B-B14F-4D97-AF65-F5344CB8AC3E}">
        <p14:creationId xmlns:p14="http://schemas.microsoft.com/office/powerpoint/2010/main" val="58146509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Maquinas de vectores de soporte</a:t>
            </a:r>
            <a:endParaRPr lang="en-US" dirty="0"/>
          </a:p>
        </p:txBody>
      </p:sp>
      <p:cxnSp>
        <p:nvCxnSpPr>
          <p:cNvPr id="5" name="Conector recto 4"/>
          <p:cNvCxnSpPr/>
          <p:nvPr/>
        </p:nvCxnSpPr>
        <p:spPr>
          <a:xfrm>
            <a:off x="2137719" y="2239297"/>
            <a:ext cx="4942703" cy="0"/>
          </a:xfrm>
          <a:prstGeom prst="line">
            <a:avLst/>
          </a:prstGeom>
          <a:ln w="38100">
            <a:headEnd type="oval"/>
            <a:tailEnd type="oval"/>
          </a:ln>
        </p:spPr>
        <p:style>
          <a:lnRef idx="1">
            <a:schemeClr val="accent1"/>
          </a:lnRef>
          <a:fillRef idx="0">
            <a:schemeClr val="accent1"/>
          </a:fillRef>
          <a:effectRef idx="0">
            <a:schemeClr val="accent1"/>
          </a:effectRef>
          <a:fontRef idx="minor">
            <a:schemeClr val="tx1"/>
          </a:fontRef>
        </p:style>
      </p:cxnSp>
      <p:sp>
        <p:nvSpPr>
          <p:cNvPr id="6" name="CuadroTexto 5"/>
          <p:cNvSpPr txBox="1"/>
          <p:nvPr/>
        </p:nvSpPr>
        <p:spPr>
          <a:xfrm>
            <a:off x="951470" y="1793100"/>
            <a:ext cx="1077090" cy="369332"/>
          </a:xfrm>
          <a:prstGeom prst="rect">
            <a:avLst/>
          </a:prstGeom>
          <a:noFill/>
        </p:spPr>
        <p:txBody>
          <a:bodyPr wrap="none" rtlCol="0">
            <a:spAutoFit/>
          </a:bodyPr>
          <a:lstStyle/>
          <a:p>
            <a:r>
              <a:rPr lang="es-CL" dirty="0"/>
              <a:t>Masa (gr)</a:t>
            </a:r>
            <a:endParaRPr lang="en-US" dirty="0"/>
          </a:p>
        </p:txBody>
      </p:sp>
      <p:sp>
        <p:nvSpPr>
          <p:cNvPr id="7" name="Elipse 6"/>
          <p:cNvSpPr/>
          <p:nvPr/>
        </p:nvSpPr>
        <p:spPr>
          <a:xfrm>
            <a:off x="2421924" y="2149297"/>
            <a:ext cx="180000" cy="180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Elipse 7"/>
          <p:cNvSpPr/>
          <p:nvPr/>
        </p:nvSpPr>
        <p:spPr>
          <a:xfrm>
            <a:off x="2706129" y="2149297"/>
            <a:ext cx="180000" cy="180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Elipse 8"/>
          <p:cNvSpPr/>
          <p:nvPr/>
        </p:nvSpPr>
        <p:spPr>
          <a:xfrm>
            <a:off x="2900334" y="2149297"/>
            <a:ext cx="180000" cy="180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Elipse 9"/>
          <p:cNvSpPr/>
          <p:nvPr/>
        </p:nvSpPr>
        <p:spPr>
          <a:xfrm>
            <a:off x="3414585" y="2149297"/>
            <a:ext cx="180000" cy="180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Elipse 10"/>
          <p:cNvSpPr/>
          <p:nvPr/>
        </p:nvSpPr>
        <p:spPr>
          <a:xfrm>
            <a:off x="3641832" y="2149297"/>
            <a:ext cx="180000" cy="180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Elipse 11"/>
          <p:cNvSpPr/>
          <p:nvPr/>
        </p:nvSpPr>
        <p:spPr>
          <a:xfrm>
            <a:off x="3092171" y="2149297"/>
            <a:ext cx="180000" cy="180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Elipse 12"/>
          <p:cNvSpPr/>
          <p:nvPr/>
        </p:nvSpPr>
        <p:spPr>
          <a:xfrm>
            <a:off x="5182339" y="2162432"/>
            <a:ext cx="180000" cy="18000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Elipse 13"/>
          <p:cNvSpPr/>
          <p:nvPr/>
        </p:nvSpPr>
        <p:spPr>
          <a:xfrm>
            <a:off x="5417116" y="2162432"/>
            <a:ext cx="180000" cy="18000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Elipse 14"/>
          <p:cNvSpPr/>
          <p:nvPr/>
        </p:nvSpPr>
        <p:spPr>
          <a:xfrm>
            <a:off x="5710177" y="2162432"/>
            <a:ext cx="180000" cy="18000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Elipse 15"/>
          <p:cNvSpPr/>
          <p:nvPr/>
        </p:nvSpPr>
        <p:spPr>
          <a:xfrm>
            <a:off x="6224428" y="2162432"/>
            <a:ext cx="180000" cy="18000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Elipse 16"/>
          <p:cNvSpPr/>
          <p:nvPr/>
        </p:nvSpPr>
        <p:spPr>
          <a:xfrm>
            <a:off x="6624673" y="2162432"/>
            <a:ext cx="180000" cy="18000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Elipse 17"/>
          <p:cNvSpPr/>
          <p:nvPr/>
        </p:nvSpPr>
        <p:spPr>
          <a:xfrm>
            <a:off x="6025584" y="2162432"/>
            <a:ext cx="180000" cy="18000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uadroTexto 18"/>
          <p:cNvSpPr txBox="1"/>
          <p:nvPr/>
        </p:nvSpPr>
        <p:spPr>
          <a:xfrm>
            <a:off x="2345716" y="1605431"/>
            <a:ext cx="1492909" cy="369332"/>
          </a:xfrm>
          <a:prstGeom prst="rect">
            <a:avLst/>
          </a:prstGeom>
          <a:noFill/>
        </p:spPr>
        <p:txBody>
          <a:bodyPr wrap="none" rtlCol="0">
            <a:spAutoFit/>
          </a:bodyPr>
          <a:lstStyle/>
          <a:p>
            <a:r>
              <a:rPr lang="es-CL" dirty="0"/>
              <a:t>Sin sobrepeso</a:t>
            </a:r>
            <a:endParaRPr lang="en-US" dirty="0"/>
          </a:p>
        </p:txBody>
      </p:sp>
      <p:sp>
        <p:nvSpPr>
          <p:cNvPr id="26" name="CuadroTexto 25"/>
          <p:cNvSpPr txBox="1"/>
          <p:nvPr/>
        </p:nvSpPr>
        <p:spPr>
          <a:xfrm>
            <a:off x="5172303" y="1605431"/>
            <a:ext cx="1632370" cy="369332"/>
          </a:xfrm>
          <a:prstGeom prst="rect">
            <a:avLst/>
          </a:prstGeom>
          <a:noFill/>
        </p:spPr>
        <p:txBody>
          <a:bodyPr wrap="none" rtlCol="0">
            <a:spAutoFit/>
          </a:bodyPr>
          <a:lstStyle/>
          <a:p>
            <a:r>
              <a:rPr lang="es-CL" dirty="0"/>
              <a:t> Con sobrepeso</a:t>
            </a:r>
            <a:endParaRPr lang="en-US" dirty="0"/>
          </a:p>
        </p:txBody>
      </p:sp>
      <p:cxnSp>
        <p:nvCxnSpPr>
          <p:cNvPr id="30" name="Conector recto 29"/>
          <p:cNvCxnSpPr/>
          <p:nvPr/>
        </p:nvCxnSpPr>
        <p:spPr>
          <a:xfrm flipH="1">
            <a:off x="5107667" y="2055462"/>
            <a:ext cx="0" cy="367669"/>
          </a:xfrm>
          <a:prstGeom prst="line">
            <a:avLst/>
          </a:prstGeom>
          <a:ln w="38100">
            <a:solidFill>
              <a:schemeClr val="accent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5" name="CuadroTexto 34"/>
          <p:cNvSpPr txBox="1"/>
          <p:nvPr/>
        </p:nvSpPr>
        <p:spPr>
          <a:xfrm>
            <a:off x="3009375" y="2826451"/>
            <a:ext cx="3125250" cy="923330"/>
          </a:xfrm>
          <a:prstGeom prst="rect">
            <a:avLst/>
          </a:prstGeom>
          <a:noFill/>
        </p:spPr>
        <p:txBody>
          <a:bodyPr wrap="square" rtlCol="0">
            <a:spAutoFit/>
          </a:bodyPr>
          <a:lstStyle/>
          <a:p>
            <a:pPr algn="just"/>
            <a:r>
              <a:rPr lang="es-CL" dirty="0"/>
              <a:t>Este método es muy sensible a los valores atípicos en los datos de entrenamiento.</a:t>
            </a:r>
          </a:p>
        </p:txBody>
      </p:sp>
      <p:sp>
        <p:nvSpPr>
          <p:cNvPr id="28" name="Elipse 27"/>
          <p:cNvSpPr/>
          <p:nvPr/>
        </p:nvSpPr>
        <p:spPr>
          <a:xfrm>
            <a:off x="4821662" y="2164947"/>
            <a:ext cx="180000" cy="180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106495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Maquinas de vectores de soporte</a:t>
            </a:r>
            <a:endParaRPr lang="en-US" dirty="0"/>
          </a:p>
        </p:txBody>
      </p:sp>
      <p:cxnSp>
        <p:nvCxnSpPr>
          <p:cNvPr id="5" name="Conector recto 4"/>
          <p:cNvCxnSpPr/>
          <p:nvPr/>
        </p:nvCxnSpPr>
        <p:spPr>
          <a:xfrm>
            <a:off x="2137719" y="2239297"/>
            <a:ext cx="4942703" cy="0"/>
          </a:xfrm>
          <a:prstGeom prst="line">
            <a:avLst/>
          </a:prstGeom>
          <a:ln w="38100">
            <a:headEnd type="oval"/>
            <a:tailEnd type="oval"/>
          </a:ln>
        </p:spPr>
        <p:style>
          <a:lnRef idx="1">
            <a:schemeClr val="accent1"/>
          </a:lnRef>
          <a:fillRef idx="0">
            <a:schemeClr val="accent1"/>
          </a:fillRef>
          <a:effectRef idx="0">
            <a:schemeClr val="accent1"/>
          </a:effectRef>
          <a:fontRef idx="minor">
            <a:schemeClr val="tx1"/>
          </a:fontRef>
        </p:style>
      </p:cxnSp>
      <p:sp>
        <p:nvSpPr>
          <p:cNvPr id="6" name="CuadroTexto 5"/>
          <p:cNvSpPr txBox="1"/>
          <p:nvPr/>
        </p:nvSpPr>
        <p:spPr>
          <a:xfrm>
            <a:off x="951470" y="1793100"/>
            <a:ext cx="1077090" cy="369332"/>
          </a:xfrm>
          <a:prstGeom prst="rect">
            <a:avLst/>
          </a:prstGeom>
          <a:noFill/>
        </p:spPr>
        <p:txBody>
          <a:bodyPr wrap="none" rtlCol="0">
            <a:spAutoFit/>
          </a:bodyPr>
          <a:lstStyle/>
          <a:p>
            <a:r>
              <a:rPr lang="es-CL" dirty="0"/>
              <a:t>Masa (gr)</a:t>
            </a:r>
            <a:endParaRPr lang="en-US" dirty="0"/>
          </a:p>
        </p:txBody>
      </p:sp>
      <p:sp>
        <p:nvSpPr>
          <p:cNvPr id="7" name="Elipse 6"/>
          <p:cNvSpPr/>
          <p:nvPr/>
        </p:nvSpPr>
        <p:spPr>
          <a:xfrm>
            <a:off x="2421924" y="2149297"/>
            <a:ext cx="180000" cy="180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Elipse 7"/>
          <p:cNvSpPr/>
          <p:nvPr/>
        </p:nvSpPr>
        <p:spPr>
          <a:xfrm>
            <a:off x="2706129" y="2149297"/>
            <a:ext cx="180000" cy="180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Elipse 8"/>
          <p:cNvSpPr/>
          <p:nvPr/>
        </p:nvSpPr>
        <p:spPr>
          <a:xfrm>
            <a:off x="2900334" y="2149297"/>
            <a:ext cx="180000" cy="180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Elipse 9"/>
          <p:cNvSpPr/>
          <p:nvPr/>
        </p:nvSpPr>
        <p:spPr>
          <a:xfrm>
            <a:off x="3414585" y="2149297"/>
            <a:ext cx="180000" cy="180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Elipse 10"/>
          <p:cNvSpPr/>
          <p:nvPr/>
        </p:nvSpPr>
        <p:spPr>
          <a:xfrm>
            <a:off x="3641832" y="2149297"/>
            <a:ext cx="180000" cy="180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Elipse 11"/>
          <p:cNvSpPr/>
          <p:nvPr/>
        </p:nvSpPr>
        <p:spPr>
          <a:xfrm>
            <a:off x="3092171" y="2149297"/>
            <a:ext cx="180000" cy="180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Elipse 12"/>
          <p:cNvSpPr/>
          <p:nvPr/>
        </p:nvSpPr>
        <p:spPr>
          <a:xfrm>
            <a:off x="5182339" y="2162432"/>
            <a:ext cx="180000" cy="18000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Elipse 13"/>
          <p:cNvSpPr/>
          <p:nvPr/>
        </p:nvSpPr>
        <p:spPr>
          <a:xfrm>
            <a:off x="5417116" y="2162432"/>
            <a:ext cx="180000" cy="18000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Elipse 14"/>
          <p:cNvSpPr/>
          <p:nvPr/>
        </p:nvSpPr>
        <p:spPr>
          <a:xfrm>
            <a:off x="5710177" y="2162432"/>
            <a:ext cx="180000" cy="18000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Elipse 15"/>
          <p:cNvSpPr/>
          <p:nvPr/>
        </p:nvSpPr>
        <p:spPr>
          <a:xfrm>
            <a:off x="6224428" y="2162432"/>
            <a:ext cx="180000" cy="18000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Elipse 16"/>
          <p:cNvSpPr/>
          <p:nvPr/>
        </p:nvSpPr>
        <p:spPr>
          <a:xfrm>
            <a:off x="6624673" y="2162432"/>
            <a:ext cx="180000" cy="18000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Elipse 17"/>
          <p:cNvSpPr/>
          <p:nvPr/>
        </p:nvSpPr>
        <p:spPr>
          <a:xfrm>
            <a:off x="6025584" y="2162432"/>
            <a:ext cx="180000" cy="18000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uadroTexto 18"/>
          <p:cNvSpPr txBox="1"/>
          <p:nvPr/>
        </p:nvSpPr>
        <p:spPr>
          <a:xfrm>
            <a:off x="2345716" y="1605431"/>
            <a:ext cx="1492909" cy="369332"/>
          </a:xfrm>
          <a:prstGeom prst="rect">
            <a:avLst/>
          </a:prstGeom>
          <a:noFill/>
        </p:spPr>
        <p:txBody>
          <a:bodyPr wrap="none" rtlCol="0">
            <a:spAutoFit/>
          </a:bodyPr>
          <a:lstStyle/>
          <a:p>
            <a:r>
              <a:rPr lang="es-CL" dirty="0"/>
              <a:t>Sin sobrepeso</a:t>
            </a:r>
            <a:endParaRPr lang="en-US" dirty="0"/>
          </a:p>
        </p:txBody>
      </p:sp>
      <p:sp>
        <p:nvSpPr>
          <p:cNvPr id="26" name="CuadroTexto 25"/>
          <p:cNvSpPr txBox="1"/>
          <p:nvPr/>
        </p:nvSpPr>
        <p:spPr>
          <a:xfrm>
            <a:off x="5172303" y="1605431"/>
            <a:ext cx="1632370" cy="369332"/>
          </a:xfrm>
          <a:prstGeom prst="rect">
            <a:avLst/>
          </a:prstGeom>
          <a:noFill/>
        </p:spPr>
        <p:txBody>
          <a:bodyPr wrap="none" rtlCol="0">
            <a:spAutoFit/>
          </a:bodyPr>
          <a:lstStyle/>
          <a:p>
            <a:r>
              <a:rPr lang="es-CL" dirty="0"/>
              <a:t> Con sobrepeso</a:t>
            </a:r>
            <a:endParaRPr lang="en-US" dirty="0"/>
          </a:p>
        </p:txBody>
      </p:sp>
      <p:sp>
        <p:nvSpPr>
          <p:cNvPr id="35" name="CuadroTexto 34"/>
          <p:cNvSpPr txBox="1"/>
          <p:nvPr/>
        </p:nvSpPr>
        <p:spPr>
          <a:xfrm>
            <a:off x="3009375" y="2826451"/>
            <a:ext cx="3125250" cy="1477328"/>
          </a:xfrm>
          <a:prstGeom prst="rect">
            <a:avLst/>
          </a:prstGeom>
          <a:noFill/>
        </p:spPr>
        <p:txBody>
          <a:bodyPr wrap="square" rtlCol="0">
            <a:spAutoFit/>
          </a:bodyPr>
          <a:lstStyle/>
          <a:p>
            <a:pPr algn="just"/>
            <a:r>
              <a:rPr lang="es-CL" dirty="0"/>
              <a:t>Para definir un margen que no sea tan sensible a los valores atípicos debemos permitir clasificaciones erróneas en el entrenamiento.</a:t>
            </a:r>
          </a:p>
        </p:txBody>
      </p:sp>
      <p:sp>
        <p:nvSpPr>
          <p:cNvPr id="28" name="Elipse 27"/>
          <p:cNvSpPr/>
          <p:nvPr/>
        </p:nvSpPr>
        <p:spPr>
          <a:xfrm>
            <a:off x="4821662" y="2164947"/>
            <a:ext cx="180000" cy="180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Conector recto 21"/>
          <p:cNvCxnSpPr/>
          <p:nvPr/>
        </p:nvCxnSpPr>
        <p:spPr>
          <a:xfrm flipH="1">
            <a:off x="4473146" y="2048905"/>
            <a:ext cx="0" cy="367669"/>
          </a:xfrm>
          <a:prstGeom prst="line">
            <a:avLst/>
          </a:prstGeom>
          <a:ln w="38100">
            <a:solidFill>
              <a:schemeClr val="accent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Conector recto 22"/>
          <p:cNvCxnSpPr/>
          <p:nvPr/>
        </p:nvCxnSpPr>
        <p:spPr>
          <a:xfrm>
            <a:off x="3838625" y="2545492"/>
            <a:ext cx="634521" cy="0"/>
          </a:xfrm>
          <a:prstGeom prst="line">
            <a:avLst/>
          </a:prstGeom>
          <a:ln w="38100">
            <a:solidFill>
              <a:srgbClr val="FF0000"/>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24" name="Conector recto 23"/>
          <p:cNvCxnSpPr/>
          <p:nvPr/>
        </p:nvCxnSpPr>
        <p:spPr>
          <a:xfrm>
            <a:off x="4473146" y="2549611"/>
            <a:ext cx="634521" cy="0"/>
          </a:xfrm>
          <a:prstGeom prst="line">
            <a:avLst/>
          </a:prstGeom>
          <a:ln w="38100">
            <a:solidFill>
              <a:schemeClr val="accent6"/>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450100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L" dirty="0"/>
              <a:t>Maquinas de vectores de soporte</a:t>
            </a:r>
            <a:endParaRPr lang="es-CL" sz="3200" dirty="0"/>
          </a:p>
        </p:txBody>
      </p:sp>
      <p:sp>
        <p:nvSpPr>
          <p:cNvPr id="3" name="2 Marcador de contenido"/>
          <p:cNvSpPr>
            <a:spLocks noGrp="1"/>
          </p:cNvSpPr>
          <p:nvPr>
            <p:ph idx="1"/>
          </p:nvPr>
        </p:nvSpPr>
        <p:spPr/>
        <p:txBody>
          <a:bodyPr>
            <a:normAutofit/>
          </a:bodyPr>
          <a:lstStyle/>
          <a:p>
            <a:pPr marL="0" indent="0">
              <a:buNone/>
            </a:pPr>
            <a:r>
              <a:rPr lang="es-CL" sz="2400" dirty="0"/>
              <a:t>La clasificación binaria se puede ver como la tarea de separar clases en un espacio de parámetros:</a:t>
            </a:r>
          </a:p>
        </p:txBody>
      </p:sp>
      <p:sp>
        <p:nvSpPr>
          <p:cNvPr id="4" name="3 Marcador de número de diapositiva"/>
          <p:cNvSpPr>
            <a:spLocks noGrp="1"/>
          </p:cNvSpPr>
          <p:nvPr>
            <p:ph type="sldNum" sz="quarter" idx="4294967295"/>
          </p:nvPr>
        </p:nvSpPr>
        <p:spPr/>
        <p:txBody>
          <a:bodyPr/>
          <a:lstStyle/>
          <a:p>
            <a:fld id="{ED3C9F24-97CD-894E-963C-61E4D5D33747}" type="slidenum">
              <a:rPr lang="es-ES_tradnl" smtClean="0"/>
              <a:t>96</a:t>
            </a:fld>
            <a:endParaRPr lang="es-ES_tradnl"/>
          </a:p>
        </p:txBody>
      </p:sp>
      <p:sp>
        <p:nvSpPr>
          <p:cNvPr id="5" name="Line 4"/>
          <p:cNvSpPr>
            <a:spLocks noChangeShapeType="1"/>
          </p:cNvSpPr>
          <p:nvPr/>
        </p:nvSpPr>
        <p:spPr bwMode="auto">
          <a:xfrm flipV="1">
            <a:off x="1193755" y="2570079"/>
            <a:ext cx="0" cy="30416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6" name="Line 5"/>
          <p:cNvSpPr>
            <a:spLocks noChangeShapeType="1"/>
          </p:cNvSpPr>
          <p:nvPr/>
        </p:nvSpPr>
        <p:spPr bwMode="auto">
          <a:xfrm flipV="1">
            <a:off x="1058817" y="5495842"/>
            <a:ext cx="408146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7" name="AutoShape 6"/>
          <p:cNvSpPr>
            <a:spLocks noChangeArrowheads="1"/>
          </p:cNvSpPr>
          <p:nvPr/>
        </p:nvSpPr>
        <p:spPr bwMode="auto">
          <a:xfrm>
            <a:off x="2233567" y="3325729"/>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8" name="AutoShape 7"/>
          <p:cNvSpPr>
            <a:spLocks noChangeArrowheads="1"/>
          </p:cNvSpPr>
          <p:nvPr/>
        </p:nvSpPr>
        <p:spPr bwMode="auto">
          <a:xfrm>
            <a:off x="1658892" y="3682917"/>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9" name="AutoShape 8"/>
          <p:cNvSpPr>
            <a:spLocks noChangeArrowheads="1"/>
          </p:cNvSpPr>
          <p:nvPr/>
        </p:nvSpPr>
        <p:spPr bwMode="auto">
          <a:xfrm>
            <a:off x="1811292" y="4229017"/>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10" name="AutoShape 9"/>
          <p:cNvSpPr>
            <a:spLocks noChangeArrowheads="1"/>
          </p:cNvSpPr>
          <p:nvPr/>
        </p:nvSpPr>
        <p:spPr bwMode="auto">
          <a:xfrm>
            <a:off x="1430292" y="4686217"/>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11" name="AutoShape 10"/>
          <p:cNvSpPr>
            <a:spLocks noChangeArrowheads="1"/>
          </p:cNvSpPr>
          <p:nvPr/>
        </p:nvSpPr>
        <p:spPr bwMode="auto">
          <a:xfrm>
            <a:off x="1963692" y="3086017"/>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12" name="AutoShape 11"/>
          <p:cNvSpPr>
            <a:spLocks noChangeArrowheads="1"/>
          </p:cNvSpPr>
          <p:nvPr/>
        </p:nvSpPr>
        <p:spPr bwMode="auto">
          <a:xfrm>
            <a:off x="1430292" y="4000417"/>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13" name="AutoShape 12"/>
          <p:cNvSpPr>
            <a:spLocks noChangeArrowheads="1"/>
          </p:cNvSpPr>
          <p:nvPr/>
        </p:nvSpPr>
        <p:spPr bwMode="auto">
          <a:xfrm>
            <a:off x="1582692" y="4152817"/>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14" name="AutoShape 13"/>
          <p:cNvSpPr>
            <a:spLocks noChangeArrowheads="1"/>
          </p:cNvSpPr>
          <p:nvPr/>
        </p:nvSpPr>
        <p:spPr bwMode="auto">
          <a:xfrm>
            <a:off x="2344692" y="3771817"/>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15" name="AutoShape 14"/>
          <p:cNvSpPr>
            <a:spLocks noChangeArrowheads="1"/>
          </p:cNvSpPr>
          <p:nvPr/>
        </p:nvSpPr>
        <p:spPr bwMode="auto">
          <a:xfrm>
            <a:off x="3246392" y="3759117"/>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16" name="AutoShape 15"/>
          <p:cNvSpPr>
            <a:spLocks noChangeArrowheads="1"/>
          </p:cNvSpPr>
          <p:nvPr/>
        </p:nvSpPr>
        <p:spPr bwMode="auto">
          <a:xfrm>
            <a:off x="2878092" y="4686217"/>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17" name="AutoShape 16"/>
          <p:cNvSpPr>
            <a:spLocks noChangeArrowheads="1"/>
          </p:cNvSpPr>
          <p:nvPr/>
        </p:nvSpPr>
        <p:spPr bwMode="auto">
          <a:xfrm>
            <a:off x="3868692" y="4686217"/>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18" name="AutoShape 17"/>
          <p:cNvSpPr>
            <a:spLocks noChangeArrowheads="1"/>
          </p:cNvSpPr>
          <p:nvPr/>
        </p:nvSpPr>
        <p:spPr bwMode="auto">
          <a:xfrm>
            <a:off x="2560592" y="5206917"/>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19" name="AutoShape 18"/>
          <p:cNvSpPr>
            <a:spLocks noChangeArrowheads="1"/>
          </p:cNvSpPr>
          <p:nvPr/>
        </p:nvSpPr>
        <p:spPr bwMode="auto">
          <a:xfrm>
            <a:off x="3182892" y="4076617"/>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20" name="AutoShape 19"/>
          <p:cNvSpPr>
            <a:spLocks noChangeArrowheads="1"/>
          </p:cNvSpPr>
          <p:nvPr/>
        </p:nvSpPr>
        <p:spPr bwMode="auto">
          <a:xfrm>
            <a:off x="2560592" y="4521117"/>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21" name="AutoShape 20"/>
          <p:cNvSpPr>
            <a:spLocks noChangeArrowheads="1"/>
          </p:cNvSpPr>
          <p:nvPr/>
        </p:nvSpPr>
        <p:spPr bwMode="auto">
          <a:xfrm>
            <a:off x="3259092" y="4914817"/>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22" name="AutoShape 21"/>
          <p:cNvSpPr>
            <a:spLocks noChangeArrowheads="1"/>
          </p:cNvSpPr>
          <p:nvPr/>
        </p:nvSpPr>
        <p:spPr bwMode="auto">
          <a:xfrm>
            <a:off x="3944892" y="4000417"/>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23" name="Line 22"/>
          <p:cNvSpPr>
            <a:spLocks noChangeShapeType="1"/>
          </p:cNvSpPr>
          <p:nvPr/>
        </p:nvSpPr>
        <p:spPr bwMode="auto">
          <a:xfrm flipV="1">
            <a:off x="1506492" y="2552617"/>
            <a:ext cx="2438400" cy="266700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24" name="AutoShape 23"/>
          <p:cNvSpPr>
            <a:spLocks noChangeArrowheads="1"/>
          </p:cNvSpPr>
          <p:nvPr/>
        </p:nvSpPr>
        <p:spPr bwMode="auto">
          <a:xfrm>
            <a:off x="2430417" y="2487529"/>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25" name="AutoShape 24"/>
          <p:cNvSpPr>
            <a:spLocks noChangeArrowheads="1"/>
          </p:cNvSpPr>
          <p:nvPr/>
        </p:nvSpPr>
        <p:spPr bwMode="auto">
          <a:xfrm>
            <a:off x="3040017" y="2563729"/>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26" name="AutoShape 25"/>
          <p:cNvSpPr>
            <a:spLocks noChangeArrowheads="1"/>
          </p:cNvSpPr>
          <p:nvPr/>
        </p:nvSpPr>
        <p:spPr bwMode="auto">
          <a:xfrm>
            <a:off x="4106817" y="3325729"/>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27" name="Text Box 26"/>
          <p:cNvSpPr txBox="1">
            <a:spLocks noChangeArrowheads="1"/>
          </p:cNvSpPr>
          <p:nvPr/>
        </p:nvSpPr>
        <p:spPr bwMode="auto">
          <a:xfrm>
            <a:off x="3916317" y="2211304"/>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spcBef>
                <a:spcPct val="50000"/>
              </a:spcBef>
            </a:pPr>
            <a:r>
              <a:rPr lang="en-US" altLang="es-CL" b="1" dirty="0" err="1"/>
              <a:t>w</a:t>
            </a:r>
            <a:r>
              <a:rPr lang="en-US" altLang="es-CL" b="1" baseline="30000" dirty="0" err="1"/>
              <a:t>T</a:t>
            </a:r>
            <a:r>
              <a:rPr lang="en-US" altLang="es-CL" b="1" dirty="0" err="1"/>
              <a:t>x</a:t>
            </a:r>
            <a:r>
              <a:rPr lang="en-US" altLang="es-CL" b="1" dirty="0"/>
              <a:t> </a:t>
            </a:r>
            <a:r>
              <a:rPr lang="en-US" altLang="es-CL" dirty="0"/>
              <a:t>+ </a:t>
            </a:r>
            <a:r>
              <a:rPr lang="en-US" altLang="es-CL" i="1" dirty="0"/>
              <a:t>b</a:t>
            </a:r>
            <a:r>
              <a:rPr lang="en-US" altLang="es-CL" b="1" dirty="0"/>
              <a:t> = 1</a:t>
            </a:r>
          </a:p>
        </p:txBody>
      </p:sp>
      <p:sp>
        <p:nvSpPr>
          <p:cNvPr id="28" name="Text Box 27"/>
          <p:cNvSpPr txBox="1">
            <a:spLocks noChangeArrowheads="1"/>
          </p:cNvSpPr>
          <p:nvPr/>
        </p:nvSpPr>
        <p:spPr bwMode="auto">
          <a:xfrm>
            <a:off x="3916317" y="2773279"/>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spcBef>
                <a:spcPct val="50000"/>
              </a:spcBef>
            </a:pPr>
            <a:r>
              <a:rPr lang="en-US" altLang="es-CL" b="1" dirty="0" err="1"/>
              <a:t>w</a:t>
            </a:r>
            <a:r>
              <a:rPr lang="en-US" altLang="es-CL" b="1" baseline="30000" dirty="0" err="1"/>
              <a:t>T</a:t>
            </a:r>
            <a:r>
              <a:rPr lang="en-US" altLang="es-CL" b="1" dirty="0" err="1"/>
              <a:t>x</a:t>
            </a:r>
            <a:r>
              <a:rPr lang="en-US" altLang="es-CL" b="1" dirty="0"/>
              <a:t> </a:t>
            </a:r>
            <a:r>
              <a:rPr lang="en-US" altLang="es-CL" dirty="0"/>
              <a:t>+ </a:t>
            </a:r>
            <a:r>
              <a:rPr lang="en-US" altLang="es-CL" i="1" dirty="0"/>
              <a:t>b</a:t>
            </a:r>
            <a:r>
              <a:rPr lang="en-US" altLang="es-CL" b="1" dirty="0"/>
              <a:t> &lt; 1</a:t>
            </a:r>
          </a:p>
        </p:txBody>
      </p:sp>
      <p:sp>
        <p:nvSpPr>
          <p:cNvPr id="29" name="Text Box 28"/>
          <p:cNvSpPr txBox="1">
            <a:spLocks noChangeArrowheads="1"/>
          </p:cNvSpPr>
          <p:nvPr/>
        </p:nvSpPr>
        <p:spPr bwMode="auto">
          <a:xfrm>
            <a:off x="1487442" y="2554204"/>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spcBef>
                <a:spcPct val="50000"/>
              </a:spcBef>
            </a:pPr>
            <a:r>
              <a:rPr lang="en-US" altLang="es-CL" b="1" dirty="0" err="1"/>
              <a:t>w</a:t>
            </a:r>
            <a:r>
              <a:rPr lang="en-US" altLang="es-CL" b="1" baseline="30000" dirty="0" err="1"/>
              <a:t>T</a:t>
            </a:r>
            <a:r>
              <a:rPr lang="en-US" altLang="es-CL" b="1" dirty="0" err="1"/>
              <a:t>x</a:t>
            </a:r>
            <a:r>
              <a:rPr lang="en-US" altLang="es-CL" b="1" dirty="0"/>
              <a:t> </a:t>
            </a:r>
            <a:r>
              <a:rPr lang="en-US" altLang="es-CL" dirty="0"/>
              <a:t>+ </a:t>
            </a:r>
            <a:r>
              <a:rPr lang="en-US" altLang="es-CL" i="1" dirty="0"/>
              <a:t>b</a:t>
            </a:r>
            <a:r>
              <a:rPr lang="en-US" altLang="es-CL" b="1" dirty="0"/>
              <a:t> &gt; 1</a:t>
            </a:r>
          </a:p>
        </p:txBody>
      </p:sp>
      <p:sp>
        <p:nvSpPr>
          <p:cNvPr id="31" name="30 CuadroTexto"/>
          <p:cNvSpPr txBox="1"/>
          <p:nvPr/>
        </p:nvSpPr>
        <p:spPr>
          <a:xfrm>
            <a:off x="4887217" y="5526799"/>
            <a:ext cx="362600" cy="369332"/>
          </a:xfrm>
          <a:prstGeom prst="rect">
            <a:avLst/>
          </a:prstGeom>
          <a:noFill/>
        </p:spPr>
        <p:txBody>
          <a:bodyPr wrap="none" rtlCol="0">
            <a:spAutoFit/>
          </a:bodyPr>
          <a:lstStyle/>
          <a:p>
            <a:r>
              <a:rPr lang="es-CL" dirty="0"/>
              <a:t>x</a:t>
            </a:r>
            <a:r>
              <a:rPr lang="es-CL" baseline="-25000" dirty="0"/>
              <a:t>1</a:t>
            </a:r>
          </a:p>
        </p:txBody>
      </p:sp>
      <p:sp>
        <p:nvSpPr>
          <p:cNvPr id="32" name="31 CuadroTexto"/>
          <p:cNvSpPr txBox="1"/>
          <p:nvPr/>
        </p:nvSpPr>
        <p:spPr>
          <a:xfrm rot="16200000">
            <a:off x="801832" y="2436538"/>
            <a:ext cx="362600" cy="369332"/>
          </a:xfrm>
          <a:prstGeom prst="rect">
            <a:avLst/>
          </a:prstGeom>
          <a:noFill/>
        </p:spPr>
        <p:txBody>
          <a:bodyPr wrap="none" rtlCol="0">
            <a:spAutoFit/>
          </a:bodyPr>
          <a:lstStyle/>
          <a:p>
            <a:r>
              <a:rPr lang="es-CL" dirty="0"/>
              <a:t>x</a:t>
            </a:r>
            <a:r>
              <a:rPr lang="es-CL" baseline="-25000" dirty="0"/>
              <a:t>2</a:t>
            </a:r>
          </a:p>
        </p:txBody>
      </p:sp>
      <p:sp>
        <p:nvSpPr>
          <p:cNvPr id="33" name="AutoShape 23"/>
          <p:cNvSpPr>
            <a:spLocks noChangeArrowheads="1"/>
          </p:cNvSpPr>
          <p:nvPr/>
        </p:nvSpPr>
        <p:spPr bwMode="auto">
          <a:xfrm>
            <a:off x="5901751" y="2487529"/>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34" name="33 CuadroTexto"/>
          <p:cNvSpPr txBox="1"/>
          <p:nvPr/>
        </p:nvSpPr>
        <p:spPr>
          <a:xfrm>
            <a:off x="6104949" y="2347313"/>
            <a:ext cx="846707" cy="369332"/>
          </a:xfrm>
          <a:prstGeom prst="rect">
            <a:avLst/>
          </a:prstGeom>
          <a:noFill/>
        </p:spPr>
        <p:txBody>
          <a:bodyPr wrap="none" rtlCol="0">
            <a:spAutoFit/>
          </a:bodyPr>
          <a:lstStyle/>
          <a:p>
            <a:r>
              <a:rPr lang="es-CL" dirty="0"/>
              <a:t>Clase 1</a:t>
            </a:r>
          </a:p>
        </p:txBody>
      </p:sp>
      <p:sp>
        <p:nvSpPr>
          <p:cNvPr id="35" name="AutoShape 25"/>
          <p:cNvSpPr>
            <a:spLocks noChangeArrowheads="1"/>
          </p:cNvSpPr>
          <p:nvPr/>
        </p:nvSpPr>
        <p:spPr bwMode="auto">
          <a:xfrm>
            <a:off x="5901751" y="2880622"/>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36" name="35 CuadroTexto"/>
          <p:cNvSpPr txBox="1"/>
          <p:nvPr/>
        </p:nvSpPr>
        <p:spPr>
          <a:xfrm>
            <a:off x="6117628" y="2740406"/>
            <a:ext cx="846707" cy="369332"/>
          </a:xfrm>
          <a:prstGeom prst="rect">
            <a:avLst/>
          </a:prstGeom>
          <a:noFill/>
        </p:spPr>
        <p:txBody>
          <a:bodyPr wrap="none" rtlCol="0">
            <a:spAutoFit/>
          </a:bodyPr>
          <a:lstStyle/>
          <a:p>
            <a:r>
              <a:rPr lang="es-CL" dirty="0"/>
              <a:t>Clase 2</a:t>
            </a:r>
          </a:p>
        </p:txBody>
      </p:sp>
      <p:sp>
        <p:nvSpPr>
          <p:cNvPr id="37" name="36 Rectángulo"/>
          <p:cNvSpPr/>
          <p:nvPr/>
        </p:nvSpPr>
        <p:spPr>
          <a:xfrm>
            <a:off x="5791684" y="2347313"/>
            <a:ext cx="1258358" cy="8276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85134132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dirty="0"/>
              <a:t>Maquinas de vectores de soporte</a:t>
            </a:r>
            <a:br>
              <a:rPr lang="es-CL" dirty="0"/>
            </a:br>
            <a:endParaRPr lang="es-CL" sz="3200" dirty="0"/>
          </a:p>
        </p:txBody>
      </p:sp>
      <p:sp>
        <p:nvSpPr>
          <p:cNvPr id="3" name="2 Marcador de contenido"/>
          <p:cNvSpPr>
            <a:spLocks noGrp="1"/>
          </p:cNvSpPr>
          <p:nvPr>
            <p:ph idx="1"/>
          </p:nvPr>
        </p:nvSpPr>
        <p:spPr/>
        <p:txBody>
          <a:bodyPr>
            <a:normAutofit/>
          </a:bodyPr>
          <a:lstStyle/>
          <a:p>
            <a:pPr marL="0" indent="0">
              <a:buNone/>
            </a:pPr>
            <a:r>
              <a:rPr lang="es-CL" sz="2400" dirty="0"/>
              <a:t>¿Cuál de estos separadores lineales es el mejor?</a:t>
            </a:r>
          </a:p>
        </p:txBody>
      </p:sp>
      <p:sp>
        <p:nvSpPr>
          <p:cNvPr id="4" name="3 Marcador de número de diapositiva"/>
          <p:cNvSpPr>
            <a:spLocks noGrp="1"/>
          </p:cNvSpPr>
          <p:nvPr>
            <p:ph type="sldNum" sz="quarter" idx="4294967295"/>
          </p:nvPr>
        </p:nvSpPr>
        <p:spPr/>
        <p:txBody>
          <a:bodyPr/>
          <a:lstStyle/>
          <a:p>
            <a:fld id="{ED3C9F24-97CD-894E-963C-61E4D5D33747}" type="slidenum">
              <a:rPr lang="es-ES_tradnl" smtClean="0"/>
              <a:t>97</a:t>
            </a:fld>
            <a:endParaRPr lang="es-ES_tradnl"/>
          </a:p>
        </p:txBody>
      </p:sp>
      <p:grpSp>
        <p:nvGrpSpPr>
          <p:cNvPr id="5" name="Grupo 4"/>
          <p:cNvGrpSpPr/>
          <p:nvPr/>
        </p:nvGrpSpPr>
        <p:grpSpPr>
          <a:xfrm>
            <a:off x="2531269" y="2173424"/>
            <a:ext cx="4081462" cy="3124200"/>
            <a:chOff x="2549525" y="2682876"/>
            <a:chExt cx="4081462" cy="3124200"/>
          </a:xfrm>
        </p:grpSpPr>
        <p:sp>
          <p:nvSpPr>
            <p:cNvPr id="38" name="Line 4"/>
            <p:cNvSpPr>
              <a:spLocks noChangeShapeType="1"/>
            </p:cNvSpPr>
            <p:nvPr/>
          </p:nvSpPr>
          <p:spPr bwMode="auto">
            <a:xfrm flipV="1">
              <a:off x="2684462" y="2765426"/>
              <a:ext cx="0" cy="30416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39" name="Line 5"/>
            <p:cNvSpPr>
              <a:spLocks noChangeShapeType="1"/>
            </p:cNvSpPr>
            <p:nvPr/>
          </p:nvSpPr>
          <p:spPr bwMode="auto">
            <a:xfrm flipV="1">
              <a:off x="2549525" y="5691189"/>
              <a:ext cx="4081462"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40" name="AutoShape 6"/>
            <p:cNvSpPr>
              <a:spLocks noChangeArrowheads="1"/>
            </p:cNvSpPr>
            <p:nvPr/>
          </p:nvSpPr>
          <p:spPr bwMode="auto">
            <a:xfrm>
              <a:off x="3724275" y="3521076"/>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41" name="AutoShape 7"/>
            <p:cNvSpPr>
              <a:spLocks noChangeArrowheads="1"/>
            </p:cNvSpPr>
            <p:nvPr/>
          </p:nvSpPr>
          <p:spPr bwMode="auto">
            <a:xfrm>
              <a:off x="3149600" y="3878264"/>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42" name="AutoShape 8"/>
            <p:cNvSpPr>
              <a:spLocks noChangeArrowheads="1"/>
            </p:cNvSpPr>
            <p:nvPr/>
          </p:nvSpPr>
          <p:spPr bwMode="auto">
            <a:xfrm>
              <a:off x="3302000" y="4424364"/>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43" name="AutoShape 9"/>
            <p:cNvSpPr>
              <a:spLocks noChangeArrowheads="1"/>
            </p:cNvSpPr>
            <p:nvPr/>
          </p:nvSpPr>
          <p:spPr bwMode="auto">
            <a:xfrm>
              <a:off x="2921000" y="4881564"/>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44" name="AutoShape 10"/>
            <p:cNvSpPr>
              <a:spLocks noChangeArrowheads="1"/>
            </p:cNvSpPr>
            <p:nvPr/>
          </p:nvSpPr>
          <p:spPr bwMode="auto">
            <a:xfrm>
              <a:off x="3454400" y="3281364"/>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45" name="AutoShape 11"/>
            <p:cNvSpPr>
              <a:spLocks noChangeArrowheads="1"/>
            </p:cNvSpPr>
            <p:nvPr/>
          </p:nvSpPr>
          <p:spPr bwMode="auto">
            <a:xfrm>
              <a:off x="2921000" y="4195764"/>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46" name="AutoShape 12"/>
            <p:cNvSpPr>
              <a:spLocks noChangeArrowheads="1"/>
            </p:cNvSpPr>
            <p:nvPr/>
          </p:nvSpPr>
          <p:spPr bwMode="auto">
            <a:xfrm>
              <a:off x="3073400" y="4348164"/>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47" name="AutoShape 13"/>
            <p:cNvSpPr>
              <a:spLocks noChangeArrowheads="1"/>
            </p:cNvSpPr>
            <p:nvPr/>
          </p:nvSpPr>
          <p:spPr bwMode="auto">
            <a:xfrm>
              <a:off x="3835400" y="3967164"/>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48" name="AutoShape 14"/>
            <p:cNvSpPr>
              <a:spLocks noChangeArrowheads="1"/>
            </p:cNvSpPr>
            <p:nvPr/>
          </p:nvSpPr>
          <p:spPr bwMode="auto">
            <a:xfrm>
              <a:off x="4737100" y="3954464"/>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49" name="AutoShape 15"/>
            <p:cNvSpPr>
              <a:spLocks noChangeArrowheads="1"/>
            </p:cNvSpPr>
            <p:nvPr/>
          </p:nvSpPr>
          <p:spPr bwMode="auto">
            <a:xfrm>
              <a:off x="4368800" y="4881564"/>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50" name="AutoShape 16"/>
            <p:cNvSpPr>
              <a:spLocks noChangeArrowheads="1"/>
            </p:cNvSpPr>
            <p:nvPr/>
          </p:nvSpPr>
          <p:spPr bwMode="auto">
            <a:xfrm>
              <a:off x="5359400" y="4881564"/>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51" name="AutoShape 17"/>
            <p:cNvSpPr>
              <a:spLocks noChangeArrowheads="1"/>
            </p:cNvSpPr>
            <p:nvPr/>
          </p:nvSpPr>
          <p:spPr bwMode="auto">
            <a:xfrm>
              <a:off x="4051300" y="5402264"/>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52" name="AutoShape 18"/>
            <p:cNvSpPr>
              <a:spLocks noChangeArrowheads="1"/>
            </p:cNvSpPr>
            <p:nvPr/>
          </p:nvSpPr>
          <p:spPr bwMode="auto">
            <a:xfrm>
              <a:off x="4673600" y="4271964"/>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53" name="AutoShape 19"/>
            <p:cNvSpPr>
              <a:spLocks noChangeArrowheads="1"/>
            </p:cNvSpPr>
            <p:nvPr/>
          </p:nvSpPr>
          <p:spPr bwMode="auto">
            <a:xfrm>
              <a:off x="4051300" y="4716464"/>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54" name="AutoShape 20"/>
            <p:cNvSpPr>
              <a:spLocks noChangeArrowheads="1"/>
            </p:cNvSpPr>
            <p:nvPr/>
          </p:nvSpPr>
          <p:spPr bwMode="auto">
            <a:xfrm>
              <a:off x="4749800" y="5110164"/>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55" name="AutoShape 21"/>
            <p:cNvSpPr>
              <a:spLocks noChangeArrowheads="1"/>
            </p:cNvSpPr>
            <p:nvPr/>
          </p:nvSpPr>
          <p:spPr bwMode="auto">
            <a:xfrm>
              <a:off x="5435600" y="4195764"/>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56" name="Line 22"/>
            <p:cNvSpPr>
              <a:spLocks noChangeShapeType="1"/>
            </p:cNvSpPr>
            <p:nvPr/>
          </p:nvSpPr>
          <p:spPr bwMode="auto">
            <a:xfrm flipV="1">
              <a:off x="2997200" y="2987676"/>
              <a:ext cx="2676525" cy="242728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57" name="AutoShape 23"/>
            <p:cNvSpPr>
              <a:spLocks noChangeArrowheads="1"/>
            </p:cNvSpPr>
            <p:nvPr/>
          </p:nvSpPr>
          <p:spPr bwMode="auto">
            <a:xfrm>
              <a:off x="3921125" y="2682876"/>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58" name="AutoShape 24"/>
            <p:cNvSpPr>
              <a:spLocks noChangeArrowheads="1"/>
            </p:cNvSpPr>
            <p:nvPr/>
          </p:nvSpPr>
          <p:spPr bwMode="auto">
            <a:xfrm>
              <a:off x="4530725" y="2759076"/>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59" name="AutoShape 25"/>
            <p:cNvSpPr>
              <a:spLocks noChangeArrowheads="1"/>
            </p:cNvSpPr>
            <p:nvPr/>
          </p:nvSpPr>
          <p:spPr bwMode="auto">
            <a:xfrm>
              <a:off x="5597525" y="3521076"/>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60" name="Line 27"/>
            <p:cNvSpPr>
              <a:spLocks noChangeShapeType="1"/>
            </p:cNvSpPr>
            <p:nvPr/>
          </p:nvSpPr>
          <p:spPr bwMode="auto">
            <a:xfrm flipV="1">
              <a:off x="3149600" y="2682876"/>
              <a:ext cx="2143125" cy="288448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61" name="Line 28"/>
            <p:cNvSpPr>
              <a:spLocks noChangeShapeType="1"/>
            </p:cNvSpPr>
            <p:nvPr/>
          </p:nvSpPr>
          <p:spPr bwMode="auto">
            <a:xfrm flipV="1">
              <a:off x="2778125" y="2987676"/>
              <a:ext cx="2971800" cy="228600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62" name="Line 29"/>
            <p:cNvSpPr>
              <a:spLocks noChangeShapeType="1"/>
            </p:cNvSpPr>
            <p:nvPr/>
          </p:nvSpPr>
          <p:spPr bwMode="auto">
            <a:xfrm flipV="1">
              <a:off x="3311525" y="2759076"/>
              <a:ext cx="1828800" cy="289560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63" name="Line 30"/>
            <p:cNvSpPr>
              <a:spLocks noChangeShapeType="1"/>
            </p:cNvSpPr>
            <p:nvPr/>
          </p:nvSpPr>
          <p:spPr bwMode="auto">
            <a:xfrm flipV="1">
              <a:off x="3082925" y="2682876"/>
              <a:ext cx="1828800" cy="289560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64" name="Line 31"/>
            <p:cNvSpPr>
              <a:spLocks noChangeShapeType="1"/>
            </p:cNvSpPr>
            <p:nvPr/>
          </p:nvSpPr>
          <p:spPr bwMode="auto">
            <a:xfrm flipV="1">
              <a:off x="2930525" y="2835276"/>
              <a:ext cx="2667000" cy="259080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grpSp>
    </p:spTree>
    <p:extLst>
      <p:ext uri="{BB962C8B-B14F-4D97-AF65-F5344CB8AC3E}">
        <p14:creationId xmlns:p14="http://schemas.microsoft.com/office/powerpoint/2010/main" val="41638338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L" dirty="0"/>
              <a:t>Maquinas de vectores de soporte</a:t>
            </a:r>
            <a:endParaRPr lang="es-CL" sz="3200" dirty="0"/>
          </a:p>
        </p:txBody>
      </p:sp>
      <p:sp>
        <p:nvSpPr>
          <p:cNvPr id="3" name="2 Marcador de contenido"/>
          <p:cNvSpPr>
            <a:spLocks noGrp="1"/>
          </p:cNvSpPr>
          <p:nvPr>
            <p:ph idx="1"/>
          </p:nvPr>
        </p:nvSpPr>
        <p:spPr/>
        <p:txBody>
          <a:bodyPr>
            <a:normAutofit/>
          </a:bodyPr>
          <a:lstStyle/>
          <a:p>
            <a:r>
              <a:rPr lang="es-CL" sz="2000" i="1" dirty="0"/>
              <a:t>r</a:t>
            </a:r>
            <a:r>
              <a:rPr lang="es-CL" sz="2000" dirty="0"/>
              <a:t> es la distancia del punto al plano separados</a:t>
            </a:r>
          </a:p>
          <a:p>
            <a:r>
              <a:rPr lang="es-CL" sz="2000" dirty="0"/>
              <a:t>Los datos más cercanos al plano se denominan vectores de soporte</a:t>
            </a:r>
          </a:p>
          <a:p>
            <a:r>
              <a:rPr lang="es-CL" sz="2000" dirty="0">
                <a:sym typeface="Symbol"/>
              </a:rPr>
              <a:t> es el margen de separación entre los vectores de soporte</a:t>
            </a:r>
            <a:endParaRPr lang="es-CL" sz="2000" dirty="0"/>
          </a:p>
        </p:txBody>
      </p:sp>
      <p:sp>
        <p:nvSpPr>
          <p:cNvPr id="4" name="3 Marcador de número de diapositiva"/>
          <p:cNvSpPr>
            <a:spLocks noGrp="1"/>
          </p:cNvSpPr>
          <p:nvPr>
            <p:ph type="sldNum" sz="quarter" idx="4294967295"/>
          </p:nvPr>
        </p:nvSpPr>
        <p:spPr/>
        <p:txBody>
          <a:bodyPr/>
          <a:lstStyle/>
          <a:p>
            <a:fld id="{ED3C9F24-97CD-894E-963C-61E4D5D33747}" type="slidenum">
              <a:rPr lang="es-ES_tradnl" smtClean="0"/>
              <a:t>98</a:t>
            </a:fld>
            <a:endParaRPr lang="es-ES_tradnl"/>
          </a:p>
        </p:txBody>
      </p:sp>
      <p:grpSp>
        <p:nvGrpSpPr>
          <p:cNvPr id="5" name="4 Grupo"/>
          <p:cNvGrpSpPr/>
          <p:nvPr/>
        </p:nvGrpSpPr>
        <p:grpSpPr>
          <a:xfrm>
            <a:off x="4165851" y="2423886"/>
            <a:ext cx="3978275" cy="3333750"/>
            <a:chOff x="2574131" y="1767681"/>
            <a:chExt cx="4081462" cy="3562350"/>
          </a:xfrm>
        </p:grpSpPr>
        <p:sp>
          <p:nvSpPr>
            <p:cNvPr id="32" name="Line 4"/>
            <p:cNvSpPr>
              <a:spLocks noChangeShapeType="1"/>
            </p:cNvSpPr>
            <p:nvPr/>
          </p:nvSpPr>
          <p:spPr bwMode="auto">
            <a:xfrm flipV="1">
              <a:off x="2709068" y="2288381"/>
              <a:ext cx="0" cy="30416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33" name="Line 5"/>
            <p:cNvSpPr>
              <a:spLocks noChangeShapeType="1"/>
            </p:cNvSpPr>
            <p:nvPr/>
          </p:nvSpPr>
          <p:spPr bwMode="auto">
            <a:xfrm flipV="1">
              <a:off x="2574131" y="5214144"/>
              <a:ext cx="4081462"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34" name="AutoShape 6"/>
            <p:cNvSpPr>
              <a:spLocks noChangeArrowheads="1"/>
            </p:cNvSpPr>
            <p:nvPr/>
          </p:nvSpPr>
          <p:spPr bwMode="auto">
            <a:xfrm>
              <a:off x="3748881" y="3044031"/>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35" name="AutoShape 7"/>
            <p:cNvSpPr>
              <a:spLocks noChangeArrowheads="1"/>
            </p:cNvSpPr>
            <p:nvPr/>
          </p:nvSpPr>
          <p:spPr bwMode="auto">
            <a:xfrm>
              <a:off x="3174206" y="3401219"/>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36" name="AutoShape 8"/>
            <p:cNvSpPr>
              <a:spLocks noChangeArrowheads="1"/>
            </p:cNvSpPr>
            <p:nvPr/>
          </p:nvSpPr>
          <p:spPr bwMode="auto">
            <a:xfrm>
              <a:off x="3326606" y="3947319"/>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37" name="AutoShape 9"/>
            <p:cNvSpPr>
              <a:spLocks noChangeArrowheads="1"/>
            </p:cNvSpPr>
            <p:nvPr/>
          </p:nvSpPr>
          <p:spPr bwMode="auto">
            <a:xfrm>
              <a:off x="2945606" y="4404519"/>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65" name="AutoShape 10"/>
            <p:cNvSpPr>
              <a:spLocks noChangeArrowheads="1"/>
            </p:cNvSpPr>
            <p:nvPr/>
          </p:nvSpPr>
          <p:spPr bwMode="auto">
            <a:xfrm>
              <a:off x="3479006" y="2804319"/>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66" name="AutoShape 11"/>
            <p:cNvSpPr>
              <a:spLocks noChangeArrowheads="1"/>
            </p:cNvSpPr>
            <p:nvPr/>
          </p:nvSpPr>
          <p:spPr bwMode="auto">
            <a:xfrm>
              <a:off x="2945606" y="3718719"/>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67" name="AutoShape 12"/>
            <p:cNvSpPr>
              <a:spLocks noChangeArrowheads="1"/>
            </p:cNvSpPr>
            <p:nvPr/>
          </p:nvSpPr>
          <p:spPr bwMode="auto">
            <a:xfrm>
              <a:off x="3098006" y="3871119"/>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68" name="AutoShape 13"/>
            <p:cNvSpPr>
              <a:spLocks noChangeArrowheads="1"/>
            </p:cNvSpPr>
            <p:nvPr/>
          </p:nvSpPr>
          <p:spPr bwMode="auto">
            <a:xfrm>
              <a:off x="3860006" y="3490119"/>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69" name="AutoShape 14"/>
            <p:cNvSpPr>
              <a:spLocks noChangeArrowheads="1"/>
            </p:cNvSpPr>
            <p:nvPr/>
          </p:nvSpPr>
          <p:spPr bwMode="auto">
            <a:xfrm>
              <a:off x="4761706" y="3477419"/>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70" name="AutoShape 15"/>
            <p:cNvSpPr>
              <a:spLocks noChangeArrowheads="1"/>
            </p:cNvSpPr>
            <p:nvPr/>
          </p:nvSpPr>
          <p:spPr bwMode="auto">
            <a:xfrm>
              <a:off x="4393406" y="4404519"/>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71" name="AutoShape 16"/>
            <p:cNvSpPr>
              <a:spLocks noChangeArrowheads="1"/>
            </p:cNvSpPr>
            <p:nvPr/>
          </p:nvSpPr>
          <p:spPr bwMode="auto">
            <a:xfrm>
              <a:off x="5384006" y="4404519"/>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72" name="AutoShape 17"/>
            <p:cNvSpPr>
              <a:spLocks noChangeArrowheads="1"/>
            </p:cNvSpPr>
            <p:nvPr/>
          </p:nvSpPr>
          <p:spPr bwMode="auto">
            <a:xfrm>
              <a:off x="4075906" y="4925219"/>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73" name="AutoShape 18"/>
            <p:cNvSpPr>
              <a:spLocks noChangeArrowheads="1"/>
            </p:cNvSpPr>
            <p:nvPr/>
          </p:nvSpPr>
          <p:spPr bwMode="auto">
            <a:xfrm>
              <a:off x="4698206" y="3794919"/>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74" name="AutoShape 19"/>
            <p:cNvSpPr>
              <a:spLocks noChangeArrowheads="1"/>
            </p:cNvSpPr>
            <p:nvPr/>
          </p:nvSpPr>
          <p:spPr bwMode="auto">
            <a:xfrm>
              <a:off x="4129881" y="4288631"/>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75" name="AutoShape 20"/>
            <p:cNvSpPr>
              <a:spLocks noChangeArrowheads="1"/>
            </p:cNvSpPr>
            <p:nvPr/>
          </p:nvSpPr>
          <p:spPr bwMode="auto">
            <a:xfrm>
              <a:off x="4774406" y="4633119"/>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76" name="AutoShape 21"/>
            <p:cNvSpPr>
              <a:spLocks noChangeArrowheads="1"/>
            </p:cNvSpPr>
            <p:nvPr/>
          </p:nvSpPr>
          <p:spPr bwMode="auto">
            <a:xfrm>
              <a:off x="5460206" y="3718719"/>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77" name="AutoShape 23"/>
            <p:cNvSpPr>
              <a:spLocks noChangeArrowheads="1"/>
            </p:cNvSpPr>
            <p:nvPr/>
          </p:nvSpPr>
          <p:spPr bwMode="auto">
            <a:xfrm>
              <a:off x="3945731" y="2205831"/>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78" name="AutoShape 24"/>
            <p:cNvSpPr>
              <a:spLocks noChangeArrowheads="1"/>
            </p:cNvSpPr>
            <p:nvPr/>
          </p:nvSpPr>
          <p:spPr bwMode="auto">
            <a:xfrm>
              <a:off x="4555331" y="2282031"/>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79" name="AutoShape 25"/>
            <p:cNvSpPr>
              <a:spLocks noChangeArrowheads="1"/>
            </p:cNvSpPr>
            <p:nvPr/>
          </p:nvSpPr>
          <p:spPr bwMode="auto">
            <a:xfrm>
              <a:off x="5622131" y="3044031"/>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80" name="Line 26"/>
            <p:cNvSpPr>
              <a:spLocks noChangeShapeType="1"/>
            </p:cNvSpPr>
            <p:nvPr/>
          </p:nvSpPr>
          <p:spPr bwMode="auto">
            <a:xfrm flipV="1">
              <a:off x="3174206" y="2205831"/>
              <a:ext cx="2143125" cy="288448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81" name="Line 33"/>
            <p:cNvSpPr>
              <a:spLocks noChangeShapeType="1"/>
            </p:cNvSpPr>
            <p:nvPr/>
          </p:nvSpPr>
          <p:spPr bwMode="auto">
            <a:xfrm>
              <a:off x="4026693" y="2288381"/>
              <a:ext cx="762000" cy="61595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82" name="Line 34"/>
            <p:cNvSpPr>
              <a:spLocks noChangeShapeType="1"/>
            </p:cNvSpPr>
            <p:nvPr/>
          </p:nvSpPr>
          <p:spPr bwMode="auto">
            <a:xfrm flipH="1" flipV="1">
              <a:off x="4509293" y="3310731"/>
              <a:ext cx="254000" cy="18415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83" name="Text Box 37"/>
            <p:cNvSpPr txBox="1">
              <a:spLocks noChangeArrowheads="1"/>
            </p:cNvSpPr>
            <p:nvPr/>
          </p:nvSpPr>
          <p:spPr bwMode="auto">
            <a:xfrm>
              <a:off x="4131468" y="2424906"/>
              <a:ext cx="495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spcBef>
                  <a:spcPct val="50000"/>
                </a:spcBef>
              </a:pPr>
              <a:r>
                <a:rPr lang="en-US" altLang="es-CL" i="1"/>
                <a:t>r</a:t>
              </a:r>
            </a:p>
          </p:txBody>
        </p:sp>
        <p:sp>
          <p:nvSpPr>
            <p:cNvPr id="84" name="Oval 38"/>
            <p:cNvSpPr>
              <a:spLocks noChangeArrowheads="1"/>
            </p:cNvSpPr>
            <p:nvPr/>
          </p:nvSpPr>
          <p:spPr bwMode="auto">
            <a:xfrm>
              <a:off x="3785393" y="3425031"/>
              <a:ext cx="228600" cy="219075"/>
            </a:xfrm>
            <a:prstGeom prst="ellipse">
              <a:avLst/>
            </a:prstGeom>
            <a:noFill/>
            <a:ln w="19050"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85" name="Oval 39"/>
            <p:cNvSpPr>
              <a:spLocks noChangeArrowheads="1"/>
            </p:cNvSpPr>
            <p:nvPr/>
          </p:nvSpPr>
          <p:spPr bwMode="auto">
            <a:xfrm>
              <a:off x="4058443" y="4220369"/>
              <a:ext cx="228600" cy="219075"/>
            </a:xfrm>
            <a:prstGeom prst="ellipse">
              <a:avLst/>
            </a:prstGeom>
            <a:noFill/>
            <a:ln w="19050" algn="ctr">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86" name="Oval 40"/>
            <p:cNvSpPr>
              <a:spLocks noChangeArrowheads="1"/>
            </p:cNvSpPr>
            <p:nvPr/>
          </p:nvSpPr>
          <p:spPr bwMode="auto">
            <a:xfrm>
              <a:off x="4691856" y="3407569"/>
              <a:ext cx="228600" cy="219075"/>
            </a:xfrm>
            <a:prstGeom prst="ellipse">
              <a:avLst/>
            </a:prstGeom>
            <a:noFill/>
            <a:ln w="19050" algn="ctr">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87" name="Line 41"/>
            <p:cNvSpPr>
              <a:spLocks noChangeShapeType="1"/>
            </p:cNvSpPr>
            <p:nvPr/>
          </p:nvSpPr>
          <p:spPr bwMode="auto">
            <a:xfrm flipH="1" flipV="1">
              <a:off x="3885406" y="4125119"/>
              <a:ext cx="244475" cy="1746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88" name="Line 42"/>
            <p:cNvSpPr>
              <a:spLocks noChangeShapeType="1"/>
            </p:cNvSpPr>
            <p:nvPr/>
          </p:nvSpPr>
          <p:spPr bwMode="auto">
            <a:xfrm flipH="1" flipV="1">
              <a:off x="3937793" y="3563144"/>
              <a:ext cx="234950" cy="17938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89" name="Line 43"/>
            <p:cNvSpPr>
              <a:spLocks noChangeShapeType="1"/>
            </p:cNvSpPr>
            <p:nvPr/>
          </p:nvSpPr>
          <p:spPr bwMode="auto">
            <a:xfrm flipV="1">
              <a:off x="3612356" y="2386806"/>
              <a:ext cx="2009775" cy="2693988"/>
            </a:xfrm>
            <a:prstGeom prst="line">
              <a:avLst/>
            </a:prstGeom>
            <a:noFill/>
            <a:ln w="9525"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90" name="Line 44"/>
            <p:cNvSpPr>
              <a:spLocks noChangeShapeType="1"/>
            </p:cNvSpPr>
            <p:nvPr/>
          </p:nvSpPr>
          <p:spPr bwMode="auto">
            <a:xfrm flipV="1">
              <a:off x="2964656" y="2024856"/>
              <a:ext cx="2066925" cy="2770188"/>
            </a:xfrm>
            <a:prstGeom prst="line">
              <a:avLst/>
            </a:prstGeom>
            <a:noFill/>
            <a:ln w="9525"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91" name="Line 45"/>
            <p:cNvSpPr>
              <a:spLocks noChangeShapeType="1"/>
            </p:cNvSpPr>
            <p:nvPr/>
          </p:nvSpPr>
          <p:spPr bwMode="auto">
            <a:xfrm>
              <a:off x="4979193" y="2091531"/>
              <a:ext cx="552450" cy="419100"/>
            </a:xfrm>
            <a:prstGeom prst="line">
              <a:avLst/>
            </a:prstGeom>
            <a:noFill/>
            <a:ln w="9525">
              <a:solidFill>
                <a:srgbClr val="3399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s-CL"/>
            </a:p>
          </p:txBody>
        </p:sp>
        <p:sp>
          <p:nvSpPr>
            <p:cNvPr id="92" name="Text Box 46"/>
            <p:cNvSpPr txBox="1">
              <a:spLocks noChangeArrowheads="1"/>
            </p:cNvSpPr>
            <p:nvPr/>
          </p:nvSpPr>
          <p:spPr bwMode="auto">
            <a:xfrm>
              <a:off x="5055393" y="1767681"/>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fontAlgn="base">
                <a:spcBef>
                  <a:spcPct val="20000"/>
                </a:spcBef>
                <a:spcAft>
                  <a:spcPct val="0"/>
                </a:spcAft>
                <a:defRPr sz="2400" kern="1200">
                  <a:solidFill>
                    <a:schemeClr val="tx1"/>
                  </a:solidFill>
                  <a:latin typeface="Times New Roman" pitchFamily="18" charset="0"/>
                  <a:ea typeface="+mn-ea"/>
                  <a:cs typeface="+mn-cs"/>
                </a:defRPr>
              </a:lvl1pPr>
              <a:lvl2pPr marL="457200" algn="l" rtl="0" fontAlgn="base">
                <a:spcBef>
                  <a:spcPct val="20000"/>
                </a:spcBef>
                <a:spcAft>
                  <a:spcPct val="0"/>
                </a:spcAft>
                <a:defRPr sz="2400" kern="1200">
                  <a:solidFill>
                    <a:schemeClr val="tx1"/>
                  </a:solidFill>
                  <a:latin typeface="Times New Roman" pitchFamily="18" charset="0"/>
                  <a:ea typeface="+mn-ea"/>
                  <a:cs typeface="+mn-cs"/>
                </a:defRPr>
              </a:lvl2pPr>
              <a:lvl3pPr marL="914400" algn="l" rtl="0" fontAlgn="base">
                <a:spcBef>
                  <a:spcPct val="20000"/>
                </a:spcBef>
                <a:spcAft>
                  <a:spcPct val="0"/>
                </a:spcAft>
                <a:defRPr sz="2400" kern="1200">
                  <a:solidFill>
                    <a:schemeClr val="tx1"/>
                  </a:solidFill>
                  <a:latin typeface="Times New Roman" pitchFamily="18" charset="0"/>
                  <a:ea typeface="+mn-ea"/>
                  <a:cs typeface="+mn-cs"/>
                </a:defRPr>
              </a:lvl3pPr>
              <a:lvl4pPr marL="1371600" algn="l" rtl="0" fontAlgn="base">
                <a:spcBef>
                  <a:spcPct val="20000"/>
                </a:spcBef>
                <a:spcAft>
                  <a:spcPct val="0"/>
                </a:spcAft>
                <a:defRPr sz="2400" kern="1200">
                  <a:solidFill>
                    <a:schemeClr val="tx1"/>
                  </a:solidFill>
                  <a:latin typeface="Times New Roman" pitchFamily="18" charset="0"/>
                  <a:ea typeface="+mn-ea"/>
                  <a:cs typeface="+mn-cs"/>
                </a:defRPr>
              </a:lvl4pPr>
              <a:lvl5pPr marL="1828800" algn="l" rtl="0" fontAlgn="base">
                <a:spcBef>
                  <a:spcPct val="2000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spcBef>
                  <a:spcPct val="50000"/>
                </a:spcBef>
              </a:pPr>
              <a:r>
                <a:rPr lang="el-GR" altLang="es-CL" i="1"/>
                <a:t>ρ</a:t>
              </a:r>
              <a:endParaRPr lang="en-US" altLang="es-CL" i="1"/>
            </a:p>
          </p:txBody>
        </p:sp>
      </p:grpSp>
      <p:sp>
        <p:nvSpPr>
          <p:cNvPr id="6" name="5 CuadroTexto"/>
          <p:cNvSpPr txBox="1"/>
          <p:nvPr/>
        </p:nvSpPr>
        <p:spPr>
          <a:xfrm>
            <a:off x="739919" y="3275153"/>
            <a:ext cx="3054709" cy="1631216"/>
          </a:xfrm>
          <a:prstGeom prst="rect">
            <a:avLst/>
          </a:prstGeom>
          <a:noFill/>
        </p:spPr>
        <p:txBody>
          <a:bodyPr wrap="square" rtlCol="0">
            <a:spAutoFit/>
          </a:bodyPr>
          <a:lstStyle/>
          <a:p>
            <a:pPr algn="just"/>
            <a:r>
              <a:rPr lang="es-CL" sz="2000" dirty="0"/>
              <a:t>Las maquinas de vectores de soporte seleccionan el plano que maximice el margen </a:t>
            </a:r>
            <a:r>
              <a:rPr lang="es-CL" sz="2000" dirty="0">
                <a:sym typeface="Symbol"/>
              </a:rPr>
              <a:t>.</a:t>
            </a:r>
          </a:p>
          <a:p>
            <a:pPr algn="just"/>
            <a:endParaRPr lang="es-CL" sz="2000" dirty="0"/>
          </a:p>
        </p:txBody>
      </p:sp>
    </p:spTree>
    <p:extLst>
      <p:ext uri="{BB962C8B-B14F-4D97-AF65-F5344CB8AC3E}">
        <p14:creationId xmlns:p14="http://schemas.microsoft.com/office/powerpoint/2010/main" val="269148653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Formulación</a:t>
            </a:r>
          </a:p>
        </p:txBody>
      </p:sp>
      <p:sp>
        <p:nvSpPr>
          <p:cNvPr id="10" name="Content Placeholder 9"/>
          <p:cNvSpPr>
            <a:spLocks noGrp="1"/>
          </p:cNvSpPr>
          <p:nvPr>
            <p:ph idx="1"/>
          </p:nvPr>
        </p:nvSpPr>
        <p:spPr>
          <a:xfrm>
            <a:off x="628650" y="927464"/>
            <a:ext cx="7886700" cy="4990010"/>
          </a:xfrm>
        </p:spPr>
        <p:txBody>
          <a:bodyPr>
            <a:normAutofit/>
          </a:bodyPr>
          <a:lstStyle/>
          <a:p>
            <a:endParaRPr lang="es-ES" dirty="0"/>
          </a:p>
          <a:p>
            <a:endParaRPr lang="es-ES" dirty="0"/>
          </a:p>
          <a:p>
            <a:pPr marL="0" indent="0">
              <a:buNone/>
            </a:pPr>
            <a:endParaRPr lang="es-ES" dirty="0"/>
          </a:p>
        </p:txBody>
      </p:sp>
      <p:sp>
        <p:nvSpPr>
          <p:cNvPr id="4" name="Slide Number Placeholder 3"/>
          <p:cNvSpPr>
            <a:spLocks noGrp="1"/>
          </p:cNvSpPr>
          <p:nvPr>
            <p:ph type="sldNum" sz="quarter" idx="4294967295"/>
          </p:nvPr>
        </p:nvSpPr>
        <p:spPr/>
        <p:txBody>
          <a:bodyPr/>
          <a:lstStyle/>
          <a:p>
            <a:fld id="{ED3C9F24-97CD-894E-963C-61E4D5D33747}" type="slidenum">
              <a:rPr lang="es-ES_tradnl" smtClean="0"/>
              <a:t>99</a:t>
            </a:fld>
            <a:endParaRPr lang="es-ES_tradnl"/>
          </a:p>
        </p:txBody>
      </p:sp>
      <mc:AlternateContent xmlns:mc="http://schemas.openxmlformats.org/markup-compatibility/2006" xmlns:a14="http://schemas.microsoft.com/office/drawing/2010/main">
        <mc:Choice Requires="a14">
          <p:sp>
            <p:nvSpPr>
              <p:cNvPr id="6" name="TextBox 5"/>
              <p:cNvSpPr txBox="1"/>
              <p:nvPr/>
            </p:nvSpPr>
            <p:spPr>
              <a:xfrm>
                <a:off x="444843" y="2194020"/>
                <a:ext cx="3641725" cy="278210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s-ES" sz="2400" i="1" smtClean="0">
                              <a:latin typeface="Cambria Math" panose="02040503050406030204" pitchFamily="18" charset="0"/>
                            </a:rPr>
                          </m:ctrlPr>
                        </m:mPr>
                        <m:mr>
                          <m:e>
                            <m:func>
                              <m:funcPr>
                                <m:ctrlPr>
                                  <a:rPr lang="es-ES" sz="2400" i="1">
                                    <a:latin typeface="Cambria Math" panose="02040503050406030204" pitchFamily="18" charset="0"/>
                                  </a:rPr>
                                </m:ctrlPr>
                              </m:funcPr>
                              <m:fName>
                                <m:limLow>
                                  <m:limLowPr>
                                    <m:ctrlPr>
                                      <a:rPr lang="es-ES" sz="2400" i="1">
                                        <a:latin typeface="Cambria Math" panose="02040503050406030204" pitchFamily="18" charset="0"/>
                                      </a:rPr>
                                    </m:ctrlPr>
                                  </m:limLowPr>
                                  <m:e>
                                    <m:r>
                                      <m:rPr>
                                        <m:sty m:val="p"/>
                                      </m:rPr>
                                      <a:rPr lang="es-ES" sz="2400">
                                        <a:latin typeface="Cambria Math" panose="02040503050406030204" pitchFamily="18" charset="0"/>
                                      </a:rPr>
                                      <m:t>min</m:t>
                                    </m:r>
                                  </m:e>
                                  <m:lim>
                                    <m:r>
                                      <a:rPr lang="es-ES" sz="2400" b="1">
                                        <a:latin typeface="Cambria Math" panose="02040503050406030204" pitchFamily="18" charset="0"/>
                                      </a:rPr>
                                      <m:t>𝐰</m:t>
                                    </m:r>
                                    <m:r>
                                      <a:rPr lang="es-ES" sz="2400" i="1">
                                        <a:latin typeface="Cambria Math" panose="02040503050406030204" pitchFamily="18" charset="0"/>
                                      </a:rPr>
                                      <m:t>,</m:t>
                                    </m:r>
                                    <m:r>
                                      <a:rPr lang="es-ES" sz="2400" b="1">
                                        <a:latin typeface="Cambria Math" panose="02040503050406030204" pitchFamily="18" charset="0"/>
                                      </a:rPr>
                                      <m:t>𝐛</m:t>
                                    </m:r>
                                  </m:lim>
                                </m:limLow>
                              </m:fName>
                              <m:e>
                                <m:sSup>
                                  <m:sSupPr>
                                    <m:ctrlPr>
                                      <a:rPr lang="es-ES" sz="2400" i="1">
                                        <a:latin typeface="Cambria Math" panose="02040503050406030204" pitchFamily="18" charset="0"/>
                                      </a:rPr>
                                    </m:ctrlPr>
                                  </m:sSupPr>
                                  <m:e>
                                    <m:d>
                                      <m:dPr>
                                        <m:begChr m:val="‖"/>
                                        <m:endChr m:val="‖"/>
                                        <m:ctrlPr>
                                          <a:rPr lang="es-ES" sz="2400" i="1">
                                            <a:latin typeface="Cambria Math" panose="02040503050406030204" pitchFamily="18" charset="0"/>
                                          </a:rPr>
                                        </m:ctrlPr>
                                      </m:dPr>
                                      <m:e>
                                        <m:r>
                                          <a:rPr lang="es-ES" sz="2400" b="1">
                                            <a:latin typeface="Cambria Math" panose="02040503050406030204" pitchFamily="18" charset="0"/>
                                          </a:rPr>
                                          <m:t>𝐰</m:t>
                                        </m:r>
                                      </m:e>
                                    </m:d>
                                  </m:e>
                                  <m:sup>
                                    <m:r>
                                      <a:rPr lang="es-ES" sz="2400" i="1">
                                        <a:latin typeface="Cambria Math" panose="02040503050406030204" pitchFamily="18" charset="0"/>
                                      </a:rPr>
                                      <m:t>2</m:t>
                                    </m:r>
                                  </m:sup>
                                </m:sSup>
                              </m:e>
                            </m:func>
                          </m:e>
                        </m:mr>
                        <m:mr>
                          <m:e>
                            <m:r>
                              <m:rPr>
                                <m:sty m:val="p"/>
                              </m:rPr>
                              <a:rPr lang="es-ES" sz="2400" b="0" i="0" smtClean="0">
                                <a:latin typeface="Cambria Math" panose="02040503050406030204" pitchFamily="18" charset="0"/>
                              </a:rPr>
                              <m:t>sujeto</m:t>
                            </m:r>
                            <m:r>
                              <a:rPr lang="es-ES" sz="2400" b="0" i="0" smtClean="0">
                                <a:latin typeface="Cambria Math" panose="02040503050406030204" pitchFamily="18" charset="0"/>
                              </a:rPr>
                              <m:t> </m:t>
                            </m:r>
                            <m:r>
                              <m:rPr>
                                <m:sty m:val="p"/>
                              </m:rPr>
                              <a:rPr lang="es-ES" sz="2400" b="0" i="0" smtClean="0">
                                <a:latin typeface="Cambria Math" panose="02040503050406030204" pitchFamily="18" charset="0"/>
                              </a:rPr>
                              <m:t>a</m:t>
                            </m:r>
                            <m:r>
                              <a:rPr lang="es-ES" sz="2400" b="0" i="1" smtClean="0">
                                <a:latin typeface="Cambria Math" panose="02040503050406030204" pitchFamily="18" charset="0"/>
                              </a:rPr>
                              <m:t>:</m:t>
                            </m:r>
                          </m:e>
                        </m:mr>
                        <m:mr>
                          <m:e>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𝑦</m:t>
                                </m:r>
                              </m:e>
                              <m:sub>
                                <m:r>
                                  <a:rPr lang="es-ES" sz="2400" b="0" i="1" smtClean="0">
                                    <a:latin typeface="Cambria Math" panose="02040503050406030204" pitchFamily="18" charset="0"/>
                                  </a:rPr>
                                  <m:t>𝑖</m:t>
                                </m:r>
                              </m:sub>
                            </m:sSub>
                            <m:r>
                              <a:rPr lang="es-ES" sz="2400" b="0" i="1" smtClean="0">
                                <a:latin typeface="Cambria Math" panose="02040503050406030204" pitchFamily="18" charset="0"/>
                                <a:ea typeface="Cambria Math" panose="02040503050406030204" pitchFamily="18" charset="0"/>
                              </a:rPr>
                              <m:t>∙</m:t>
                            </m:r>
                            <m:d>
                              <m:dPr>
                                <m:ctrlPr>
                                  <a:rPr lang="es-ES" sz="2400" b="0" i="1" smtClean="0">
                                    <a:latin typeface="Cambria Math" panose="02040503050406030204" pitchFamily="18" charset="0"/>
                                    <a:ea typeface="Cambria Math" panose="02040503050406030204" pitchFamily="18" charset="0"/>
                                  </a:rPr>
                                </m:ctrlPr>
                              </m:dPr>
                              <m:e>
                                <m:sSup>
                                  <m:sSupPr>
                                    <m:ctrlPr>
                                      <a:rPr lang="es-ES" sz="2400" i="1" smtClean="0">
                                        <a:latin typeface="Cambria Math" panose="02040503050406030204" pitchFamily="18" charset="0"/>
                                      </a:rPr>
                                    </m:ctrlPr>
                                  </m:sSupPr>
                                  <m:e>
                                    <m:r>
                                      <a:rPr lang="es-ES" sz="2400" b="1" i="0" smtClean="0">
                                        <a:latin typeface="Cambria Math" panose="02040503050406030204" pitchFamily="18" charset="0"/>
                                      </a:rPr>
                                      <m:t>𝐰</m:t>
                                    </m:r>
                                  </m:e>
                                  <m:sup>
                                    <m:r>
                                      <a:rPr lang="es-ES" sz="2400" b="0" i="1" smtClean="0">
                                        <a:latin typeface="Cambria Math" panose="02040503050406030204" pitchFamily="18" charset="0"/>
                                      </a:rPr>
                                      <m:t>𝑇</m:t>
                                    </m:r>
                                  </m:sup>
                                </m:sSup>
                                <m:r>
                                  <a:rPr lang="es-ES" sz="2400" i="1" smtClean="0">
                                    <a:latin typeface="Cambria Math" panose="02040503050406030204" pitchFamily="18" charset="0"/>
                                    <a:ea typeface="Cambria Math" panose="02040503050406030204" pitchFamily="18" charset="0"/>
                                  </a:rPr>
                                  <m:t>𝚽</m:t>
                                </m:r>
                                <m:r>
                                  <a:rPr lang="es-ES" sz="2400" b="1" i="0" smtClean="0">
                                    <a:latin typeface="Cambria Math" panose="02040503050406030204" pitchFamily="18" charset="0"/>
                                    <a:ea typeface="Cambria Math" panose="02040503050406030204" pitchFamily="18" charset="0"/>
                                  </a:rPr>
                                  <m:t>(</m:t>
                                </m:r>
                                <m:r>
                                  <a:rPr lang="es-ES" sz="2400" b="1" i="0" smtClean="0">
                                    <a:latin typeface="Cambria Math" panose="02040503050406030204" pitchFamily="18" charset="0"/>
                                  </a:rPr>
                                  <m:t>𝐱</m:t>
                                </m:r>
                                <m:r>
                                  <a:rPr lang="es-ES" sz="2400" b="1" i="0" smtClean="0">
                                    <a:latin typeface="Cambria Math" panose="02040503050406030204" pitchFamily="18" charset="0"/>
                                  </a:rPr>
                                  <m:t>)</m:t>
                                </m:r>
                                <m:r>
                                  <a:rPr lang="es-ES" sz="2400" b="0" i="1" smtClean="0">
                                    <a:latin typeface="Cambria Math" panose="02040503050406030204" pitchFamily="18" charset="0"/>
                                  </a:rPr>
                                  <m:t>+</m:t>
                                </m:r>
                                <m:r>
                                  <a:rPr lang="es-ES" sz="2400" b="1" i="0" smtClean="0">
                                    <a:latin typeface="Cambria Math" panose="02040503050406030204" pitchFamily="18" charset="0"/>
                                  </a:rPr>
                                  <m:t>𝐛</m:t>
                                </m:r>
                              </m:e>
                            </m:d>
                            <m:r>
                              <a:rPr lang="es-ES" sz="2400" i="1">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1</m:t>
                            </m:r>
                          </m:e>
                        </m:mr>
                      </m:m>
                    </m:oMath>
                  </m:oMathPara>
                </a14:m>
                <a:endParaRPr lang="es-CL" sz="2400" b="0" dirty="0">
                  <a:ea typeface="Cambria Math" panose="02040503050406030204" pitchFamily="18" charset="0"/>
                </a:endParaRPr>
              </a:p>
              <a:p>
                <a:endParaRPr lang="es-ES" sz="2400" dirty="0"/>
              </a:p>
              <a:p>
                <a14:m>
                  <m:oMath xmlns:m="http://schemas.openxmlformats.org/officeDocument/2006/math">
                    <m:sSub>
                      <m:sSubPr>
                        <m:ctrlPr>
                          <a:rPr lang="es-ES" sz="2400" i="1">
                            <a:latin typeface="Cambria Math" panose="02040503050406030204" pitchFamily="18" charset="0"/>
                          </a:rPr>
                        </m:ctrlPr>
                      </m:sSubPr>
                      <m:e>
                        <m:r>
                          <a:rPr lang="es-ES" sz="2400" i="1">
                            <a:latin typeface="Cambria Math" panose="02040503050406030204" pitchFamily="18" charset="0"/>
                          </a:rPr>
                          <m:t>𝑦</m:t>
                        </m:r>
                      </m:e>
                      <m:sub>
                        <m:r>
                          <a:rPr lang="es-ES" sz="2400" i="1">
                            <a:latin typeface="Cambria Math" panose="02040503050406030204" pitchFamily="18" charset="0"/>
                          </a:rPr>
                          <m:t>𝑖</m:t>
                        </m:r>
                      </m:sub>
                    </m:sSub>
                  </m:oMath>
                </a14:m>
                <a:r>
                  <a:rPr lang="es-ES" sz="2400" baseline="-25000" dirty="0"/>
                  <a:t> </a:t>
                </a:r>
                <a:r>
                  <a:rPr lang="es-ES" sz="2400" dirty="0"/>
                  <a:t>es igual a 1 para la clase 1 e igual a -1 para la clase 2.</a:t>
                </a:r>
                <a:endParaRPr lang="en-US" sz="2400" dirty="0"/>
              </a:p>
              <a:p>
                <a:endParaRPr lang="es-E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444843" y="2194020"/>
                <a:ext cx="3641725" cy="2782108"/>
              </a:xfrm>
              <a:prstGeom prst="rect">
                <a:avLst/>
              </a:prstGeom>
              <a:blipFill>
                <a:blip r:embed="rId2"/>
                <a:stretch>
                  <a:fillRect l="-5193" r="-2513"/>
                </a:stretch>
              </a:blipFill>
            </p:spPr>
            <p:txBody>
              <a:bodyPr/>
              <a:lstStyle/>
              <a:p>
                <a:r>
                  <a:rPr lang="en-US">
                    <a:noFill/>
                  </a:rPr>
                  <a:t> </a:t>
                </a:r>
              </a:p>
            </p:txBody>
          </p:sp>
        </mc:Fallback>
      </mc:AlternateContent>
      <p:pic>
        <p:nvPicPr>
          <p:cNvPr id="5122" name="Picture 2" descr="Support vector machine - Wikiped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350" y="1355108"/>
            <a:ext cx="4248000" cy="4134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864150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Formulación</a:t>
            </a:r>
          </a:p>
        </p:txBody>
      </p:sp>
      <p:sp>
        <p:nvSpPr>
          <p:cNvPr id="4" name="Slide Number Placeholder 3"/>
          <p:cNvSpPr>
            <a:spLocks noGrp="1"/>
          </p:cNvSpPr>
          <p:nvPr>
            <p:ph type="sldNum" sz="quarter" idx="4294967295"/>
          </p:nvPr>
        </p:nvSpPr>
        <p:spPr/>
        <p:txBody>
          <a:bodyPr/>
          <a:lstStyle/>
          <a:p>
            <a:fld id="{ED3C9F24-97CD-894E-963C-61E4D5D33747}" type="slidenum">
              <a:rPr lang="es-ES_tradnl" smtClean="0"/>
              <a:t>100</a:t>
            </a:fld>
            <a:endParaRPr lang="es-ES_tradnl"/>
          </a:p>
        </p:txBody>
      </p:sp>
      <mc:AlternateContent xmlns:mc="http://schemas.openxmlformats.org/markup-compatibility/2006" xmlns:a14="http://schemas.microsoft.com/office/drawing/2010/main">
        <mc:Choice Requires="a14">
          <p:sp>
            <p:nvSpPr>
              <p:cNvPr id="7" name="TextBox 6"/>
              <p:cNvSpPr txBox="1"/>
              <p:nvPr/>
            </p:nvSpPr>
            <p:spPr>
              <a:xfrm>
                <a:off x="782502" y="2029462"/>
                <a:ext cx="3616503" cy="16826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s-ES" sz="2400" i="1" smtClean="0">
                              <a:latin typeface="Cambria Math" panose="02040503050406030204" pitchFamily="18" charset="0"/>
                            </a:rPr>
                          </m:ctrlPr>
                        </m:mPr>
                        <m:mr>
                          <m:e>
                            <m:func>
                              <m:funcPr>
                                <m:ctrlPr>
                                  <a:rPr lang="es-ES" sz="2400" i="1">
                                    <a:latin typeface="Cambria Math" panose="02040503050406030204" pitchFamily="18" charset="0"/>
                                  </a:rPr>
                                </m:ctrlPr>
                              </m:funcPr>
                              <m:fName>
                                <m:limLow>
                                  <m:limLowPr>
                                    <m:ctrlPr>
                                      <a:rPr lang="es-ES" sz="2400" i="1">
                                        <a:latin typeface="Cambria Math" panose="02040503050406030204" pitchFamily="18" charset="0"/>
                                      </a:rPr>
                                    </m:ctrlPr>
                                  </m:limLowPr>
                                  <m:e>
                                    <m:r>
                                      <m:rPr>
                                        <m:sty m:val="p"/>
                                      </m:rPr>
                                      <a:rPr lang="es-ES" sz="2400">
                                        <a:latin typeface="Cambria Math" panose="02040503050406030204" pitchFamily="18" charset="0"/>
                                      </a:rPr>
                                      <m:t>min</m:t>
                                    </m:r>
                                  </m:e>
                                  <m:lim>
                                    <m:r>
                                      <a:rPr lang="es-ES" sz="2400" b="1">
                                        <a:latin typeface="Cambria Math" panose="02040503050406030204" pitchFamily="18" charset="0"/>
                                      </a:rPr>
                                      <m:t>𝐰</m:t>
                                    </m:r>
                                    <m:r>
                                      <a:rPr lang="es-ES" sz="2400" i="1">
                                        <a:latin typeface="Cambria Math" panose="02040503050406030204" pitchFamily="18" charset="0"/>
                                      </a:rPr>
                                      <m:t>,</m:t>
                                    </m:r>
                                    <m:r>
                                      <a:rPr lang="es-ES" sz="2400" b="1">
                                        <a:latin typeface="Cambria Math" panose="02040503050406030204" pitchFamily="18" charset="0"/>
                                      </a:rPr>
                                      <m:t>𝐛</m:t>
                                    </m:r>
                                    <m:r>
                                      <a:rPr lang="es-ES" sz="2400" b="1" i="0" smtClean="0">
                                        <a:latin typeface="Cambria Math" panose="02040503050406030204" pitchFamily="18" charset="0"/>
                                      </a:rPr>
                                      <m:t>,</m:t>
                                    </m:r>
                                    <m:r>
                                      <a:rPr lang="es-ES" sz="2400" b="1" i="0" smtClean="0">
                                        <a:latin typeface="Cambria Math" panose="02040503050406030204" pitchFamily="18" charset="0"/>
                                        <a:ea typeface="Cambria Math" panose="02040503050406030204" pitchFamily="18" charset="0"/>
                                      </a:rPr>
                                      <m:t>𝛏</m:t>
                                    </m:r>
                                  </m:lim>
                                </m:limLow>
                              </m:fName>
                              <m:e>
                                <m:sSup>
                                  <m:sSupPr>
                                    <m:ctrlPr>
                                      <a:rPr lang="es-ES" sz="2400" i="1">
                                        <a:latin typeface="Cambria Math" panose="02040503050406030204" pitchFamily="18" charset="0"/>
                                      </a:rPr>
                                    </m:ctrlPr>
                                  </m:sSupPr>
                                  <m:e>
                                    <m:d>
                                      <m:dPr>
                                        <m:begChr m:val="‖"/>
                                        <m:endChr m:val="‖"/>
                                        <m:ctrlPr>
                                          <a:rPr lang="es-ES" sz="2400" i="1">
                                            <a:latin typeface="Cambria Math" panose="02040503050406030204" pitchFamily="18" charset="0"/>
                                          </a:rPr>
                                        </m:ctrlPr>
                                      </m:dPr>
                                      <m:e>
                                        <m:r>
                                          <a:rPr lang="es-ES" sz="2400" b="1">
                                            <a:latin typeface="Cambria Math" panose="02040503050406030204" pitchFamily="18" charset="0"/>
                                          </a:rPr>
                                          <m:t>𝐰</m:t>
                                        </m:r>
                                      </m:e>
                                    </m:d>
                                  </m:e>
                                  <m:sup>
                                    <m:r>
                                      <a:rPr lang="es-ES" sz="2400" i="1">
                                        <a:latin typeface="Cambria Math" panose="02040503050406030204" pitchFamily="18" charset="0"/>
                                      </a:rPr>
                                      <m:t>2</m:t>
                                    </m:r>
                                  </m:sup>
                                </m:sSup>
                              </m:e>
                            </m:func>
                            <m:r>
                              <a:rPr lang="es-ES" sz="2400" b="0" i="1" smtClean="0">
                                <a:latin typeface="Cambria Math" panose="02040503050406030204" pitchFamily="18" charset="0"/>
                              </a:rPr>
                              <m:t>+</m:t>
                            </m:r>
                            <m:r>
                              <a:rPr lang="es-ES" sz="2400" b="0" i="1" smtClean="0">
                                <a:latin typeface="Cambria Math" panose="02040503050406030204" pitchFamily="18" charset="0"/>
                              </a:rPr>
                              <m:t>𝐶</m:t>
                            </m:r>
                            <m:nary>
                              <m:naryPr>
                                <m:chr m:val="∑"/>
                                <m:subHide m:val="on"/>
                                <m:supHide m:val="on"/>
                                <m:ctrlPr>
                                  <a:rPr lang="es-ES" sz="2400" b="0" i="1" smtClean="0">
                                    <a:latin typeface="Cambria Math" panose="02040503050406030204" pitchFamily="18" charset="0"/>
                                  </a:rPr>
                                </m:ctrlPr>
                              </m:naryPr>
                              <m:sub/>
                              <m:sup/>
                              <m:e>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ea typeface="Cambria Math" panose="02040503050406030204" pitchFamily="18" charset="0"/>
                                      </a:rPr>
                                      <m:t>𝜉</m:t>
                                    </m:r>
                                  </m:e>
                                  <m:sub>
                                    <m:r>
                                      <a:rPr lang="es-ES" sz="2400" b="0" i="1" smtClean="0">
                                        <a:latin typeface="Cambria Math" panose="02040503050406030204" pitchFamily="18" charset="0"/>
                                      </a:rPr>
                                      <m:t>𝑖</m:t>
                                    </m:r>
                                  </m:sub>
                                </m:sSub>
                              </m:e>
                            </m:nary>
                          </m:e>
                        </m:mr>
                        <m:mr>
                          <m:e>
                            <m:r>
                              <m:rPr>
                                <m:sty m:val="p"/>
                              </m:rPr>
                              <a:rPr lang="es-ES" sz="2400" b="0" i="0" smtClean="0">
                                <a:latin typeface="Cambria Math" panose="02040503050406030204" pitchFamily="18" charset="0"/>
                              </a:rPr>
                              <m:t>sujeto</m:t>
                            </m:r>
                            <m:r>
                              <a:rPr lang="es-ES" sz="2400" b="0" i="0" smtClean="0">
                                <a:latin typeface="Cambria Math" panose="02040503050406030204" pitchFamily="18" charset="0"/>
                              </a:rPr>
                              <m:t> </m:t>
                            </m:r>
                            <m:r>
                              <m:rPr>
                                <m:sty m:val="p"/>
                              </m:rPr>
                              <a:rPr lang="es-ES" sz="2400" b="0" i="0" smtClean="0">
                                <a:latin typeface="Cambria Math" panose="02040503050406030204" pitchFamily="18" charset="0"/>
                              </a:rPr>
                              <m:t>a</m:t>
                            </m:r>
                            <m:r>
                              <a:rPr lang="es-ES" sz="2400" b="0" i="1" smtClean="0">
                                <a:latin typeface="Cambria Math" panose="02040503050406030204" pitchFamily="18" charset="0"/>
                              </a:rPr>
                              <m:t>:</m:t>
                            </m:r>
                          </m:e>
                        </m:mr>
                        <m:mr>
                          <m:e>
                            <m:sSub>
                              <m:sSubPr>
                                <m:ctrlPr>
                                  <a:rPr lang="es-ES" sz="2400" i="1">
                                    <a:latin typeface="Cambria Math" panose="02040503050406030204" pitchFamily="18" charset="0"/>
                                  </a:rPr>
                                </m:ctrlPr>
                              </m:sSubPr>
                              <m:e>
                                <m:r>
                                  <a:rPr lang="es-ES" sz="2400" i="1">
                                    <a:latin typeface="Cambria Math" panose="02040503050406030204" pitchFamily="18" charset="0"/>
                                  </a:rPr>
                                  <m:t>𝑦</m:t>
                                </m:r>
                              </m:e>
                              <m:sub>
                                <m:r>
                                  <a:rPr lang="es-ES" sz="2400" i="1">
                                    <a:latin typeface="Cambria Math" panose="02040503050406030204" pitchFamily="18" charset="0"/>
                                  </a:rPr>
                                  <m:t>𝑖</m:t>
                                </m:r>
                              </m:sub>
                            </m:sSub>
                            <m:r>
                              <a:rPr lang="es-ES" sz="2400" i="1">
                                <a:latin typeface="Cambria Math" panose="02040503050406030204" pitchFamily="18" charset="0"/>
                                <a:ea typeface="Cambria Math" panose="02040503050406030204" pitchFamily="18" charset="0"/>
                              </a:rPr>
                              <m:t>∙</m:t>
                            </m:r>
                            <m:d>
                              <m:dPr>
                                <m:ctrlPr>
                                  <a:rPr lang="es-ES" sz="2400" i="1">
                                    <a:latin typeface="Cambria Math" panose="02040503050406030204" pitchFamily="18" charset="0"/>
                                    <a:ea typeface="Cambria Math" panose="02040503050406030204" pitchFamily="18" charset="0"/>
                                  </a:rPr>
                                </m:ctrlPr>
                              </m:dPr>
                              <m:e>
                                <m:sSup>
                                  <m:sSupPr>
                                    <m:ctrlPr>
                                      <a:rPr lang="es-ES" sz="2400" i="1">
                                        <a:latin typeface="Cambria Math" panose="02040503050406030204" pitchFamily="18" charset="0"/>
                                      </a:rPr>
                                    </m:ctrlPr>
                                  </m:sSupPr>
                                  <m:e>
                                    <m:r>
                                      <a:rPr lang="es-ES" sz="2400" b="1">
                                        <a:latin typeface="Cambria Math" panose="02040503050406030204" pitchFamily="18" charset="0"/>
                                      </a:rPr>
                                      <m:t>𝐰</m:t>
                                    </m:r>
                                  </m:e>
                                  <m:sup>
                                    <m:r>
                                      <a:rPr lang="es-ES" sz="2400" i="1">
                                        <a:latin typeface="Cambria Math" panose="02040503050406030204" pitchFamily="18" charset="0"/>
                                      </a:rPr>
                                      <m:t>𝑇</m:t>
                                    </m:r>
                                  </m:sup>
                                </m:sSup>
                                <m:r>
                                  <m:rPr>
                                    <m:sty m:val="p"/>
                                  </m:rPr>
                                  <a:rPr lang="el-GR" sz="2400" i="1" smtClean="0">
                                    <a:latin typeface="Cambria Math" panose="02040503050406030204" pitchFamily="18" charset="0"/>
                                    <a:ea typeface="Cambria Math" panose="02040503050406030204" pitchFamily="18" charset="0"/>
                                  </a:rPr>
                                  <m:t>Φ</m:t>
                                </m:r>
                                <m:r>
                                  <a:rPr lang="es-ES" sz="2400" b="0" i="1" smtClean="0">
                                    <a:latin typeface="Cambria Math" panose="02040503050406030204" pitchFamily="18" charset="0"/>
                                    <a:ea typeface="Cambria Math" panose="02040503050406030204" pitchFamily="18" charset="0"/>
                                  </a:rPr>
                                  <m:t>(</m:t>
                                </m:r>
                                <m:r>
                                  <a:rPr lang="es-ES" sz="2400" b="1">
                                    <a:latin typeface="Cambria Math" panose="02040503050406030204" pitchFamily="18" charset="0"/>
                                  </a:rPr>
                                  <m:t>𝐱</m:t>
                                </m:r>
                                <m:r>
                                  <a:rPr lang="es-ES" sz="2400" b="0" i="1" smtClean="0">
                                    <a:latin typeface="Cambria Math" panose="02040503050406030204" pitchFamily="18" charset="0"/>
                                  </a:rPr>
                                  <m:t>)</m:t>
                                </m:r>
                                <m:r>
                                  <a:rPr lang="es-ES" sz="2400" i="1">
                                    <a:latin typeface="Cambria Math" panose="02040503050406030204" pitchFamily="18" charset="0"/>
                                  </a:rPr>
                                  <m:t>+</m:t>
                                </m:r>
                                <m:r>
                                  <a:rPr lang="es-ES" sz="2400" b="1">
                                    <a:latin typeface="Cambria Math" panose="02040503050406030204" pitchFamily="18" charset="0"/>
                                  </a:rPr>
                                  <m:t>𝐛</m:t>
                                </m:r>
                              </m:e>
                            </m:d>
                            <m:r>
                              <a:rPr lang="es-ES" sz="2400" i="1">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1−</m:t>
                            </m:r>
                            <m:sSub>
                              <m:sSubPr>
                                <m:ctrlPr>
                                  <a:rPr lang="es-ES" sz="2400" b="0" i="1" smtClean="0">
                                    <a:latin typeface="Cambria Math" panose="02040503050406030204" pitchFamily="18" charset="0"/>
                                    <a:ea typeface="Cambria Math" panose="02040503050406030204" pitchFamily="18" charset="0"/>
                                  </a:rPr>
                                </m:ctrlPr>
                              </m:sSubPr>
                              <m:e>
                                <m:r>
                                  <a:rPr lang="es-ES" sz="2400" b="0" i="1" smtClean="0">
                                    <a:latin typeface="Cambria Math" panose="02040503050406030204" pitchFamily="18" charset="0"/>
                                    <a:ea typeface="Cambria Math" panose="02040503050406030204" pitchFamily="18" charset="0"/>
                                  </a:rPr>
                                  <m:t>𝜉</m:t>
                                </m:r>
                              </m:e>
                              <m:sub>
                                <m:r>
                                  <a:rPr lang="es-ES" sz="2400" b="0" i="1" smtClean="0">
                                    <a:latin typeface="Cambria Math" panose="02040503050406030204" pitchFamily="18" charset="0"/>
                                    <a:ea typeface="Cambria Math" panose="02040503050406030204" pitchFamily="18" charset="0"/>
                                  </a:rPr>
                                  <m:t>𝑖</m:t>
                                </m:r>
                              </m:sub>
                            </m:sSub>
                          </m:e>
                        </m:mr>
                      </m:m>
                    </m:oMath>
                  </m:oMathPara>
                </a14:m>
                <a:endParaRPr lang="es-ES"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782502" y="2029462"/>
                <a:ext cx="3616503" cy="168264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9"/>
              <p:cNvSpPr>
                <a:spLocks noGrp="1"/>
              </p:cNvSpPr>
              <p:nvPr>
                <p:ph idx="1"/>
              </p:nvPr>
            </p:nvSpPr>
            <p:spPr>
              <a:xfrm>
                <a:off x="459591" y="1033869"/>
                <a:ext cx="4164716" cy="5127348"/>
              </a:xfrm>
            </p:spPr>
            <p:txBody>
              <a:bodyPr>
                <a:normAutofit/>
              </a:bodyPr>
              <a:lstStyle/>
              <a:p>
                <a:endParaRPr lang="es-ES" dirty="0"/>
              </a:p>
              <a:p>
                <a:endParaRPr lang="es-ES" dirty="0"/>
              </a:p>
              <a:p>
                <a:endParaRPr lang="es-ES" dirty="0"/>
              </a:p>
              <a:p>
                <a:pPr marL="0" indent="0">
                  <a:buNone/>
                </a:pPr>
                <a:endParaRPr lang="es-CL" i="1" dirty="0">
                  <a:latin typeface="Cambria Math" panose="02040503050406030204" pitchFamily="18" charset="0"/>
                </a:endParaRPr>
              </a:p>
              <a:p>
                <a:pPr marL="0" indent="0">
                  <a:buNone/>
                </a:pPr>
                <a:endParaRPr lang="es-CL" i="1" dirty="0">
                  <a:latin typeface="Cambria Math" panose="02040503050406030204" pitchFamily="18" charset="0"/>
                </a:endParaRPr>
              </a:p>
              <a:p>
                <a:pPr marL="0" indent="0">
                  <a:buNone/>
                </a:pPr>
                <a:endParaRPr lang="es-CL" i="1" dirty="0">
                  <a:latin typeface="Cambria Math" panose="02040503050406030204" pitchFamily="18" charset="0"/>
                </a:endParaRPr>
              </a:p>
              <a:p>
                <a:pPr marL="0" indent="0">
                  <a:buNone/>
                </a:pPr>
                <a:endParaRPr lang="es-CL" i="1" dirty="0">
                  <a:latin typeface="Cambria Math" panose="02040503050406030204" pitchFamily="18" charset="0"/>
                </a:endParaRPr>
              </a:p>
              <a:p>
                <a:pPr marL="0" indent="0">
                  <a:buNone/>
                </a:pPr>
                <a14:m>
                  <m:oMath xmlns:m="http://schemas.openxmlformats.org/officeDocument/2006/math">
                    <m:r>
                      <a:rPr lang="es-ES" i="1">
                        <a:latin typeface="Cambria Math" panose="02040503050406030204" pitchFamily="18" charset="0"/>
                      </a:rPr>
                      <m:t>𝐶</m:t>
                    </m:r>
                  </m:oMath>
                </a14:m>
                <a:r>
                  <a:rPr lang="es-ES" dirty="0"/>
                  <a:t> es un factor de penalización para el error.</a:t>
                </a:r>
                <a:endParaRPr lang="es-ES" baseline="-25000" dirty="0"/>
              </a:p>
              <a:p>
                <a:pPr marL="0" indent="0">
                  <a:buNone/>
                </a:pPr>
                <a:endParaRPr lang="es-ES" dirty="0"/>
              </a:p>
            </p:txBody>
          </p:sp>
        </mc:Choice>
        <mc:Fallback xmlns="">
          <p:sp>
            <p:nvSpPr>
              <p:cNvPr id="10" name="Content Placeholder 9"/>
              <p:cNvSpPr>
                <a:spLocks noGrp="1" noRot="1" noChangeAspect="1" noMove="1" noResize="1" noEditPoints="1" noAdjustHandles="1" noChangeArrowheads="1" noChangeShapeType="1" noTextEdit="1"/>
              </p:cNvSpPr>
              <p:nvPr>
                <p:ph idx="1"/>
              </p:nvPr>
            </p:nvSpPr>
            <p:spPr>
              <a:xfrm>
                <a:off x="459591" y="1033869"/>
                <a:ext cx="4164716" cy="5127348"/>
              </a:xfrm>
              <a:blipFill>
                <a:blip r:embed="rId3"/>
                <a:stretch>
                  <a:fillRect l="-2193"/>
                </a:stretch>
              </a:blipFill>
            </p:spPr>
            <p:txBody>
              <a:bodyPr/>
              <a:lstStyle/>
              <a:p>
                <a:r>
                  <a:rPr lang="en-US">
                    <a:noFill/>
                  </a:rPr>
                  <a:t> </a:t>
                </a:r>
              </a:p>
            </p:txBody>
          </p:sp>
        </mc:Fallback>
      </mc:AlternateContent>
      <p:pic>
        <p:nvPicPr>
          <p:cNvPr id="28" name="Imagen 27"/>
          <p:cNvPicPr>
            <a:picLocks noChangeAspect="1"/>
          </p:cNvPicPr>
          <p:nvPr/>
        </p:nvPicPr>
        <p:blipFill>
          <a:blip r:embed="rId4"/>
          <a:stretch>
            <a:fillRect/>
          </a:stretch>
        </p:blipFill>
        <p:spPr>
          <a:xfrm>
            <a:off x="4168323" y="1339476"/>
            <a:ext cx="4803011" cy="4680000"/>
          </a:xfrm>
          <a:prstGeom prst="rect">
            <a:avLst/>
          </a:prstGeom>
        </p:spPr>
      </p:pic>
    </p:spTree>
    <p:extLst>
      <p:ext uri="{BB962C8B-B14F-4D97-AF65-F5344CB8AC3E}">
        <p14:creationId xmlns:p14="http://schemas.microsoft.com/office/powerpoint/2010/main" val="129139541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dirty="0"/>
              <a:t>Maquinas de vectores de soporte</a:t>
            </a:r>
            <a:br>
              <a:rPr lang="es-CL" dirty="0"/>
            </a:br>
            <a:endParaRPr lang="es-CL" sz="3200" dirty="0"/>
          </a:p>
        </p:txBody>
      </p:sp>
      <p:sp>
        <p:nvSpPr>
          <p:cNvPr id="3" name="2 Marcador de contenido"/>
          <p:cNvSpPr>
            <a:spLocks noGrp="1"/>
          </p:cNvSpPr>
          <p:nvPr>
            <p:ph idx="1"/>
          </p:nvPr>
        </p:nvSpPr>
        <p:spPr>
          <a:xfrm>
            <a:off x="628650" y="1210760"/>
            <a:ext cx="7886700" cy="4351338"/>
          </a:xfrm>
        </p:spPr>
        <p:txBody>
          <a:bodyPr>
            <a:normAutofit/>
          </a:bodyPr>
          <a:lstStyle/>
          <a:p>
            <a:pPr marL="0" indent="0" algn="just">
              <a:buNone/>
            </a:pPr>
            <a:r>
              <a:rPr lang="es-CL" dirty="0"/>
              <a:t>Si los datos no son linealmente separable, se realiza una transformación del espacio a uno de mayor dimensión en donde si son separables por un plano.</a:t>
            </a:r>
          </a:p>
        </p:txBody>
      </p:sp>
      <p:sp>
        <p:nvSpPr>
          <p:cNvPr id="4" name="3 Marcador de número de diapositiva"/>
          <p:cNvSpPr>
            <a:spLocks noGrp="1"/>
          </p:cNvSpPr>
          <p:nvPr>
            <p:ph type="sldNum" sz="quarter" idx="4294967295"/>
          </p:nvPr>
        </p:nvSpPr>
        <p:spPr/>
        <p:txBody>
          <a:bodyPr/>
          <a:lstStyle/>
          <a:p>
            <a:fld id="{ED3C9F24-97CD-894E-963C-61E4D5D33747}" type="slidenum">
              <a:rPr lang="es-ES_tradnl" smtClean="0"/>
              <a:t>101</a:t>
            </a:fld>
            <a:endParaRPr lang="es-ES_tradnl"/>
          </a:p>
        </p:txBody>
      </p:sp>
      <p:grpSp>
        <p:nvGrpSpPr>
          <p:cNvPr id="11" name="Grupo 10"/>
          <p:cNvGrpSpPr/>
          <p:nvPr/>
        </p:nvGrpSpPr>
        <p:grpSpPr>
          <a:xfrm>
            <a:off x="1116000" y="2546271"/>
            <a:ext cx="6912000" cy="3273949"/>
            <a:chOff x="1116000" y="2657481"/>
            <a:chExt cx="6912000" cy="3273949"/>
          </a:xfrm>
        </p:grpSpPr>
        <p:pic>
          <p:nvPicPr>
            <p:cNvPr id="8" name="Imagen 7"/>
            <p:cNvPicPr>
              <a:picLocks noChangeAspect="1"/>
            </p:cNvPicPr>
            <p:nvPr/>
          </p:nvPicPr>
          <p:blipFill rotWithShape="1">
            <a:blip r:embed="rId2"/>
            <a:srcRect t="14052" b="16727"/>
            <a:stretch/>
          </p:blipFill>
          <p:spPr>
            <a:xfrm>
              <a:off x="1116000" y="2657481"/>
              <a:ext cx="6912000" cy="2990335"/>
            </a:xfrm>
            <a:prstGeom prst="rect">
              <a:avLst/>
            </a:prstGeom>
          </p:spPr>
        </p:pic>
        <p:sp>
          <p:nvSpPr>
            <p:cNvPr id="9" name="CuadroTexto 8"/>
            <p:cNvSpPr txBox="1"/>
            <p:nvPr/>
          </p:nvSpPr>
          <p:spPr>
            <a:xfrm>
              <a:off x="2644347" y="5531782"/>
              <a:ext cx="362600" cy="369332"/>
            </a:xfrm>
            <a:prstGeom prst="rect">
              <a:avLst/>
            </a:prstGeom>
            <a:solidFill>
              <a:schemeClr val="bg1"/>
            </a:solidFill>
          </p:spPr>
          <p:txBody>
            <a:bodyPr wrap="square" rtlCol="0">
              <a:spAutoFit/>
            </a:bodyPr>
            <a:lstStyle/>
            <a:p>
              <a:r>
                <a:rPr lang="es-CL" dirty="0"/>
                <a:t>x</a:t>
              </a:r>
              <a:r>
                <a:rPr lang="es-CL" baseline="-25000" dirty="0"/>
                <a:t>1</a:t>
              </a:r>
              <a:endParaRPr lang="en-US" baseline="-25000" dirty="0"/>
            </a:p>
          </p:txBody>
        </p:sp>
        <p:sp>
          <p:nvSpPr>
            <p:cNvPr id="12" name="CuadroTexto 11"/>
            <p:cNvSpPr txBox="1"/>
            <p:nvPr/>
          </p:nvSpPr>
          <p:spPr>
            <a:xfrm>
              <a:off x="1276866" y="3992696"/>
              <a:ext cx="362600" cy="369332"/>
            </a:xfrm>
            <a:prstGeom prst="rect">
              <a:avLst/>
            </a:prstGeom>
            <a:solidFill>
              <a:schemeClr val="bg1"/>
            </a:solidFill>
          </p:spPr>
          <p:txBody>
            <a:bodyPr wrap="square" rtlCol="0">
              <a:spAutoFit/>
            </a:bodyPr>
            <a:lstStyle/>
            <a:p>
              <a:r>
                <a:rPr lang="es-CL" dirty="0"/>
                <a:t>x</a:t>
              </a:r>
              <a:r>
                <a:rPr lang="es-CL" baseline="-25000" dirty="0"/>
                <a:t>2</a:t>
              </a:r>
              <a:endParaRPr lang="en-US" baseline="-25000" dirty="0"/>
            </a:p>
          </p:txBody>
        </p:sp>
        <p:sp>
          <p:nvSpPr>
            <p:cNvPr id="13" name="CuadroTexto 12"/>
            <p:cNvSpPr txBox="1"/>
            <p:nvPr/>
          </p:nvSpPr>
          <p:spPr>
            <a:xfrm>
              <a:off x="5579848" y="5562098"/>
              <a:ext cx="362600" cy="369332"/>
            </a:xfrm>
            <a:prstGeom prst="rect">
              <a:avLst/>
            </a:prstGeom>
            <a:solidFill>
              <a:schemeClr val="bg1"/>
            </a:solidFill>
          </p:spPr>
          <p:txBody>
            <a:bodyPr wrap="square" rtlCol="0">
              <a:spAutoFit/>
            </a:bodyPr>
            <a:lstStyle/>
            <a:p>
              <a:r>
                <a:rPr lang="es-CL" dirty="0"/>
                <a:t>x</a:t>
              </a:r>
              <a:r>
                <a:rPr lang="es-CL" baseline="-25000" dirty="0"/>
                <a:t>1</a:t>
              </a:r>
              <a:endParaRPr lang="en-US" baseline="-25000" dirty="0"/>
            </a:p>
          </p:txBody>
        </p:sp>
        <p:sp>
          <p:nvSpPr>
            <p:cNvPr id="10" name="Flecha derecha 9"/>
            <p:cNvSpPr/>
            <p:nvPr/>
          </p:nvSpPr>
          <p:spPr>
            <a:xfrm>
              <a:off x="4222073" y="4152648"/>
              <a:ext cx="407773" cy="308141"/>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3998875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dirty="0"/>
              <a:t>Maquinas de vectores de soporte</a:t>
            </a:r>
            <a:br>
              <a:rPr lang="es-CL" dirty="0"/>
            </a:br>
            <a:endParaRPr lang="es-CL" dirty="0"/>
          </a:p>
        </p:txBody>
      </p:sp>
      <mc:AlternateContent xmlns:mc="http://schemas.openxmlformats.org/markup-compatibility/2006" xmlns:a14="http://schemas.microsoft.com/office/drawing/2010/main">
        <mc:Choice Requires="a14">
          <p:sp>
            <p:nvSpPr>
              <p:cNvPr id="3" name="2 Marcador de contenido"/>
              <p:cNvSpPr>
                <a:spLocks noGrp="1"/>
              </p:cNvSpPr>
              <p:nvPr>
                <p:ph idx="1"/>
              </p:nvPr>
            </p:nvSpPr>
            <p:spPr/>
            <p:txBody>
              <a:bodyPr>
                <a:normAutofit/>
              </a:bodyPr>
              <a:lstStyle/>
              <a:p>
                <a:pPr marL="0" indent="0">
                  <a:buNone/>
                </a:pPr>
                <a:r>
                  <a:rPr lang="es-CL" sz="2400" dirty="0"/>
                  <a:t>Esta transformación de realiza por medio de funciones </a:t>
                </a:r>
                <a:r>
                  <a:rPr lang="es-CL" sz="2400" dirty="0" err="1"/>
                  <a:t>Kernel</a:t>
                </a:r>
                <a:r>
                  <a:rPr lang="es-CL" sz="2400" dirty="0"/>
                  <a:t> de manera que </a:t>
                </a:r>
                <a14:m>
                  <m:oMath xmlns:m="http://schemas.openxmlformats.org/officeDocument/2006/math">
                    <m:r>
                      <a:rPr lang="es-CL" sz="2400" b="0" i="1" smtClean="0">
                        <a:latin typeface="Cambria Math"/>
                      </a:rPr>
                      <m:t>𝐾</m:t>
                    </m:r>
                    <m:d>
                      <m:dPr>
                        <m:ctrlPr>
                          <a:rPr lang="es-CL" sz="2400" b="0" i="1" smtClean="0">
                            <a:latin typeface="Cambria Math" panose="02040503050406030204" pitchFamily="18" charset="0"/>
                          </a:rPr>
                        </m:ctrlPr>
                      </m:dPr>
                      <m:e>
                        <m:r>
                          <a:rPr lang="es-CL" sz="2400" b="0" i="1" smtClean="0">
                            <a:latin typeface="Cambria Math"/>
                          </a:rPr>
                          <m:t>𝑥</m:t>
                        </m:r>
                        <m:r>
                          <a:rPr lang="es-CL" sz="2400" b="0" i="1" smtClean="0">
                            <a:latin typeface="Cambria Math"/>
                          </a:rPr>
                          <m:t>,</m:t>
                        </m:r>
                        <m:r>
                          <a:rPr lang="es-CL" sz="2400" b="0" i="1" smtClean="0">
                            <a:latin typeface="Cambria Math"/>
                          </a:rPr>
                          <m:t>𝑦</m:t>
                        </m:r>
                      </m:e>
                    </m:d>
                    <m:r>
                      <a:rPr lang="es-CL" sz="2400" b="0" i="1" smtClean="0">
                        <a:latin typeface="Cambria Math"/>
                      </a:rPr>
                      <m:t>=&lt;</m:t>
                    </m:r>
                    <m:r>
                      <a:rPr lang="es-CL" sz="2400" b="0" i="1" smtClean="0">
                        <a:latin typeface="Cambria Math"/>
                        <a:ea typeface="Cambria Math"/>
                      </a:rPr>
                      <m:t>𝜑</m:t>
                    </m:r>
                    <m:d>
                      <m:dPr>
                        <m:ctrlPr>
                          <a:rPr lang="es-CL" sz="2400" b="0" i="1" smtClean="0">
                            <a:latin typeface="Cambria Math" panose="02040503050406030204" pitchFamily="18" charset="0"/>
                            <a:ea typeface="Cambria Math"/>
                          </a:rPr>
                        </m:ctrlPr>
                      </m:dPr>
                      <m:e>
                        <m:r>
                          <a:rPr lang="es-CL" sz="2400" b="0" i="1" smtClean="0">
                            <a:latin typeface="Cambria Math"/>
                            <a:ea typeface="Cambria Math"/>
                          </a:rPr>
                          <m:t>𝑥</m:t>
                        </m:r>
                      </m:e>
                    </m:d>
                    <m:r>
                      <a:rPr lang="es-CL" sz="2400" b="0" i="1" smtClean="0">
                        <a:latin typeface="Cambria Math"/>
                        <a:ea typeface="Cambria Math"/>
                      </a:rPr>
                      <m:t>,</m:t>
                    </m:r>
                    <m:r>
                      <a:rPr lang="es-CL" sz="2400" i="1">
                        <a:latin typeface="Cambria Math"/>
                        <a:ea typeface="Cambria Math"/>
                      </a:rPr>
                      <m:t>𝜑</m:t>
                    </m:r>
                    <m:d>
                      <m:dPr>
                        <m:ctrlPr>
                          <a:rPr lang="es-CL" sz="2400" i="1">
                            <a:latin typeface="Cambria Math" panose="02040503050406030204" pitchFamily="18" charset="0"/>
                            <a:ea typeface="Cambria Math"/>
                          </a:rPr>
                        </m:ctrlPr>
                      </m:dPr>
                      <m:e>
                        <m:r>
                          <a:rPr lang="es-CL" sz="2400" b="0" i="1" smtClean="0">
                            <a:latin typeface="Cambria Math"/>
                            <a:ea typeface="Cambria Math"/>
                          </a:rPr>
                          <m:t>𝑦</m:t>
                        </m:r>
                      </m:e>
                    </m:d>
                    <m:r>
                      <a:rPr lang="es-CL" sz="2400" b="0" i="1" smtClean="0">
                        <a:latin typeface="Cambria Math"/>
                      </a:rPr>
                      <m:t>&gt;.</m:t>
                    </m:r>
                  </m:oMath>
                </a14:m>
                <a:r>
                  <a:rPr lang="es-CL" sz="2400" dirty="0"/>
                  <a:t> Algunas funciones típicas son:</a:t>
                </a:r>
              </a:p>
              <a:p>
                <a:pPr>
                  <a:spcAft>
                    <a:spcPts val="1200"/>
                  </a:spcAft>
                </a:pPr>
                <a:r>
                  <a:rPr lang="es-CL" dirty="0"/>
                  <a:t>Polinomial:</a:t>
                </a:r>
              </a:p>
              <a:p>
                <a:pPr marL="0" indent="0" algn="ctr">
                  <a:spcAft>
                    <a:spcPts val="1200"/>
                  </a:spcAft>
                  <a:buNone/>
                </a:pPr>
                <a14:m>
                  <m:oMathPara xmlns:m="http://schemas.openxmlformats.org/officeDocument/2006/math">
                    <m:oMathParaPr>
                      <m:jc m:val="centerGroup"/>
                    </m:oMathParaPr>
                    <m:oMath xmlns:m="http://schemas.openxmlformats.org/officeDocument/2006/math">
                      <m:r>
                        <a:rPr lang="es-CL" i="1">
                          <a:latin typeface="Cambria Math"/>
                        </a:rPr>
                        <m:t>𝐾</m:t>
                      </m:r>
                      <m:d>
                        <m:dPr>
                          <m:ctrlPr>
                            <a:rPr lang="es-CL" i="1">
                              <a:latin typeface="Cambria Math" panose="02040503050406030204" pitchFamily="18" charset="0"/>
                            </a:rPr>
                          </m:ctrlPr>
                        </m:dPr>
                        <m:e>
                          <m:r>
                            <a:rPr lang="es-CL" i="1">
                              <a:latin typeface="Cambria Math"/>
                            </a:rPr>
                            <m:t>𝑥</m:t>
                          </m:r>
                          <m:r>
                            <a:rPr lang="es-CL" i="1">
                              <a:latin typeface="Cambria Math"/>
                            </a:rPr>
                            <m:t>,</m:t>
                          </m:r>
                          <m:r>
                            <a:rPr lang="es-CL" i="1">
                              <a:latin typeface="Cambria Math"/>
                            </a:rPr>
                            <m:t>𝑦</m:t>
                          </m:r>
                        </m:e>
                      </m:d>
                      <m:r>
                        <a:rPr lang="es-CL">
                          <a:latin typeface="Cambria Math"/>
                        </a:rPr>
                        <m:t>=</m:t>
                      </m:r>
                      <m:sSup>
                        <m:sSupPr>
                          <m:ctrlPr>
                            <a:rPr lang="es-CL" i="1">
                              <a:latin typeface="Cambria Math" panose="02040503050406030204" pitchFamily="18" charset="0"/>
                            </a:rPr>
                          </m:ctrlPr>
                        </m:sSupPr>
                        <m:e>
                          <m:d>
                            <m:dPr>
                              <m:ctrlPr>
                                <a:rPr lang="es-CL" i="1">
                                  <a:latin typeface="Cambria Math" panose="02040503050406030204" pitchFamily="18" charset="0"/>
                                </a:rPr>
                              </m:ctrlPr>
                            </m:dPr>
                            <m:e>
                              <m:r>
                                <a:rPr lang="es-CL" i="1">
                                  <a:latin typeface="Cambria Math"/>
                                </a:rPr>
                                <m:t>1+</m:t>
                              </m:r>
                              <m:sSup>
                                <m:sSupPr>
                                  <m:ctrlPr>
                                    <a:rPr lang="es-CL" i="1">
                                      <a:latin typeface="Cambria Math" panose="02040503050406030204" pitchFamily="18" charset="0"/>
                                    </a:rPr>
                                  </m:ctrlPr>
                                </m:sSupPr>
                                <m:e>
                                  <m:r>
                                    <a:rPr lang="es-CL" i="1">
                                      <a:latin typeface="Cambria Math"/>
                                    </a:rPr>
                                    <m:t>𝑥</m:t>
                                  </m:r>
                                </m:e>
                                <m:sup>
                                  <m:r>
                                    <a:rPr lang="es-CL" i="1">
                                      <a:latin typeface="Cambria Math"/>
                                    </a:rPr>
                                    <m:t>𝑇</m:t>
                                  </m:r>
                                </m:sup>
                              </m:sSup>
                              <m:r>
                                <a:rPr lang="es-CL" i="1">
                                  <a:latin typeface="Cambria Math"/>
                                </a:rPr>
                                <m:t>𝑦</m:t>
                              </m:r>
                            </m:e>
                          </m:d>
                        </m:e>
                        <m:sup>
                          <m:r>
                            <a:rPr lang="es-CL" i="1">
                              <a:latin typeface="Cambria Math"/>
                            </a:rPr>
                            <m:t>𝑑</m:t>
                          </m:r>
                        </m:sup>
                      </m:sSup>
                    </m:oMath>
                  </m:oMathPara>
                </a14:m>
                <a:endParaRPr lang="es-CL" dirty="0"/>
              </a:p>
              <a:p>
                <a:pPr>
                  <a:spcAft>
                    <a:spcPts val="1200"/>
                  </a:spcAft>
                </a:pPr>
                <a:r>
                  <a:rPr lang="es-CL" dirty="0"/>
                  <a:t>Radial </a:t>
                </a:r>
                <a:r>
                  <a:rPr lang="es-CL" dirty="0" err="1"/>
                  <a:t>Basis</a:t>
                </a:r>
                <a:r>
                  <a:rPr lang="es-CL" dirty="0"/>
                  <a:t> </a:t>
                </a:r>
                <a:r>
                  <a:rPr lang="es-CL" dirty="0" err="1"/>
                  <a:t>Function</a:t>
                </a:r>
                <a:r>
                  <a:rPr lang="es-CL" dirty="0"/>
                  <a:t> (RBF):</a:t>
                </a:r>
              </a:p>
              <a:p>
                <a:pPr marL="0" indent="0">
                  <a:spcAft>
                    <a:spcPts val="1200"/>
                  </a:spcAft>
                  <a:buNone/>
                </a:pPr>
                <a14:m>
                  <m:oMathPara xmlns:m="http://schemas.openxmlformats.org/officeDocument/2006/math">
                    <m:oMathParaPr>
                      <m:jc m:val="centerGroup"/>
                    </m:oMathParaPr>
                    <m:oMath xmlns:m="http://schemas.openxmlformats.org/officeDocument/2006/math">
                      <m:r>
                        <a:rPr lang="es-CL" i="1">
                          <a:latin typeface="Cambria Math"/>
                        </a:rPr>
                        <m:t>𝐾</m:t>
                      </m:r>
                      <m:d>
                        <m:dPr>
                          <m:ctrlPr>
                            <a:rPr lang="es-CL" i="1">
                              <a:latin typeface="Cambria Math" panose="02040503050406030204" pitchFamily="18" charset="0"/>
                            </a:rPr>
                          </m:ctrlPr>
                        </m:dPr>
                        <m:e>
                          <m:r>
                            <a:rPr lang="es-CL" i="1">
                              <a:latin typeface="Cambria Math"/>
                            </a:rPr>
                            <m:t>𝑥</m:t>
                          </m:r>
                          <m:r>
                            <a:rPr lang="es-CL" i="1">
                              <a:latin typeface="Cambria Math"/>
                            </a:rPr>
                            <m:t>,</m:t>
                          </m:r>
                          <m:r>
                            <a:rPr lang="es-CL" i="1">
                              <a:latin typeface="Cambria Math"/>
                            </a:rPr>
                            <m:t>𝑦</m:t>
                          </m:r>
                        </m:e>
                      </m:d>
                      <m:r>
                        <a:rPr lang="es-CL">
                          <a:latin typeface="Cambria Math"/>
                        </a:rPr>
                        <m:t>=</m:t>
                      </m:r>
                      <m:r>
                        <m:rPr>
                          <m:sty m:val="p"/>
                        </m:rPr>
                        <a:rPr lang="es-CL">
                          <a:latin typeface="Cambria Math"/>
                        </a:rPr>
                        <m:t>exp</m:t>
                      </m:r>
                      <m:r>
                        <a:rPr lang="es-CL">
                          <a:latin typeface="Cambria Math"/>
                        </a:rPr>
                        <m:t>(</m:t>
                      </m:r>
                      <m:f>
                        <m:fPr>
                          <m:type m:val="skw"/>
                          <m:ctrlPr>
                            <a:rPr lang="es-CL" i="1">
                              <a:latin typeface="Cambria Math" panose="02040503050406030204" pitchFamily="18" charset="0"/>
                            </a:rPr>
                          </m:ctrlPr>
                        </m:fPr>
                        <m:num>
                          <m:r>
                            <a:rPr lang="es-CL" i="1">
                              <a:latin typeface="Cambria Math"/>
                            </a:rPr>
                            <m:t>−</m:t>
                          </m:r>
                          <m:sSup>
                            <m:sSupPr>
                              <m:ctrlPr>
                                <a:rPr lang="es-CL" i="1">
                                  <a:latin typeface="Cambria Math" panose="02040503050406030204" pitchFamily="18" charset="0"/>
                                </a:rPr>
                              </m:ctrlPr>
                            </m:sSupPr>
                            <m:e>
                              <m:d>
                                <m:dPr>
                                  <m:ctrlPr>
                                    <a:rPr lang="es-CL" i="1">
                                      <a:latin typeface="Cambria Math" panose="02040503050406030204" pitchFamily="18" charset="0"/>
                                    </a:rPr>
                                  </m:ctrlPr>
                                </m:dPr>
                                <m:e>
                                  <m:r>
                                    <a:rPr lang="es-CL" i="1">
                                      <a:latin typeface="Cambria Math"/>
                                    </a:rPr>
                                    <m:t>𝑥</m:t>
                                  </m:r>
                                  <m:r>
                                    <a:rPr lang="es-CL" i="1">
                                      <a:latin typeface="Cambria Math"/>
                                    </a:rPr>
                                    <m:t>−</m:t>
                                  </m:r>
                                  <m:r>
                                    <a:rPr lang="es-CL" i="1">
                                      <a:latin typeface="Cambria Math"/>
                                    </a:rPr>
                                    <m:t>𝑦</m:t>
                                  </m:r>
                                </m:e>
                              </m:d>
                            </m:e>
                            <m:sup>
                              <m:r>
                                <a:rPr lang="es-CL" i="1">
                                  <a:latin typeface="Cambria Math"/>
                                </a:rPr>
                                <m:t>𝑇</m:t>
                              </m:r>
                            </m:sup>
                          </m:sSup>
                          <m:r>
                            <a:rPr lang="es-CL" i="1">
                              <a:latin typeface="Cambria Math"/>
                            </a:rPr>
                            <m:t>(</m:t>
                          </m:r>
                          <m:r>
                            <a:rPr lang="es-CL" i="1">
                              <a:latin typeface="Cambria Math"/>
                            </a:rPr>
                            <m:t>𝑥</m:t>
                          </m:r>
                          <m:r>
                            <a:rPr lang="es-CL" i="1">
                              <a:latin typeface="Cambria Math"/>
                            </a:rPr>
                            <m:t>−</m:t>
                          </m:r>
                          <m:r>
                            <a:rPr lang="es-CL" i="1">
                              <a:latin typeface="Cambria Math"/>
                            </a:rPr>
                            <m:t>𝑦</m:t>
                          </m:r>
                          <m:r>
                            <a:rPr lang="es-CL" i="1">
                              <a:latin typeface="Cambria Math"/>
                            </a:rPr>
                            <m:t>)</m:t>
                          </m:r>
                        </m:num>
                        <m:den>
                          <m:r>
                            <a:rPr lang="es-CL" i="1">
                              <a:latin typeface="Cambria Math"/>
                            </a:rPr>
                            <m:t>2</m:t>
                          </m:r>
                          <m:sSup>
                            <m:sSupPr>
                              <m:ctrlPr>
                                <a:rPr lang="es-CL" i="1">
                                  <a:latin typeface="Cambria Math" panose="02040503050406030204" pitchFamily="18" charset="0"/>
                                </a:rPr>
                              </m:ctrlPr>
                            </m:sSupPr>
                            <m:e>
                              <m:r>
                                <a:rPr lang="es-CL" i="1">
                                  <a:latin typeface="Cambria Math"/>
                                  <a:ea typeface="Cambria Math"/>
                                </a:rPr>
                                <m:t>𝜎</m:t>
                              </m:r>
                            </m:e>
                            <m:sup>
                              <m:r>
                                <a:rPr lang="es-CL" i="1">
                                  <a:latin typeface="Cambria Math"/>
                                </a:rPr>
                                <m:t>2</m:t>
                              </m:r>
                            </m:sup>
                          </m:sSup>
                        </m:den>
                      </m:f>
                      <m:r>
                        <a:rPr lang="es-CL">
                          <a:latin typeface="Cambria Math"/>
                        </a:rPr>
                        <m:t>)</m:t>
                      </m:r>
                    </m:oMath>
                  </m:oMathPara>
                </a14:m>
                <a:endParaRPr lang="es-CL" dirty="0"/>
              </a:p>
              <a:p>
                <a:pPr>
                  <a:spcAft>
                    <a:spcPts val="1200"/>
                  </a:spcAft>
                </a:pPr>
                <a:r>
                  <a:rPr lang="es-CL" dirty="0" err="1"/>
                  <a:t>Sigmoid</a:t>
                </a:r>
                <a:r>
                  <a:rPr lang="es-CL" dirty="0"/>
                  <a:t>:</a:t>
                </a:r>
              </a:p>
              <a:p>
                <a:pPr marL="0" indent="0">
                  <a:buNone/>
                </a:pPr>
                <a14:m>
                  <m:oMathPara xmlns:m="http://schemas.openxmlformats.org/officeDocument/2006/math">
                    <m:oMathParaPr>
                      <m:jc m:val="centerGroup"/>
                    </m:oMathParaPr>
                    <m:oMath xmlns:m="http://schemas.openxmlformats.org/officeDocument/2006/math">
                      <m:r>
                        <a:rPr lang="es-CL" i="1">
                          <a:latin typeface="Cambria Math"/>
                        </a:rPr>
                        <m:t>𝐾</m:t>
                      </m:r>
                      <m:d>
                        <m:dPr>
                          <m:ctrlPr>
                            <a:rPr lang="es-CL" i="1">
                              <a:latin typeface="Cambria Math" panose="02040503050406030204" pitchFamily="18" charset="0"/>
                            </a:rPr>
                          </m:ctrlPr>
                        </m:dPr>
                        <m:e>
                          <m:r>
                            <a:rPr lang="es-CL" i="1">
                              <a:latin typeface="Cambria Math"/>
                            </a:rPr>
                            <m:t>𝑥</m:t>
                          </m:r>
                          <m:r>
                            <a:rPr lang="es-CL" i="1">
                              <a:latin typeface="Cambria Math"/>
                            </a:rPr>
                            <m:t>,</m:t>
                          </m:r>
                          <m:r>
                            <a:rPr lang="es-CL" i="1">
                              <a:latin typeface="Cambria Math"/>
                            </a:rPr>
                            <m:t>𝑦</m:t>
                          </m:r>
                        </m:e>
                      </m:d>
                      <m:r>
                        <a:rPr lang="es-CL">
                          <a:latin typeface="Cambria Math"/>
                        </a:rPr>
                        <m:t>=</m:t>
                      </m:r>
                      <m:r>
                        <m:rPr>
                          <m:sty m:val="p"/>
                        </m:rPr>
                        <a:rPr lang="es-CL">
                          <a:latin typeface="Cambria Math"/>
                        </a:rPr>
                        <m:t>tanh</m:t>
                      </m:r>
                      <m:r>
                        <a:rPr lang="es-CL">
                          <a:latin typeface="Cambria Math"/>
                        </a:rPr>
                        <m:t>(</m:t>
                      </m:r>
                      <m:sSub>
                        <m:sSubPr>
                          <m:ctrlPr>
                            <a:rPr lang="es-CL" i="1">
                              <a:latin typeface="Cambria Math" panose="02040503050406030204" pitchFamily="18" charset="0"/>
                            </a:rPr>
                          </m:ctrlPr>
                        </m:sSubPr>
                        <m:e>
                          <m:r>
                            <a:rPr lang="es-CL" i="1">
                              <a:latin typeface="Cambria Math"/>
                              <a:ea typeface="Cambria Math"/>
                            </a:rPr>
                            <m:t>𝜌</m:t>
                          </m:r>
                        </m:e>
                        <m:sub>
                          <m:r>
                            <a:rPr lang="es-CL" i="1">
                              <a:latin typeface="Cambria Math"/>
                            </a:rPr>
                            <m:t>1</m:t>
                          </m:r>
                        </m:sub>
                      </m:sSub>
                      <m:sSup>
                        <m:sSupPr>
                          <m:ctrlPr>
                            <a:rPr lang="es-CL" i="1">
                              <a:latin typeface="Cambria Math" panose="02040503050406030204" pitchFamily="18" charset="0"/>
                            </a:rPr>
                          </m:ctrlPr>
                        </m:sSupPr>
                        <m:e>
                          <m:r>
                            <a:rPr lang="es-CL" i="1">
                              <a:latin typeface="Cambria Math"/>
                            </a:rPr>
                            <m:t>𝑥</m:t>
                          </m:r>
                        </m:e>
                        <m:sup>
                          <m:r>
                            <a:rPr lang="es-CL" i="1">
                              <a:latin typeface="Cambria Math"/>
                            </a:rPr>
                            <m:t>𝑇</m:t>
                          </m:r>
                        </m:sup>
                      </m:sSup>
                      <m:r>
                        <a:rPr lang="es-CL" i="1">
                          <a:latin typeface="Cambria Math"/>
                        </a:rPr>
                        <m:t>𝑦</m:t>
                      </m:r>
                      <m:r>
                        <a:rPr lang="es-CL">
                          <a:latin typeface="Cambria Math"/>
                        </a:rPr>
                        <m:t>+</m:t>
                      </m:r>
                      <m:sSub>
                        <m:sSubPr>
                          <m:ctrlPr>
                            <a:rPr lang="es-CL" i="1">
                              <a:latin typeface="Cambria Math" panose="02040503050406030204" pitchFamily="18" charset="0"/>
                            </a:rPr>
                          </m:ctrlPr>
                        </m:sSubPr>
                        <m:e>
                          <m:r>
                            <a:rPr lang="es-CL" i="1">
                              <a:latin typeface="Cambria Math"/>
                              <a:ea typeface="Cambria Math"/>
                            </a:rPr>
                            <m:t>𝜌</m:t>
                          </m:r>
                        </m:e>
                        <m:sub>
                          <m:r>
                            <a:rPr lang="es-CL" i="1">
                              <a:latin typeface="Cambria Math"/>
                              <a:ea typeface="Cambria Math"/>
                            </a:rPr>
                            <m:t>2</m:t>
                          </m:r>
                        </m:sub>
                      </m:sSub>
                      <m:r>
                        <a:rPr lang="es-CL">
                          <a:latin typeface="Cambria Math"/>
                        </a:rPr>
                        <m:t>)</m:t>
                      </m:r>
                    </m:oMath>
                  </m:oMathPara>
                </a14:m>
                <a:endParaRPr lang="es-CL" dirty="0"/>
              </a:p>
              <a:p>
                <a:pPr marL="0" indent="0">
                  <a:buNone/>
                </a:pPr>
                <a:endParaRPr lang="es-CL" sz="2400" dirty="0"/>
              </a:p>
              <a:p>
                <a:pPr marL="0" indent="0">
                  <a:buNone/>
                </a:pPr>
                <a:endParaRPr lang="es-CL" sz="2400" dirty="0"/>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blipFill>
                <a:blip r:embed="rId2"/>
                <a:stretch>
                  <a:fillRect l="-1159" t="-1816" r="-464"/>
                </a:stretch>
              </a:blipFill>
            </p:spPr>
            <p:txBody>
              <a:bodyPr/>
              <a:lstStyle/>
              <a:p>
                <a:r>
                  <a:rPr lang="en-US">
                    <a:noFill/>
                  </a:rPr>
                  <a:t> </a:t>
                </a:r>
              </a:p>
            </p:txBody>
          </p:sp>
        </mc:Fallback>
      </mc:AlternateContent>
      <p:sp>
        <p:nvSpPr>
          <p:cNvPr id="4" name="3 Marcador de número de diapositiva"/>
          <p:cNvSpPr>
            <a:spLocks noGrp="1"/>
          </p:cNvSpPr>
          <p:nvPr>
            <p:ph type="sldNum" sz="quarter" idx="4294967295"/>
          </p:nvPr>
        </p:nvSpPr>
        <p:spPr/>
        <p:txBody>
          <a:bodyPr/>
          <a:lstStyle/>
          <a:p>
            <a:fld id="{ED3C9F24-97CD-894E-963C-61E4D5D33747}" type="slidenum">
              <a:rPr lang="es-ES_tradnl" smtClean="0"/>
              <a:t>102</a:t>
            </a:fld>
            <a:endParaRPr lang="es-ES_tradnl"/>
          </a:p>
        </p:txBody>
      </p:sp>
    </p:spTree>
    <p:extLst>
      <p:ext uri="{BB962C8B-B14F-4D97-AF65-F5344CB8AC3E}">
        <p14:creationId xmlns:p14="http://schemas.microsoft.com/office/powerpoint/2010/main" val="308807816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6380</TotalTime>
  <Words>5400</Words>
  <Application>Microsoft Macintosh PowerPoint</Application>
  <PresentationFormat>Presentación en pantalla (4:3)</PresentationFormat>
  <Paragraphs>851</Paragraphs>
  <Slides>102</Slides>
  <Notes>0</Notes>
  <HiddenSlides>0</HiddenSlides>
  <MMClips>0</MMClips>
  <ScaleCrop>false</ScaleCrop>
  <HeadingPairs>
    <vt:vector size="8" baseType="variant">
      <vt:variant>
        <vt:lpstr>Fuentes usadas</vt:lpstr>
      </vt:variant>
      <vt:variant>
        <vt:i4>8</vt:i4>
      </vt:variant>
      <vt:variant>
        <vt:lpstr>Tema</vt:lpstr>
      </vt:variant>
      <vt:variant>
        <vt:i4>1</vt:i4>
      </vt:variant>
      <vt:variant>
        <vt:lpstr>Servidores OLE incrustados</vt:lpstr>
      </vt:variant>
      <vt:variant>
        <vt:i4>2</vt:i4>
      </vt:variant>
      <vt:variant>
        <vt:lpstr>Títulos de diapositiva</vt:lpstr>
      </vt:variant>
      <vt:variant>
        <vt:i4>102</vt:i4>
      </vt:variant>
    </vt:vector>
  </HeadingPairs>
  <TitlesOfParts>
    <vt:vector size="113" baseType="lpstr">
      <vt:lpstr>Aptos</vt:lpstr>
      <vt:lpstr>Aptos Display</vt:lpstr>
      <vt:lpstr>Arial</vt:lpstr>
      <vt:lpstr>Calibri</vt:lpstr>
      <vt:lpstr>Cambria Math</vt:lpstr>
      <vt:lpstr>Symbol</vt:lpstr>
      <vt:lpstr>Tahoma</vt:lpstr>
      <vt:lpstr>Times New Roman</vt:lpstr>
      <vt:lpstr>Tema de Office</vt:lpstr>
      <vt:lpstr>Imagen de mapa de bits</vt:lpstr>
      <vt:lpstr>Bitmap Image</vt:lpstr>
      <vt:lpstr>Procesamiento de señales y aprendizaje de máquinas en mantenimiento predictivo</vt:lpstr>
      <vt:lpstr>Aprendizaje de máquinas</vt:lpstr>
      <vt:lpstr>Aprendizaje de máquinas</vt:lpstr>
      <vt:lpstr>Detección de anomalías y/o novedades</vt:lpstr>
      <vt:lpstr>Algoritmos de clasificación</vt:lpstr>
      <vt:lpstr>Algoritmos de regresión</vt:lpstr>
      <vt:lpstr>Algoritmos de agrupamiento</vt:lpstr>
      <vt:lpstr>Método de aprendizaje</vt:lpstr>
      <vt:lpstr>Aprendizaje supervisado</vt:lpstr>
      <vt:lpstr>Aprendizaje no-supervisado</vt:lpstr>
      <vt:lpstr>Aprendizaje por refuerzo</vt:lpstr>
      <vt:lpstr>Prognostics and Health Monitoring (PHM)</vt:lpstr>
      <vt:lpstr>Prognostics and Health Monitoring (PHM)</vt:lpstr>
      <vt:lpstr>Detección de daño</vt:lpstr>
      <vt:lpstr>Métricas de evaluación</vt:lpstr>
      <vt:lpstr>Métricas de evaluación</vt:lpstr>
      <vt:lpstr>Métricas de evaluación</vt:lpstr>
      <vt:lpstr>Detección de anomalías</vt:lpstr>
      <vt:lpstr>Detección de anomalías</vt:lpstr>
      <vt:lpstr>Detección de anomalías</vt:lpstr>
      <vt:lpstr>Métodos estadísticos </vt:lpstr>
      <vt:lpstr>Métodos estadísticos</vt:lpstr>
      <vt:lpstr>Métodos estadísticos</vt:lpstr>
      <vt:lpstr>Métodos estadísticos</vt:lpstr>
      <vt:lpstr>Métodos estadísticos</vt:lpstr>
      <vt:lpstr>Métodos basados en el dominio </vt:lpstr>
      <vt:lpstr>One Class Suport Vector Machine (OC-SVM)</vt:lpstr>
      <vt:lpstr>One Class Suport Vector Machine (OC-SVM)</vt:lpstr>
      <vt:lpstr>One Class Suport Vector Machine (OC-SVM)</vt:lpstr>
      <vt:lpstr>One Class Suport Vector Machine (OC-SVM)</vt:lpstr>
      <vt:lpstr>One Class Suport Vector Machine (OC-SVM)</vt:lpstr>
      <vt:lpstr>One Class Suport Vector Machine (OC-SVM)</vt:lpstr>
      <vt:lpstr>Métodos basados en distancia</vt:lpstr>
      <vt:lpstr>Local Outlier Factor (LOF)</vt:lpstr>
      <vt:lpstr>Local Outlier Factor (LOF)</vt:lpstr>
      <vt:lpstr>Local Outlier Factor (LOF)</vt:lpstr>
      <vt:lpstr>Local Outlier Factor (LOF)</vt:lpstr>
      <vt:lpstr>Local Outlier Factor (LOF)</vt:lpstr>
      <vt:lpstr>Local Outlier Factor (LOF)</vt:lpstr>
      <vt:lpstr>Métodos basados en árboles</vt:lpstr>
      <vt:lpstr>Isolation Forest</vt:lpstr>
      <vt:lpstr>Isolation Forest</vt:lpstr>
      <vt:lpstr>Isolation Forest</vt:lpstr>
      <vt:lpstr>Presentación de PowerPoint</vt:lpstr>
      <vt:lpstr>Ejemplo 1</vt:lpstr>
      <vt:lpstr>Ejemplo 1</vt:lpstr>
      <vt:lpstr>Presentación de PowerPoint</vt:lpstr>
      <vt:lpstr>Presentación de PowerPoint</vt:lpstr>
      <vt:lpstr>Ejemplo 1</vt:lpstr>
      <vt:lpstr>Ejemplo 1</vt:lpstr>
      <vt:lpstr>Ejemplo 1</vt:lpstr>
      <vt:lpstr>Ejemplo 1</vt:lpstr>
      <vt:lpstr>Ejemplo 1</vt:lpstr>
      <vt:lpstr>Presentación de PowerPoint</vt:lpstr>
      <vt:lpstr>Ejemplo 1</vt:lpstr>
      <vt:lpstr>Presentación de PowerPoint</vt:lpstr>
      <vt:lpstr>Ejemplo 1</vt:lpstr>
      <vt:lpstr>Detección de novedades</vt:lpstr>
      <vt:lpstr>Ejemplo 2 - PHM en rodamientos</vt:lpstr>
      <vt:lpstr>Ejemplo 2</vt:lpstr>
      <vt:lpstr>Ejemplo 2</vt:lpstr>
      <vt:lpstr>Ejemplo 2</vt:lpstr>
      <vt:lpstr>Ejemplo 2</vt:lpstr>
      <vt:lpstr>Ejemplo 2</vt:lpstr>
      <vt:lpstr>Ejemplo 2</vt:lpstr>
      <vt:lpstr>Identificación de daño</vt:lpstr>
      <vt:lpstr>Métricas de Evaluación Multi-clase</vt:lpstr>
      <vt:lpstr>Ejemplo</vt:lpstr>
      <vt:lpstr>Ejemplo</vt:lpstr>
      <vt:lpstr>Algoritmos de clasificación</vt:lpstr>
      <vt:lpstr>K-nearest neighbors algorithm (k-NN)</vt:lpstr>
      <vt:lpstr>K-nearest neighbors algorithm (k-NN)</vt:lpstr>
      <vt:lpstr>K-nearest neighbors algorithm (k-NN)</vt:lpstr>
      <vt:lpstr>K-nearest neighbors algorithm (k-NN)</vt:lpstr>
      <vt:lpstr>Arboles de decisión</vt:lpstr>
      <vt:lpstr>Arboles de decisión</vt:lpstr>
      <vt:lpstr>Arboles de decisión</vt:lpstr>
      <vt:lpstr>Arboles de decisión</vt:lpstr>
      <vt:lpstr>Medidas de Selección de Atributos</vt:lpstr>
      <vt:lpstr>Entropía</vt:lpstr>
      <vt:lpstr>Entropía</vt:lpstr>
      <vt:lpstr>Ganancia de Información</vt:lpstr>
      <vt:lpstr>Ganancia de Información</vt:lpstr>
      <vt:lpstr>Ganancia de la Información</vt:lpstr>
      <vt:lpstr>Ganancia de la Información</vt:lpstr>
      <vt:lpstr>Índice de diversidad de Gini</vt:lpstr>
      <vt:lpstr>Índice de diversidad de Gini</vt:lpstr>
      <vt:lpstr>Índice de diversidad de Gini</vt:lpstr>
      <vt:lpstr>Ejemplo</vt:lpstr>
      <vt:lpstr>Ejemplo</vt:lpstr>
      <vt:lpstr>Random Forest</vt:lpstr>
      <vt:lpstr>Random Forest</vt:lpstr>
      <vt:lpstr>Maquinas de vectores de soporte</vt:lpstr>
      <vt:lpstr>Maquinas de vectores de soporte</vt:lpstr>
      <vt:lpstr>Maquinas de vectores de soporte</vt:lpstr>
      <vt:lpstr>Maquinas de vectores de soporte</vt:lpstr>
      <vt:lpstr>Maquinas de vectores de soporte </vt:lpstr>
      <vt:lpstr>Maquinas de vectores de soporte</vt:lpstr>
      <vt:lpstr>Formulación</vt:lpstr>
      <vt:lpstr>Formulación</vt:lpstr>
      <vt:lpstr>Maquinas de vectores de soporte </vt:lpstr>
      <vt:lpstr>Maquinas de vectores de soporte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Gestión del cambio</dc:title>
  <dc:creator>Viviana</dc:creator>
  <cp:lastModifiedBy>Raymi Vásquez</cp:lastModifiedBy>
  <cp:revision>223</cp:revision>
  <dcterms:created xsi:type="dcterms:W3CDTF">2014-06-26T19:18:42Z</dcterms:created>
  <dcterms:modified xsi:type="dcterms:W3CDTF">2025-07-26T19:46:41Z</dcterms:modified>
</cp:coreProperties>
</file>